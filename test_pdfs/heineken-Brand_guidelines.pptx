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3677900" cy="7200900"/>
  <p:notesSz cx="136779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679932" cy="71999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086025" y="2606598"/>
            <a:ext cx="749935" cy="591185"/>
          </a:xfrm>
          <a:custGeom>
            <a:avLst/>
            <a:gdLst/>
            <a:ahLst/>
            <a:cxnLst/>
            <a:rect l="l" t="t" r="r" b="b"/>
            <a:pathLst>
              <a:path w="749934" h="591185">
                <a:moveTo>
                  <a:pt x="23622" y="531926"/>
                </a:moveTo>
                <a:lnTo>
                  <a:pt x="11607" y="531926"/>
                </a:lnTo>
                <a:lnTo>
                  <a:pt x="11607" y="519874"/>
                </a:lnTo>
                <a:lnTo>
                  <a:pt x="22047" y="519874"/>
                </a:lnTo>
                <a:lnTo>
                  <a:pt x="22047" y="509968"/>
                </a:lnTo>
                <a:lnTo>
                  <a:pt x="11607" y="509968"/>
                </a:lnTo>
                <a:lnTo>
                  <a:pt x="11607" y="498335"/>
                </a:lnTo>
                <a:lnTo>
                  <a:pt x="23507" y="498335"/>
                </a:lnTo>
                <a:lnTo>
                  <a:pt x="23507" y="488442"/>
                </a:lnTo>
                <a:lnTo>
                  <a:pt x="0" y="488442"/>
                </a:lnTo>
                <a:lnTo>
                  <a:pt x="0" y="541870"/>
                </a:lnTo>
                <a:lnTo>
                  <a:pt x="23622" y="541870"/>
                </a:lnTo>
                <a:lnTo>
                  <a:pt x="23622" y="531926"/>
                </a:lnTo>
                <a:close/>
              </a:path>
              <a:path w="749934" h="591185">
                <a:moveTo>
                  <a:pt x="69875" y="526034"/>
                </a:moveTo>
                <a:lnTo>
                  <a:pt x="67106" y="517448"/>
                </a:lnTo>
                <a:lnTo>
                  <a:pt x="60998" y="512025"/>
                </a:lnTo>
                <a:lnTo>
                  <a:pt x="54889" y="507657"/>
                </a:lnTo>
                <a:lnTo>
                  <a:pt x="52120" y="502285"/>
                </a:lnTo>
                <a:lnTo>
                  <a:pt x="52120" y="499059"/>
                </a:lnTo>
                <a:lnTo>
                  <a:pt x="54457" y="497027"/>
                </a:lnTo>
                <a:lnTo>
                  <a:pt x="61252" y="497027"/>
                </a:lnTo>
                <a:lnTo>
                  <a:pt x="64058" y="498627"/>
                </a:lnTo>
                <a:lnTo>
                  <a:pt x="66509" y="500481"/>
                </a:lnTo>
                <a:lnTo>
                  <a:pt x="66509" y="490169"/>
                </a:lnTo>
                <a:lnTo>
                  <a:pt x="63207" y="488543"/>
                </a:lnTo>
                <a:lnTo>
                  <a:pt x="59893" y="487641"/>
                </a:lnTo>
                <a:lnTo>
                  <a:pt x="46075" y="487641"/>
                </a:lnTo>
                <a:lnTo>
                  <a:pt x="40716" y="494804"/>
                </a:lnTo>
                <a:lnTo>
                  <a:pt x="40716" y="511048"/>
                </a:lnTo>
                <a:lnTo>
                  <a:pt x="44805" y="515048"/>
                </a:lnTo>
                <a:lnTo>
                  <a:pt x="51562" y="519137"/>
                </a:lnTo>
                <a:lnTo>
                  <a:pt x="54787" y="521360"/>
                </a:lnTo>
                <a:lnTo>
                  <a:pt x="58470" y="522846"/>
                </a:lnTo>
                <a:lnTo>
                  <a:pt x="58470" y="530491"/>
                </a:lnTo>
                <a:lnTo>
                  <a:pt x="55537" y="532765"/>
                </a:lnTo>
                <a:lnTo>
                  <a:pt x="48298" y="532765"/>
                </a:lnTo>
                <a:lnTo>
                  <a:pt x="45567" y="531660"/>
                </a:lnTo>
                <a:lnTo>
                  <a:pt x="42875" y="529882"/>
                </a:lnTo>
                <a:lnTo>
                  <a:pt x="42875" y="540029"/>
                </a:lnTo>
                <a:lnTo>
                  <a:pt x="45567" y="541756"/>
                </a:lnTo>
                <a:lnTo>
                  <a:pt x="49606" y="542747"/>
                </a:lnTo>
                <a:lnTo>
                  <a:pt x="63817" y="542747"/>
                </a:lnTo>
                <a:lnTo>
                  <a:pt x="69875" y="535533"/>
                </a:lnTo>
                <a:lnTo>
                  <a:pt x="69875" y="526034"/>
                </a:lnTo>
                <a:close/>
              </a:path>
              <a:path w="749934" h="591185">
                <a:moveTo>
                  <a:pt x="112776" y="488442"/>
                </a:moveTo>
                <a:lnTo>
                  <a:pt x="82765" y="488442"/>
                </a:lnTo>
                <a:lnTo>
                  <a:pt x="82765" y="498335"/>
                </a:lnTo>
                <a:lnTo>
                  <a:pt x="91884" y="498335"/>
                </a:lnTo>
                <a:lnTo>
                  <a:pt x="91884" y="541870"/>
                </a:lnTo>
                <a:lnTo>
                  <a:pt x="103606" y="541870"/>
                </a:lnTo>
                <a:lnTo>
                  <a:pt x="103606" y="498335"/>
                </a:lnTo>
                <a:lnTo>
                  <a:pt x="112776" y="498335"/>
                </a:lnTo>
                <a:lnTo>
                  <a:pt x="112776" y="488442"/>
                </a:lnTo>
                <a:close/>
              </a:path>
              <a:path w="749934" h="591185">
                <a:moveTo>
                  <a:pt x="134150" y="532257"/>
                </a:moveTo>
                <a:lnTo>
                  <a:pt x="131254" y="529285"/>
                </a:lnTo>
                <a:lnTo>
                  <a:pt x="127508" y="529285"/>
                </a:lnTo>
                <a:lnTo>
                  <a:pt x="123685" y="529285"/>
                </a:lnTo>
                <a:lnTo>
                  <a:pt x="120675" y="532257"/>
                </a:lnTo>
                <a:lnTo>
                  <a:pt x="120675" y="539673"/>
                </a:lnTo>
                <a:lnTo>
                  <a:pt x="123685" y="542734"/>
                </a:lnTo>
                <a:lnTo>
                  <a:pt x="131254" y="542734"/>
                </a:lnTo>
                <a:lnTo>
                  <a:pt x="134150" y="539673"/>
                </a:lnTo>
                <a:lnTo>
                  <a:pt x="134150" y="532257"/>
                </a:lnTo>
                <a:close/>
              </a:path>
              <a:path w="749934" h="591185">
                <a:moveTo>
                  <a:pt x="624573" y="488442"/>
                </a:moveTo>
                <a:lnTo>
                  <a:pt x="609155" y="488442"/>
                </a:lnTo>
                <a:lnTo>
                  <a:pt x="609155" y="497611"/>
                </a:lnTo>
                <a:lnTo>
                  <a:pt x="614311" y="497611"/>
                </a:lnTo>
                <a:lnTo>
                  <a:pt x="614311" y="541870"/>
                </a:lnTo>
                <a:lnTo>
                  <a:pt x="624573" y="541870"/>
                </a:lnTo>
                <a:lnTo>
                  <a:pt x="624573" y="488442"/>
                </a:lnTo>
                <a:close/>
              </a:path>
              <a:path w="749934" h="591185">
                <a:moveTo>
                  <a:pt x="670013" y="533476"/>
                </a:moveTo>
                <a:lnTo>
                  <a:pt x="669937" y="520319"/>
                </a:lnTo>
                <a:lnTo>
                  <a:pt x="668909" y="518172"/>
                </a:lnTo>
                <a:lnTo>
                  <a:pt x="667473" y="515200"/>
                </a:lnTo>
                <a:lnTo>
                  <a:pt x="660717" y="513092"/>
                </a:lnTo>
                <a:lnTo>
                  <a:pt x="660793" y="512927"/>
                </a:lnTo>
                <a:lnTo>
                  <a:pt x="665695" y="511302"/>
                </a:lnTo>
                <a:lnTo>
                  <a:pt x="667639" y="507580"/>
                </a:lnTo>
                <a:lnTo>
                  <a:pt x="668083" y="506742"/>
                </a:lnTo>
                <a:lnTo>
                  <a:pt x="668083" y="495909"/>
                </a:lnTo>
                <a:lnTo>
                  <a:pt x="668083" y="493826"/>
                </a:lnTo>
                <a:lnTo>
                  <a:pt x="662774" y="487641"/>
                </a:lnTo>
                <a:lnTo>
                  <a:pt x="659218" y="487641"/>
                </a:lnTo>
                <a:lnTo>
                  <a:pt x="659218" y="528535"/>
                </a:lnTo>
                <a:lnTo>
                  <a:pt x="658190" y="533476"/>
                </a:lnTo>
                <a:lnTo>
                  <a:pt x="650875" y="533476"/>
                </a:lnTo>
                <a:lnTo>
                  <a:pt x="650100" y="528535"/>
                </a:lnTo>
                <a:lnTo>
                  <a:pt x="650100" y="523163"/>
                </a:lnTo>
                <a:lnTo>
                  <a:pt x="650875" y="518172"/>
                </a:lnTo>
                <a:lnTo>
                  <a:pt x="657936" y="518172"/>
                </a:lnTo>
                <a:lnTo>
                  <a:pt x="659193" y="523163"/>
                </a:lnTo>
                <a:lnTo>
                  <a:pt x="659218" y="528535"/>
                </a:lnTo>
                <a:lnTo>
                  <a:pt x="659218" y="487641"/>
                </a:lnTo>
                <a:lnTo>
                  <a:pt x="657733" y="487641"/>
                </a:lnTo>
                <a:lnTo>
                  <a:pt x="657733" y="507580"/>
                </a:lnTo>
                <a:lnTo>
                  <a:pt x="651789" y="507580"/>
                </a:lnTo>
                <a:lnTo>
                  <a:pt x="651713" y="506742"/>
                </a:lnTo>
                <a:lnTo>
                  <a:pt x="651459" y="503504"/>
                </a:lnTo>
                <a:lnTo>
                  <a:pt x="651459" y="499554"/>
                </a:lnTo>
                <a:lnTo>
                  <a:pt x="651903" y="495909"/>
                </a:lnTo>
                <a:lnTo>
                  <a:pt x="657352" y="495909"/>
                </a:lnTo>
                <a:lnTo>
                  <a:pt x="657720" y="499554"/>
                </a:lnTo>
                <a:lnTo>
                  <a:pt x="657733" y="507580"/>
                </a:lnTo>
                <a:lnTo>
                  <a:pt x="657733" y="487641"/>
                </a:lnTo>
                <a:lnTo>
                  <a:pt x="646442" y="487641"/>
                </a:lnTo>
                <a:lnTo>
                  <a:pt x="641197" y="493826"/>
                </a:lnTo>
                <a:lnTo>
                  <a:pt x="641197" y="506742"/>
                </a:lnTo>
                <a:lnTo>
                  <a:pt x="643750" y="511302"/>
                </a:lnTo>
                <a:lnTo>
                  <a:pt x="648512" y="512927"/>
                </a:lnTo>
                <a:lnTo>
                  <a:pt x="648512" y="513092"/>
                </a:lnTo>
                <a:lnTo>
                  <a:pt x="642239" y="515200"/>
                </a:lnTo>
                <a:lnTo>
                  <a:pt x="641959" y="515200"/>
                </a:lnTo>
                <a:lnTo>
                  <a:pt x="639178" y="520319"/>
                </a:lnTo>
                <a:lnTo>
                  <a:pt x="639178" y="536003"/>
                </a:lnTo>
                <a:lnTo>
                  <a:pt x="645680" y="542734"/>
                </a:lnTo>
                <a:lnTo>
                  <a:pt x="663663" y="542734"/>
                </a:lnTo>
                <a:lnTo>
                  <a:pt x="670013" y="536003"/>
                </a:lnTo>
                <a:lnTo>
                  <a:pt x="670013" y="533476"/>
                </a:lnTo>
                <a:close/>
              </a:path>
              <a:path w="749934" h="591185">
                <a:moveTo>
                  <a:pt x="682434" y="231559"/>
                </a:moveTo>
                <a:lnTo>
                  <a:pt x="681126" y="225983"/>
                </a:lnTo>
                <a:lnTo>
                  <a:pt x="680351" y="223786"/>
                </a:lnTo>
                <a:lnTo>
                  <a:pt x="679665" y="221576"/>
                </a:lnTo>
                <a:lnTo>
                  <a:pt x="677443" y="216306"/>
                </a:lnTo>
                <a:lnTo>
                  <a:pt x="673595" y="212521"/>
                </a:lnTo>
                <a:lnTo>
                  <a:pt x="668286" y="212280"/>
                </a:lnTo>
                <a:lnTo>
                  <a:pt x="660400" y="211696"/>
                </a:lnTo>
                <a:lnTo>
                  <a:pt x="456539" y="206235"/>
                </a:lnTo>
                <a:lnTo>
                  <a:pt x="441540" y="162941"/>
                </a:lnTo>
                <a:lnTo>
                  <a:pt x="423862" y="113245"/>
                </a:lnTo>
                <a:lnTo>
                  <a:pt x="406603" y="65417"/>
                </a:lnTo>
                <a:lnTo>
                  <a:pt x="388327" y="15189"/>
                </a:lnTo>
                <a:lnTo>
                  <a:pt x="385267" y="7785"/>
                </a:lnTo>
                <a:lnTo>
                  <a:pt x="383451" y="2959"/>
                </a:lnTo>
                <a:lnTo>
                  <a:pt x="378637" y="495"/>
                </a:lnTo>
                <a:lnTo>
                  <a:pt x="372922" y="0"/>
                </a:lnTo>
                <a:lnTo>
                  <a:pt x="368236" y="0"/>
                </a:lnTo>
                <a:lnTo>
                  <a:pt x="362508" y="495"/>
                </a:lnTo>
                <a:lnTo>
                  <a:pt x="357708" y="2959"/>
                </a:lnTo>
                <a:lnTo>
                  <a:pt x="355892" y="7785"/>
                </a:lnTo>
                <a:lnTo>
                  <a:pt x="352844" y="15189"/>
                </a:lnTo>
                <a:lnTo>
                  <a:pt x="334556" y="65417"/>
                </a:lnTo>
                <a:lnTo>
                  <a:pt x="317296" y="113245"/>
                </a:lnTo>
                <a:lnTo>
                  <a:pt x="299618" y="162941"/>
                </a:lnTo>
                <a:lnTo>
                  <a:pt x="284619" y="206235"/>
                </a:lnTo>
                <a:lnTo>
                  <a:pt x="80772" y="211696"/>
                </a:lnTo>
                <a:lnTo>
                  <a:pt x="72732" y="212280"/>
                </a:lnTo>
                <a:lnTo>
                  <a:pt x="67576" y="212521"/>
                </a:lnTo>
                <a:lnTo>
                  <a:pt x="63715" y="216306"/>
                </a:lnTo>
                <a:lnTo>
                  <a:pt x="61480" y="221576"/>
                </a:lnTo>
                <a:lnTo>
                  <a:pt x="60807" y="223786"/>
                </a:lnTo>
                <a:lnTo>
                  <a:pt x="60032" y="225983"/>
                </a:lnTo>
                <a:lnTo>
                  <a:pt x="59461" y="228498"/>
                </a:lnTo>
                <a:lnTo>
                  <a:pt x="58724" y="231559"/>
                </a:lnTo>
                <a:lnTo>
                  <a:pt x="59601" y="236867"/>
                </a:lnTo>
                <a:lnTo>
                  <a:pt x="63652" y="240080"/>
                </a:lnTo>
                <a:lnTo>
                  <a:pt x="69811" y="245249"/>
                </a:lnTo>
                <a:lnTo>
                  <a:pt x="194716" y="341223"/>
                </a:lnTo>
                <a:lnTo>
                  <a:pt x="231495" y="368795"/>
                </a:lnTo>
                <a:lnTo>
                  <a:pt x="218020" y="412572"/>
                </a:lnTo>
                <a:lnTo>
                  <a:pt x="202946" y="463118"/>
                </a:lnTo>
                <a:lnTo>
                  <a:pt x="188620" y="511898"/>
                </a:lnTo>
                <a:lnTo>
                  <a:pt x="173723" y="563206"/>
                </a:lnTo>
                <a:lnTo>
                  <a:pt x="171805" y="570992"/>
                </a:lnTo>
                <a:lnTo>
                  <a:pt x="170434" y="575932"/>
                </a:lnTo>
                <a:lnTo>
                  <a:pt x="172872" y="580758"/>
                </a:lnTo>
                <a:lnTo>
                  <a:pt x="177215" y="584492"/>
                </a:lnTo>
                <a:lnTo>
                  <a:pt x="179133" y="585825"/>
                </a:lnTo>
                <a:lnTo>
                  <a:pt x="180987" y="587235"/>
                </a:lnTo>
                <a:lnTo>
                  <a:pt x="185915" y="590169"/>
                </a:lnTo>
                <a:lnTo>
                  <a:pt x="191249" y="590994"/>
                </a:lnTo>
                <a:lnTo>
                  <a:pt x="195580" y="588162"/>
                </a:lnTo>
                <a:lnTo>
                  <a:pt x="202438" y="583933"/>
                </a:lnTo>
                <a:lnTo>
                  <a:pt x="332854" y="495503"/>
                </a:lnTo>
                <a:lnTo>
                  <a:pt x="370586" y="469239"/>
                </a:lnTo>
                <a:lnTo>
                  <a:pt x="408317" y="495503"/>
                </a:lnTo>
                <a:lnTo>
                  <a:pt x="538734" y="583933"/>
                </a:lnTo>
                <a:lnTo>
                  <a:pt x="545579" y="588162"/>
                </a:lnTo>
                <a:lnTo>
                  <a:pt x="549897" y="590994"/>
                </a:lnTo>
                <a:lnTo>
                  <a:pt x="555269" y="590169"/>
                </a:lnTo>
                <a:lnTo>
                  <a:pt x="560171" y="587235"/>
                </a:lnTo>
                <a:lnTo>
                  <a:pt x="562025" y="585825"/>
                </a:lnTo>
                <a:lnTo>
                  <a:pt x="563943" y="584492"/>
                </a:lnTo>
                <a:lnTo>
                  <a:pt x="568286" y="580758"/>
                </a:lnTo>
                <a:lnTo>
                  <a:pt x="570725" y="575932"/>
                </a:lnTo>
                <a:lnTo>
                  <a:pt x="569353" y="570992"/>
                </a:lnTo>
                <a:lnTo>
                  <a:pt x="567423" y="563206"/>
                </a:lnTo>
                <a:lnTo>
                  <a:pt x="552526" y="511898"/>
                </a:lnTo>
                <a:lnTo>
                  <a:pt x="540016" y="469239"/>
                </a:lnTo>
                <a:lnTo>
                  <a:pt x="523138" y="412572"/>
                </a:lnTo>
                <a:lnTo>
                  <a:pt x="509676" y="368795"/>
                </a:lnTo>
                <a:lnTo>
                  <a:pt x="546468" y="341223"/>
                </a:lnTo>
                <a:lnTo>
                  <a:pt x="671360" y="245249"/>
                </a:lnTo>
                <a:lnTo>
                  <a:pt x="677519" y="240080"/>
                </a:lnTo>
                <a:lnTo>
                  <a:pt x="681558" y="236867"/>
                </a:lnTo>
                <a:lnTo>
                  <a:pt x="682434" y="231559"/>
                </a:lnTo>
                <a:close/>
              </a:path>
              <a:path w="749934" h="591185">
                <a:moveTo>
                  <a:pt x="712190" y="488442"/>
                </a:moveTo>
                <a:lnTo>
                  <a:pt x="683183" y="488442"/>
                </a:lnTo>
                <a:lnTo>
                  <a:pt x="683183" y="497611"/>
                </a:lnTo>
                <a:lnTo>
                  <a:pt x="697623" y="497611"/>
                </a:lnTo>
                <a:lnTo>
                  <a:pt x="680859" y="541870"/>
                </a:lnTo>
                <a:lnTo>
                  <a:pt x="691972" y="541870"/>
                </a:lnTo>
                <a:lnTo>
                  <a:pt x="712190" y="488442"/>
                </a:lnTo>
                <a:close/>
              </a:path>
              <a:path w="749934" h="591185">
                <a:moveTo>
                  <a:pt x="749376" y="521220"/>
                </a:moveTo>
                <a:lnTo>
                  <a:pt x="747090" y="515759"/>
                </a:lnTo>
                <a:lnTo>
                  <a:pt x="741108" y="514324"/>
                </a:lnTo>
                <a:lnTo>
                  <a:pt x="741108" y="514134"/>
                </a:lnTo>
                <a:lnTo>
                  <a:pt x="746340" y="512051"/>
                </a:lnTo>
                <a:lnTo>
                  <a:pt x="747712" y="506628"/>
                </a:lnTo>
                <a:lnTo>
                  <a:pt x="747712" y="493077"/>
                </a:lnTo>
                <a:lnTo>
                  <a:pt x="742721" y="487641"/>
                </a:lnTo>
                <a:lnTo>
                  <a:pt x="724255" y="487641"/>
                </a:lnTo>
                <a:lnTo>
                  <a:pt x="721169" y="494766"/>
                </a:lnTo>
                <a:lnTo>
                  <a:pt x="721487" y="503389"/>
                </a:lnTo>
                <a:lnTo>
                  <a:pt x="730783" y="503389"/>
                </a:lnTo>
                <a:lnTo>
                  <a:pt x="730783" y="499948"/>
                </a:lnTo>
                <a:lnTo>
                  <a:pt x="731278" y="496735"/>
                </a:lnTo>
                <a:lnTo>
                  <a:pt x="737463" y="496735"/>
                </a:lnTo>
                <a:lnTo>
                  <a:pt x="738035" y="499821"/>
                </a:lnTo>
                <a:lnTo>
                  <a:pt x="738035" y="508114"/>
                </a:lnTo>
                <a:lnTo>
                  <a:pt x="735609" y="509257"/>
                </a:lnTo>
                <a:lnTo>
                  <a:pt x="729818" y="509257"/>
                </a:lnTo>
                <a:lnTo>
                  <a:pt x="729818" y="518490"/>
                </a:lnTo>
                <a:lnTo>
                  <a:pt x="735863" y="518287"/>
                </a:lnTo>
                <a:lnTo>
                  <a:pt x="737895" y="519938"/>
                </a:lnTo>
                <a:lnTo>
                  <a:pt x="737895" y="529094"/>
                </a:lnTo>
                <a:lnTo>
                  <a:pt x="737603" y="533476"/>
                </a:lnTo>
                <a:lnTo>
                  <a:pt x="730427" y="533476"/>
                </a:lnTo>
                <a:lnTo>
                  <a:pt x="729259" y="531088"/>
                </a:lnTo>
                <a:lnTo>
                  <a:pt x="729259" y="529323"/>
                </a:lnTo>
                <a:lnTo>
                  <a:pt x="729361" y="527837"/>
                </a:lnTo>
                <a:lnTo>
                  <a:pt x="719340" y="527837"/>
                </a:lnTo>
                <a:lnTo>
                  <a:pt x="718959" y="536752"/>
                </a:lnTo>
                <a:lnTo>
                  <a:pt x="724420" y="542734"/>
                </a:lnTo>
                <a:lnTo>
                  <a:pt x="743381" y="542734"/>
                </a:lnTo>
                <a:lnTo>
                  <a:pt x="749376" y="536752"/>
                </a:lnTo>
                <a:lnTo>
                  <a:pt x="749376" y="521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65690" y="2626758"/>
            <a:ext cx="582295" cy="550545"/>
          </a:xfrm>
          <a:custGeom>
            <a:avLst/>
            <a:gdLst/>
            <a:ahLst/>
            <a:cxnLst/>
            <a:rect l="l" t="t" r="r" b="b"/>
            <a:pathLst>
              <a:path w="582295" h="550544">
                <a:moveTo>
                  <a:pt x="360789" y="207978"/>
                </a:moveTo>
                <a:lnTo>
                  <a:pt x="221096" y="207978"/>
                </a:lnTo>
                <a:lnTo>
                  <a:pt x="288774" y="605"/>
                </a:lnTo>
                <a:lnTo>
                  <a:pt x="288890" y="249"/>
                </a:lnTo>
                <a:lnTo>
                  <a:pt x="289224" y="0"/>
                </a:lnTo>
                <a:lnTo>
                  <a:pt x="292661" y="0"/>
                </a:lnTo>
                <a:lnTo>
                  <a:pt x="292983" y="249"/>
                </a:lnTo>
                <a:lnTo>
                  <a:pt x="360789" y="207978"/>
                </a:lnTo>
                <a:close/>
              </a:path>
              <a:path w="582295" h="550544">
                <a:moveTo>
                  <a:pt x="113193" y="550374"/>
                </a:moveTo>
                <a:lnTo>
                  <a:pt x="112747" y="550374"/>
                </a:lnTo>
                <a:lnTo>
                  <a:pt x="112453" y="550161"/>
                </a:lnTo>
                <a:lnTo>
                  <a:pt x="111864" y="549817"/>
                </a:lnTo>
                <a:lnTo>
                  <a:pt x="110795" y="549046"/>
                </a:lnTo>
                <a:lnTo>
                  <a:pt x="110290" y="548595"/>
                </a:lnTo>
                <a:lnTo>
                  <a:pt x="109995" y="548369"/>
                </a:lnTo>
                <a:lnTo>
                  <a:pt x="109864" y="547978"/>
                </a:lnTo>
                <a:lnTo>
                  <a:pt x="109995" y="547622"/>
                </a:lnTo>
                <a:lnTo>
                  <a:pt x="177880" y="340213"/>
                </a:lnTo>
                <a:lnTo>
                  <a:pt x="11" y="211857"/>
                </a:lnTo>
                <a:lnTo>
                  <a:pt x="0" y="211098"/>
                </a:lnTo>
                <a:lnTo>
                  <a:pt x="131" y="210457"/>
                </a:lnTo>
                <a:lnTo>
                  <a:pt x="548" y="209200"/>
                </a:lnTo>
                <a:lnTo>
                  <a:pt x="811" y="208583"/>
                </a:lnTo>
                <a:lnTo>
                  <a:pt x="942" y="208215"/>
                </a:lnTo>
                <a:lnTo>
                  <a:pt x="1288" y="207978"/>
                </a:lnTo>
                <a:lnTo>
                  <a:pt x="580591" y="207978"/>
                </a:lnTo>
                <a:lnTo>
                  <a:pt x="580943" y="208215"/>
                </a:lnTo>
                <a:lnTo>
                  <a:pt x="581062" y="208583"/>
                </a:lnTo>
                <a:lnTo>
                  <a:pt x="581324" y="209200"/>
                </a:lnTo>
                <a:lnTo>
                  <a:pt x="581742" y="210457"/>
                </a:lnTo>
                <a:lnTo>
                  <a:pt x="581862" y="211857"/>
                </a:lnTo>
                <a:lnTo>
                  <a:pt x="403993" y="340213"/>
                </a:lnTo>
                <a:lnTo>
                  <a:pt x="430722" y="421864"/>
                </a:lnTo>
                <a:lnTo>
                  <a:pt x="290942" y="421864"/>
                </a:lnTo>
                <a:lnTo>
                  <a:pt x="113193" y="550374"/>
                </a:lnTo>
                <a:close/>
              </a:path>
              <a:path w="582295" h="550544">
                <a:moveTo>
                  <a:pt x="469126" y="550374"/>
                </a:moveTo>
                <a:lnTo>
                  <a:pt x="468692" y="550374"/>
                </a:lnTo>
                <a:lnTo>
                  <a:pt x="290942" y="421864"/>
                </a:lnTo>
                <a:lnTo>
                  <a:pt x="430722" y="421864"/>
                </a:lnTo>
                <a:lnTo>
                  <a:pt x="471890" y="547622"/>
                </a:lnTo>
                <a:lnTo>
                  <a:pt x="471890" y="548369"/>
                </a:lnTo>
                <a:lnTo>
                  <a:pt x="471568" y="548595"/>
                </a:lnTo>
                <a:lnTo>
                  <a:pt x="471078" y="549046"/>
                </a:lnTo>
                <a:lnTo>
                  <a:pt x="469992" y="549817"/>
                </a:lnTo>
                <a:lnTo>
                  <a:pt x="469432" y="550161"/>
                </a:lnTo>
                <a:lnTo>
                  <a:pt x="469126" y="550374"/>
                </a:lnTo>
                <a:close/>
              </a:path>
            </a:pathLst>
          </a:custGeom>
          <a:solidFill>
            <a:srgbClr val="E200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99050" y="3279092"/>
            <a:ext cx="1928869" cy="34348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6700" y="3975638"/>
            <a:ext cx="2209667" cy="157077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36340" y="3975497"/>
            <a:ext cx="2211008" cy="15815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32140" y="489991"/>
            <a:ext cx="305244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7F2D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52637" y="4032504"/>
            <a:ext cx="9578975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7F2D"/>
                </a:solidFill>
                <a:latin typeface="Palatino Linotype"/>
                <a:cs typeface="Palatino Linotype"/>
              </a:defRPr>
            </a:lvl1pPr>
          </a:lstStyle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7F2D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7F2D"/>
                </a:solidFill>
                <a:latin typeface="Palatino Linotype"/>
                <a:cs typeface="Palatino Linotype"/>
              </a:defRPr>
            </a:lvl1pPr>
          </a:lstStyle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7F2D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254099" y="1761121"/>
            <a:ext cx="4142104" cy="384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07F2D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047388" y="1656207"/>
            <a:ext cx="5952649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7F2D"/>
                </a:solidFill>
                <a:latin typeface="Palatino Linotype"/>
                <a:cs typeface="Palatino Linotype"/>
              </a:defRPr>
            </a:lvl1pPr>
          </a:lstStyle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7F2D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7F2D"/>
                </a:solidFill>
                <a:latin typeface="Palatino Linotype"/>
                <a:cs typeface="Palatino Linotype"/>
              </a:defRPr>
            </a:lvl1pPr>
          </a:lstStyle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7F2D"/>
                </a:solidFill>
                <a:latin typeface="Palatino Linotype"/>
                <a:cs typeface="Palatino Linotype"/>
              </a:defRPr>
            </a:lvl1pPr>
          </a:lstStyle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894401" y="0"/>
            <a:ext cx="1785620" cy="201930"/>
          </a:xfrm>
          <a:custGeom>
            <a:avLst/>
            <a:gdLst/>
            <a:ahLst/>
            <a:cxnLst/>
            <a:rect l="l" t="t" r="r" b="b"/>
            <a:pathLst>
              <a:path w="1785619" h="201930">
                <a:moveTo>
                  <a:pt x="930605" y="0"/>
                </a:moveTo>
                <a:lnTo>
                  <a:pt x="0" y="0"/>
                </a:lnTo>
                <a:lnTo>
                  <a:pt x="0" y="201599"/>
                </a:lnTo>
                <a:lnTo>
                  <a:pt x="930605" y="201599"/>
                </a:lnTo>
                <a:lnTo>
                  <a:pt x="930605" y="0"/>
                </a:lnTo>
                <a:close/>
              </a:path>
              <a:path w="1785619" h="201930">
                <a:moveTo>
                  <a:pt x="1785607" y="0"/>
                </a:moveTo>
                <a:lnTo>
                  <a:pt x="948601" y="0"/>
                </a:lnTo>
                <a:lnTo>
                  <a:pt x="948601" y="201599"/>
                </a:lnTo>
                <a:lnTo>
                  <a:pt x="1785607" y="201599"/>
                </a:lnTo>
                <a:lnTo>
                  <a:pt x="1785607" y="0"/>
                </a:lnTo>
                <a:close/>
              </a:path>
            </a:pathLst>
          </a:custGeom>
          <a:solidFill>
            <a:srgbClr val="CDD1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7238" y="777697"/>
            <a:ext cx="10729772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7F2D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18733" y="1766836"/>
            <a:ext cx="6315709" cy="4319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652645" y="6696837"/>
            <a:ext cx="4378960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84212" y="6696837"/>
            <a:ext cx="3147377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338175" y="6754485"/>
            <a:ext cx="17018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007F2D"/>
                </a:solidFill>
                <a:latin typeface="Palatino Linotype"/>
                <a:cs typeface="Palatino Linotype"/>
              </a:defRPr>
            </a:lvl1pPr>
          </a:lstStyle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slide" Target="slide21.xml"/><Relationship Id="rId5" Type="http://schemas.openxmlformats.org/officeDocument/2006/relationships/slide" Target="slide23.xml"/><Relationship Id="rId6" Type="http://schemas.openxmlformats.org/officeDocument/2006/relationships/slide" Target="slide24.xml"/><Relationship Id="rId7" Type="http://schemas.openxmlformats.org/officeDocument/2006/relationships/slide" Target="slide25.xml"/><Relationship Id="rId8" Type="http://schemas.openxmlformats.org/officeDocument/2006/relationships/slide" Target="slide27.xml"/><Relationship Id="rId9" Type="http://schemas.openxmlformats.org/officeDocument/2006/relationships/slide" Target="slide28.xml"/><Relationship Id="rId10" Type="http://schemas.openxmlformats.org/officeDocument/2006/relationships/slide" Target="slide29.xml"/><Relationship Id="rId11" Type="http://schemas.openxmlformats.org/officeDocument/2006/relationships/slide" Target="slide3.xml"/><Relationship Id="rId12" Type="http://schemas.openxmlformats.org/officeDocument/2006/relationships/slide" Target="slide5.xml"/><Relationship Id="rId13" Type="http://schemas.openxmlformats.org/officeDocument/2006/relationships/slide" Target="slide7.xml"/><Relationship Id="rId14" Type="http://schemas.openxmlformats.org/officeDocument/2006/relationships/slide" Target="slide8.xml"/><Relationship Id="rId15" Type="http://schemas.openxmlformats.org/officeDocument/2006/relationships/slide" Target="slide9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2.xml"/><Relationship Id="rId19" Type="http://schemas.openxmlformats.org/officeDocument/2006/relationships/slide" Target="slide13.xml"/><Relationship Id="rId20" Type="http://schemas.openxmlformats.org/officeDocument/2006/relationships/slide" Target="slide14.xml"/><Relationship Id="rId21" Type="http://schemas.openxmlformats.org/officeDocument/2006/relationships/slide" Target="slide16.xml"/><Relationship Id="rId22" Type="http://schemas.openxmlformats.org/officeDocument/2006/relationships/slide" Target="slide17.xml"/><Relationship Id="rId23" Type="http://schemas.openxmlformats.org/officeDocument/2006/relationships/slide" Target="slide18.xml"/><Relationship Id="rId24" Type="http://schemas.openxmlformats.org/officeDocument/2006/relationships/slide" Target="slide1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52.jpg"/><Relationship Id="rId5" Type="http://schemas.openxmlformats.org/officeDocument/2006/relationships/image" Target="../media/image53.png"/><Relationship Id="rId6" Type="http://schemas.openxmlformats.org/officeDocument/2006/relationships/image" Target="../media/image54.jp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7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9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Relationship Id="rId13" Type="http://schemas.openxmlformats.org/officeDocument/2006/relationships/image" Target="../media/image112.png"/><Relationship Id="rId14" Type="http://schemas.openxmlformats.org/officeDocument/2006/relationships/image" Target="../media/image113.png"/><Relationship Id="rId15" Type="http://schemas.openxmlformats.org/officeDocument/2006/relationships/image" Target="../media/image114.png"/><Relationship Id="rId16" Type="http://schemas.openxmlformats.org/officeDocument/2006/relationships/image" Target="../media/image115.png"/><Relationship Id="rId17" Type="http://schemas.openxmlformats.org/officeDocument/2006/relationships/image" Target="../media/image11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24.png"/><Relationship Id="rId12" Type="http://schemas.openxmlformats.org/officeDocument/2006/relationships/image" Target="../media/image125.png"/><Relationship Id="rId13" Type="http://schemas.openxmlformats.org/officeDocument/2006/relationships/image" Target="../media/image126.png"/><Relationship Id="rId14" Type="http://schemas.openxmlformats.org/officeDocument/2006/relationships/image" Target="../media/image127.png"/><Relationship Id="rId15" Type="http://schemas.openxmlformats.org/officeDocument/2006/relationships/image" Target="../media/image12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jpg"/><Relationship Id="rId8" Type="http://schemas.openxmlformats.org/officeDocument/2006/relationships/image" Target="../media/image13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Relationship Id="rId10" Type="http://schemas.openxmlformats.org/officeDocument/2006/relationships/image" Target="../media/image140.png"/><Relationship Id="rId11" Type="http://schemas.openxmlformats.org/officeDocument/2006/relationships/image" Target="../media/image141.png"/><Relationship Id="rId12" Type="http://schemas.openxmlformats.org/officeDocument/2006/relationships/image" Target="../media/image142.png"/><Relationship Id="rId13" Type="http://schemas.openxmlformats.org/officeDocument/2006/relationships/image" Target="../media/image143.png"/><Relationship Id="rId14" Type="http://schemas.openxmlformats.org/officeDocument/2006/relationships/image" Target="../media/image144.png"/><Relationship Id="rId15" Type="http://schemas.openxmlformats.org/officeDocument/2006/relationships/image" Target="../media/image145.png"/><Relationship Id="rId16" Type="http://schemas.openxmlformats.org/officeDocument/2006/relationships/image" Target="../media/image14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4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Relationship Id="rId8" Type="http://schemas.openxmlformats.org/officeDocument/2006/relationships/image" Target="../media/image156.png"/><Relationship Id="rId9" Type="http://schemas.openxmlformats.org/officeDocument/2006/relationships/image" Target="../media/image157.png"/><Relationship Id="rId10" Type="http://schemas.openxmlformats.org/officeDocument/2006/relationships/image" Target="../media/image158.png"/><Relationship Id="rId11" Type="http://schemas.openxmlformats.org/officeDocument/2006/relationships/image" Target="../media/image159.png"/><Relationship Id="rId12" Type="http://schemas.openxmlformats.org/officeDocument/2006/relationships/image" Target="../media/image160.png"/><Relationship Id="rId13" Type="http://schemas.openxmlformats.org/officeDocument/2006/relationships/image" Target="../media/image161.png"/><Relationship Id="rId14" Type="http://schemas.openxmlformats.org/officeDocument/2006/relationships/image" Target="../media/image162.png"/><Relationship Id="rId15" Type="http://schemas.openxmlformats.org/officeDocument/2006/relationships/image" Target="../media/image163.png"/><Relationship Id="rId16" Type="http://schemas.openxmlformats.org/officeDocument/2006/relationships/image" Target="../media/image164.png"/><Relationship Id="rId17" Type="http://schemas.openxmlformats.org/officeDocument/2006/relationships/image" Target="../media/image165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Relationship Id="rId8" Type="http://schemas.openxmlformats.org/officeDocument/2006/relationships/image" Target="../media/image170.png"/><Relationship Id="rId9" Type="http://schemas.openxmlformats.org/officeDocument/2006/relationships/image" Target="../media/image171.png"/><Relationship Id="rId10" Type="http://schemas.openxmlformats.org/officeDocument/2006/relationships/image" Target="../media/image172.png"/><Relationship Id="rId11" Type="http://schemas.openxmlformats.org/officeDocument/2006/relationships/image" Target="../media/image173.png"/><Relationship Id="rId12" Type="http://schemas.openxmlformats.org/officeDocument/2006/relationships/image" Target="../media/image174.png"/><Relationship Id="rId13" Type="http://schemas.openxmlformats.org/officeDocument/2006/relationships/image" Target="../media/image175.png"/><Relationship Id="rId14" Type="http://schemas.openxmlformats.org/officeDocument/2006/relationships/image" Target="../media/image176.png"/><Relationship Id="rId15" Type="http://schemas.openxmlformats.org/officeDocument/2006/relationships/image" Target="../media/image177.png"/><Relationship Id="rId16" Type="http://schemas.openxmlformats.org/officeDocument/2006/relationships/image" Target="../media/image178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181.jpg"/><Relationship Id="rId7" Type="http://schemas.openxmlformats.org/officeDocument/2006/relationships/image" Target="../media/image182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83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Relationship Id="rId7" Type="http://schemas.openxmlformats.org/officeDocument/2006/relationships/image" Target="../media/image186.png"/><Relationship Id="rId8" Type="http://schemas.openxmlformats.org/officeDocument/2006/relationships/image" Target="../media/image187.png"/><Relationship Id="rId9" Type="http://schemas.openxmlformats.org/officeDocument/2006/relationships/image" Target="../media/image188.png"/><Relationship Id="rId10" Type="http://schemas.openxmlformats.org/officeDocument/2006/relationships/image" Target="../media/image189.png"/><Relationship Id="rId11" Type="http://schemas.openxmlformats.org/officeDocument/2006/relationships/image" Target="../media/image190.png"/><Relationship Id="rId12" Type="http://schemas.openxmlformats.org/officeDocument/2006/relationships/image" Target="../media/image191.png"/><Relationship Id="rId13" Type="http://schemas.openxmlformats.org/officeDocument/2006/relationships/image" Target="../media/image192.png"/><Relationship Id="rId14" Type="http://schemas.openxmlformats.org/officeDocument/2006/relationships/image" Target="../media/image193.png"/><Relationship Id="rId15" Type="http://schemas.openxmlformats.org/officeDocument/2006/relationships/image" Target="../media/image194.png"/><Relationship Id="rId16" Type="http://schemas.openxmlformats.org/officeDocument/2006/relationships/image" Target="../media/image19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196.jpg"/><Relationship Id="rId5" Type="http://schemas.openxmlformats.org/officeDocument/2006/relationships/image" Target="../media/image197.jpg"/><Relationship Id="rId6" Type="http://schemas.openxmlformats.org/officeDocument/2006/relationships/image" Target="../media/image198.jpg"/><Relationship Id="rId7" Type="http://schemas.openxmlformats.org/officeDocument/2006/relationships/image" Target="../media/image199.jpg"/><Relationship Id="rId8" Type="http://schemas.openxmlformats.org/officeDocument/2006/relationships/image" Target="../media/image200.png"/><Relationship Id="rId9" Type="http://schemas.openxmlformats.org/officeDocument/2006/relationships/image" Target="../media/image201.jpg"/><Relationship Id="rId10" Type="http://schemas.openxmlformats.org/officeDocument/2006/relationships/image" Target="../media/image202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image" Target="../media/image203.png"/><Relationship Id="rId5" Type="http://schemas.openxmlformats.org/officeDocument/2006/relationships/image" Target="../media/image204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slide" Target="slide2.xml"/><Relationship Id="rId4" Type="http://schemas.openxmlformats.org/officeDocument/2006/relationships/hyperlink" Target="mailto:ramses.dingenouts@heineken.com" TargetMode="External"/><Relationship Id="rId5" Type="http://schemas.openxmlformats.org/officeDocument/2006/relationships/hyperlink" Target="mailto:paul.mak@heineken.com" TargetMode="External"/><Relationship Id="rId6" Type="http://schemas.openxmlformats.org/officeDocument/2006/relationships/hyperlink" Target="mailto:claudia.vos@heineken.com" TargetMode="External"/><Relationship Id="rId7" Type="http://schemas.openxmlformats.org/officeDocument/2006/relationships/hyperlink" Target="mailto:assetfactory@itg.co.uk" TargetMode="External"/><Relationship Id="rId8" Type="http://schemas.openxmlformats.org/officeDocument/2006/relationships/hyperlink" Target="mailto:aishamasood@itg.co.uk" TargetMode="External"/><Relationship Id="rId9" Type="http://schemas.openxmlformats.org/officeDocument/2006/relationships/hyperlink" Target="mailto:kimwade@itg.co.uk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2140" y="489991"/>
            <a:ext cx="30524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500" spc="85" b="1">
                <a:solidFill>
                  <a:srgbClr val="FFFFFF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2567" sz="2175" spc="127" b="1">
                <a:solidFill>
                  <a:srgbClr val="FFFFFF"/>
                </a:solidFill>
                <a:latin typeface="Bookman Old Style"/>
                <a:cs typeface="Bookman Old Style"/>
              </a:rPr>
              <a:t>®</a:t>
            </a:r>
            <a:r>
              <a:rPr dirty="0" baseline="32567" sz="2175" spc="359" b="1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z="2500" spc="120" b="1">
                <a:solidFill>
                  <a:srgbClr val="FFFFFF"/>
                </a:solidFill>
                <a:latin typeface="Bookman Old Style"/>
                <a:cs typeface="Bookman Old Style"/>
              </a:rPr>
              <a:t>Brand</a:t>
            </a:r>
            <a:endParaRPr sz="2500">
              <a:latin typeface="Bookman Old Style"/>
              <a:cs typeface="Bookman Old Styl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67752" y="842889"/>
            <a:ext cx="4396740" cy="669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4200" spc="155" b="1">
                <a:solidFill>
                  <a:srgbClr val="FFFFFF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1746" sz="3675" spc="232" b="1">
                <a:solidFill>
                  <a:srgbClr val="FFFFFF"/>
                </a:solidFill>
                <a:latin typeface="Bookman Old Style"/>
                <a:cs typeface="Bookman Old Style"/>
              </a:rPr>
              <a:t>®</a:t>
            </a:r>
            <a:r>
              <a:rPr dirty="0" baseline="31746" sz="3675" spc="585" b="1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z="4200" spc="80" b="1">
                <a:solidFill>
                  <a:srgbClr val="FFFFFF"/>
                </a:solidFill>
                <a:latin typeface="Bookman Old Style"/>
                <a:cs typeface="Bookman Old Style"/>
              </a:rPr>
              <a:t>360</a:t>
            </a:r>
            <a:endParaRPr sz="4200">
              <a:latin typeface="Bookman Old Style"/>
              <a:cs typeface="Bookman Old Styl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37677" y="1454059"/>
            <a:ext cx="2240915" cy="686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02005" marR="5080" indent="-789940">
              <a:lnSpc>
                <a:spcPct val="111200"/>
              </a:lnSpc>
              <a:spcBef>
                <a:spcPts val="95"/>
              </a:spcBef>
            </a:pPr>
            <a:r>
              <a:rPr dirty="0" sz="1950" spc="85" b="1">
                <a:solidFill>
                  <a:srgbClr val="FFFFFF"/>
                </a:solidFill>
                <a:latin typeface="Bookman Old Style"/>
                <a:cs typeface="Bookman Old Style"/>
              </a:rPr>
              <a:t>Logo</a:t>
            </a:r>
            <a:r>
              <a:rPr dirty="0" sz="1950" spc="-75" b="1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dirty="0" sz="1950" spc="75" b="1">
                <a:solidFill>
                  <a:srgbClr val="FFFFFF"/>
                </a:solidFill>
                <a:latin typeface="Bookman Old Style"/>
                <a:cs typeface="Bookman Old Style"/>
              </a:rPr>
              <a:t>Guidelines </a:t>
            </a:r>
            <a:r>
              <a:rPr dirty="0" sz="1950" spc="-20" b="1">
                <a:solidFill>
                  <a:srgbClr val="C6C6C6"/>
                </a:solidFill>
                <a:latin typeface="Bookman Old Style"/>
                <a:cs typeface="Bookman Old Style"/>
              </a:rPr>
              <a:t>2019</a:t>
            </a:r>
            <a:endParaRPr sz="1950">
              <a:latin typeface="Bookman Old Style"/>
              <a:cs typeface="Bookman Old Sty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086907" y="6795766"/>
            <a:ext cx="1219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20">
                <a:solidFill>
                  <a:srgbClr val="FFFFFF"/>
                </a:solidFill>
                <a:latin typeface="Palatino Linotype"/>
                <a:cs typeface="Palatino Linotype"/>
              </a:rPr>
              <a:t>Version:</a:t>
            </a:r>
            <a:r>
              <a:rPr dirty="0" sz="900" spc="15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00" spc="20">
                <a:solidFill>
                  <a:srgbClr val="FFFFFF"/>
                </a:solidFill>
                <a:latin typeface="Palatino Linotype"/>
                <a:cs typeface="Palatino Linotype"/>
              </a:rPr>
              <a:t>August</a:t>
            </a:r>
            <a:r>
              <a:rPr dirty="0" sz="900" spc="15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Palatino Linotype"/>
                <a:cs typeface="Palatino Linotype"/>
              </a:rPr>
              <a:t>2019</a:t>
            </a:r>
            <a:endParaRPr sz="9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18603" y="2028279"/>
            <a:ext cx="4104004" cy="20853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62560" marR="55880" indent="-635">
              <a:lnSpc>
                <a:spcPct val="150000"/>
              </a:lnSpc>
              <a:spcBef>
                <a:spcPts val="100"/>
              </a:spcBef>
              <a:tabLst>
                <a:tab pos="3890645" algn="l"/>
                <a:tab pos="3909695" algn="l"/>
              </a:tabLst>
            </a:pP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Heine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k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en</a:t>
            </a:r>
            <a:r>
              <a:rPr dirty="0" baseline="13888" sz="1200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®</a:t>
            </a:r>
            <a:r>
              <a:rPr dirty="0" baseline="13888" sz="1200" spc="284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light</a:t>
            </a:r>
            <a:r>
              <a:rPr dirty="0" sz="1000" spc="140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logo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 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4" action="ppaction://hlinksldjump"/>
              </a:rPr>
              <a:t>		</a:t>
            </a:r>
            <a:r>
              <a:rPr dirty="0" sz="1000" spc="-25">
                <a:solidFill>
                  <a:srgbClr val="007F2D"/>
                </a:solidFill>
                <a:latin typeface="Palatino Linotype"/>
                <a:cs typeface="Palatino Linotype"/>
                <a:hlinkClick r:id="rId4" action="ppaction://hlinksldjump"/>
              </a:rPr>
              <a:t>21</a:t>
            </a:r>
            <a:r>
              <a:rPr dirty="0" sz="1000" spc="-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Heineken</a:t>
            </a:r>
            <a:r>
              <a:rPr dirty="0" baseline="13888" sz="1200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®</a:t>
            </a:r>
            <a:r>
              <a:rPr dirty="0" baseline="13888" sz="1200" spc="284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light</a:t>
            </a:r>
            <a:r>
              <a:rPr dirty="0" sz="1000" spc="140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standard</a:t>
            </a:r>
            <a:r>
              <a:rPr dirty="0" sz="1000" spc="140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logo</a:t>
            </a:r>
            <a:r>
              <a:rPr dirty="0" sz="1000" spc="145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overview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5" action="ppaction://hlinksldjump"/>
              </a:rPr>
              <a:t>	</a:t>
            </a:r>
            <a:r>
              <a:rPr dirty="0" u="sng" sz="1000" spc="-65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dirty="0" sz="1000" spc="-30">
                <a:solidFill>
                  <a:srgbClr val="007F2D"/>
                </a:solidFill>
                <a:latin typeface="Palatino Linotype"/>
                <a:cs typeface="Palatino Linotype"/>
                <a:hlinkClick r:id="rId5" action="ppaction://hlinksldjump"/>
              </a:rPr>
              <a:t>23</a:t>
            </a:r>
            <a:r>
              <a:rPr dirty="0" sz="1000" spc="-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Heineken</a:t>
            </a:r>
            <a:r>
              <a:rPr dirty="0" baseline="13888" sz="120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®</a:t>
            </a:r>
            <a:r>
              <a:rPr dirty="0" baseline="13888" sz="1200" spc="262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light</a:t>
            </a:r>
            <a:r>
              <a:rPr dirty="0" sz="1000" spc="14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vertical</a:t>
            </a:r>
            <a:r>
              <a:rPr dirty="0" sz="1000" spc="135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logo</a:t>
            </a:r>
            <a:r>
              <a:rPr dirty="0" sz="1000" spc="14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 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overview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6" action="ppaction://hlinksldjump"/>
              </a:rPr>
              <a:t>	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  <a:hlinkClick r:id="rId6" action="ppaction://hlinksldjump"/>
              </a:rPr>
              <a:t>24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Heineken</a:t>
            </a:r>
            <a:r>
              <a:rPr dirty="0" baseline="13888" sz="120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®</a:t>
            </a:r>
            <a:r>
              <a:rPr dirty="0" baseline="13888" sz="1200" spc="284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light</a:t>
            </a:r>
            <a:r>
              <a:rPr dirty="0" sz="1000" spc="14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logo</a:t>
            </a:r>
            <a:r>
              <a:rPr dirty="0" sz="1000" spc="145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 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overview</a:t>
            </a:r>
            <a:r>
              <a:rPr dirty="0" sz="1000" spc="14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 </a:t>
            </a:r>
            <a:r>
              <a:rPr dirty="0" sz="1000" spc="5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exceptions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7" action="ppaction://hlinksldjump"/>
              </a:rPr>
              <a:t>	</a:t>
            </a:r>
            <a:r>
              <a:rPr dirty="0" u="sng" sz="1000" spc="-22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7" action="ppaction://hlinksldjump"/>
              </a:rPr>
              <a:t> </a:t>
            </a:r>
            <a:r>
              <a:rPr dirty="0" sz="1000" spc="50">
                <a:solidFill>
                  <a:srgbClr val="007F2D"/>
                </a:solidFill>
                <a:latin typeface="Palatino Linotype"/>
                <a:cs typeface="Palatino Linotype"/>
                <a:hlinkClick r:id="rId7" action="ppaction://hlinksldjump"/>
              </a:rPr>
              <a:t>25</a:t>
            </a:r>
            <a:endParaRPr sz="1000">
              <a:latin typeface="Palatino Linotype"/>
              <a:cs typeface="Palatino Linotype"/>
            </a:endParaRPr>
          </a:p>
          <a:p>
            <a:pPr algn="just" marL="162560" marR="58419">
              <a:lnSpc>
                <a:spcPct val="150000"/>
              </a:lnSpc>
              <a:spcBef>
                <a:spcPts val="900"/>
              </a:spcBef>
              <a:tabLst>
                <a:tab pos="3898265" algn="l"/>
              </a:tabLst>
            </a:pP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8" action="ppaction://hlinksldjump"/>
              </a:rPr>
              <a:t>Logo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  <a:hlinkClick r:id="rId8" action="ppaction://hlinksldjump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8" action="ppaction://hlinksldjump"/>
              </a:rPr>
              <a:t>inspiration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  <a:hlinkClick r:id="rId8" action="ppaction://hlinksldjump"/>
              </a:rPr>
              <a:t> 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8" action="ppaction://hlinksldjump"/>
              </a:rPr>
              <a:t>	</a:t>
            </a:r>
            <a:r>
              <a:rPr dirty="0" u="sng" sz="1000" spc="-65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8" action="ppaction://hlinksldjump"/>
              </a:rPr>
              <a:t> </a:t>
            </a:r>
            <a:r>
              <a:rPr dirty="0" sz="1000" spc="-70">
                <a:solidFill>
                  <a:srgbClr val="007F2D"/>
                </a:solidFill>
                <a:latin typeface="Palatino Linotype"/>
                <a:cs typeface="Palatino Linotype"/>
                <a:hlinkClick r:id="rId8" action="ppaction://hlinksldjump"/>
              </a:rPr>
              <a:t>27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  <a:hlinkClick r:id="rId9" action="ppaction://hlinksldjump"/>
              </a:rPr>
              <a:t>Colours 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9" action="ppaction://hlinksldjump"/>
              </a:rPr>
              <a:t>	</a:t>
            </a:r>
            <a:r>
              <a:rPr dirty="0" sz="1000" spc="-25">
                <a:solidFill>
                  <a:srgbClr val="007F2D"/>
                </a:solidFill>
                <a:latin typeface="Palatino Linotype"/>
                <a:cs typeface="Palatino Linotype"/>
                <a:hlinkClick r:id="rId9" action="ppaction://hlinksldjump"/>
              </a:rPr>
              <a:t>28</a:t>
            </a:r>
            <a:r>
              <a:rPr dirty="0" sz="1000" spc="-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  <a:hlinkClick r:id="rId10" action="ppaction://hlinksldjump"/>
              </a:rPr>
              <a:t>Logoset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  <a:hlinkClick r:id="rId10" action="ppaction://hlinksldjump"/>
              </a:rPr>
              <a:t> </a:t>
            </a:r>
            <a:r>
              <a:rPr dirty="0" sz="1000" spc="50">
                <a:solidFill>
                  <a:srgbClr val="007F2D"/>
                </a:solidFill>
                <a:latin typeface="Palatino Linotype"/>
                <a:cs typeface="Palatino Linotype"/>
                <a:hlinkClick r:id="rId10" action="ppaction://hlinksldjump"/>
              </a:rPr>
              <a:t>navigation</a:t>
            </a:r>
            <a:r>
              <a:rPr dirty="0" sz="1000" spc="10">
                <a:solidFill>
                  <a:srgbClr val="007F2D"/>
                </a:solidFill>
                <a:latin typeface="Palatino Linotype"/>
                <a:cs typeface="Palatino Linotype"/>
                <a:hlinkClick r:id="rId10" action="ppaction://hlinksldjump"/>
              </a:rPr>
              <a:t> 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10" action="ppaction://hlinksldjump"/>
              </a:rPr>
              <a:t>	</a:t>
            </a:r>
            <a:r>
              <a:rPr dirty="0" u="sng" sz="1000" spc="-254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10" action="ppaction://hlinksldjump"/>
              </a:rPr>
              <a:t> </a:t>
            </a:r>
            <a:r>
              <a:rPr dirty="0" sz="1000" spc="-30">
                <a:solidFill>
                  <a:srgbClr val="007F2D"/>
                </a:solidFill>
                <a:latin typeface="Palatino Linotype"/>
                <a:cs typeface="Palatino Linotype"/>
                <a:hlinkClick r:id="rId10" action="ppaction://hlinksldjump"/>
              </a:rPr>
              <a:t>29</a:t>
            </a:r>
            <a:endParaRPr sz="10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Palatino Linotype"/>
              <a:cs typeface="Palatino Linotype"/>
            </a:endParaRPr>
          </a:p>
          <a:p>
            <a:pPr marL="25400">
              <a:lnSpc>
                <a:spcPct val="100000"/>
              </a:lnSpc>
              <a:tabLst>
                <a:tab pos="3890645" algn="l"/>
              </a:tabLst>
            </a:pPr>
            <a:r>
              <a:rPr dirty="0" sz="1100" spc="70">
                <a:solidFill>
                  <a:srgbClr val="007F2D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r>
              <a:rPr dirty="0" sz="1100" spc="-15">
                <a:solidFill>
                  <a:srgbClr val="007F2D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dirty="0" sz="1100" spc="75">
                <a:solidFill>
                  <a:srgbClr val="007F2D"/>
                </a:solidFill>
                <a:latin typeface="Palatino Linotype"/>
                <a:cs typeface="Palatino Linotype"/>
                <a:hlinkClick r:id="rId2" action="ppaction://hlinksldjump"/>
              </a:rPr>
              <a:t>information</a:t>
            </a:r>
            <a:r>
              <a:rPr dirty="0" u="sng" sz="100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2" action="ppaction://hlinksldjump"/>
              </a:rPr>
              <a:t>	</a:t>
            </a:r>
            <a:r>
              <a:rPr dirty="0" sz="1000" spc="50">
                <a:solidFill>
                  <a:srgbClr val="007F2D"/>
                </a:solidFill>
                <a:latin typeface="Palatino Linotype"/>
                <a:cs typeface="Palatino Linotype"/>
                <a:hlinkClick r:id="rId2" action="ppaction://hlinksldjump"/>
              </a:rPr>
              <a:t>30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12699" y="603960"/>
            <a:ext cx="5358130" cy="837565"/>
          </a:xfrm>
          <a:prstGeom prst="rect"/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  <a:tabLst>
                <a:tab pos="39541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Content</a:t>
            </a:r>
          </a:p>
          <a:p>
            <a:pPr marL="3201035">
              <a:lnSpc>
                <a:spcPct val="100000"/>
              </a:lnSpc>
              <a:spcBef>
                <a:spcPts val="580"/>
              </a:spcBef>
            </a:pPr>
            <a:r>
              <a:rPr dirty="0" sz="1100" spc="30" b="0">
                <a:latin typeface="Palatino Linotype"/>
                <a:cs typeface="Palatino Linotype"/>
              </a:rPr>
              <a:t>Heineken®</a:t>
            </a:r>
            <a:r>
              <a:rPr dirty="0" sz="1100" spc="45" b="0">
                <a:latin typeface="Palatino Linotype"/>
                <a:cs typeface="Palatino Linotype"/>
              </a:rPr>
              <a:t> </a:t>
            </a:r>
            <a:r>
              <a:rPr dirty="0" sz="1100" spc="30" b="0">
                <a:latin typeface="Palatino Linotype"/>
                <a:cs typeface="Palatino Linotype"/>
              </a:rPr>
              <a:t>logo</a:t>
            </a:r>
            <a:r>
              <a:rPr dirty="0" sz="1100" spc="45" b="0">
                <a:latin typeface="Palatino Linotype"/>
                <a:cs typeface="Palatino Linotype"/>
              </a:rPr>
              <a:t> </a:t>
            </a:r>
            <a:r>
              <a:rPr dirty="0" sz="1100" spc="30" b="0">
                <a:latin typeface="Palatino Linotype"/>
                <a:cs typeface="Palatino Linotype"/>
              </a:rPr>
              <a:t>guidelines</a:t>
            </a:r>
            <a:r>
              <a:rPr dirty="0" sz="1100" spc="45" b="0">
                <a:latin typeface="Palatino Linotype"/>
                <a:cs typeface="Palatino Linotype"/>
              </a:rPr>
              <a:t> </a:t>
            </a:r>
            <a:r>
              <a:rPr dirty="0" sz="1100" spc="-20" b="0">
                <a:latin typeface="Palatino Linotype"/>
                <a:cs typeface="Palatino Linotype"/>
              </a:rPr>
              <a:t>2019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63500">
              <a:lnSpc>
                <a:spcPct val="100000"/>
              </a:lnSpc>
              <a:spcBef>
                <a:spcPts val="100"/>
              </a:spcBef>
              <a:tabLst>
                <a:tab pos="4006215" algn="l"/>
              </a:tabLst>
            </a:pPr>
            <a:r>
              <a:rPr dirty="0" spc="75">
                <a:hlinkClick r:id="rId11" action="ppaction://hlinksldjump"/>
              </a:rPr>
              <a:t>Introduction</a:t>
            </a:r>
            <a:r>
              <a:rPr dirty="0" spc="-20">
                <a:hlinkClick r:id="rId11" action="ppaction://hlinksldjump"/>
              </a:rPr>
              <a:t> </a:t>
            </a:r>
            <a:r>
              <a:rPr dirty="0" u="sng">
                <a:uFill>
                  <a:solidFill>
                    <a:srgbClr val="007F2D"/>
                  </a:solidFill>
                </a:uFill>
                <a:hlinkClick r:id="rId11" action="ppaction://hlinksldjump"/>
              </a:rPr>
              <a:t>	</a:t>
            </a:r>
            <a:r>
              <a:rPr dirty="0" sz="1000" spc="15">
                <a:hlinkClick r:id="rId11" action="ppaction://hlinksldjump"/>
              </a:rPr>
              <a:t>3</a:t>
            </a:r>
            <a:endParaRPr sz="1000"/>
          </a:p>
          <a:p>
            <a:pPr algn="just" marL="200025" marR="55880" indent="-137160">
              <a:lnSpc>
                <a:spcPct val="148800"/>
              </a:lnSpc>
              <a:spcBef>
                <a:spcPts val="735"/>
              </a:spcBef>
              <a:tabLst>
                <a:tab pos="3939540" algn="l"/>
                <a:tab pos="4005579" algn="l"/>
                <a:tab pos="4077970" algn="l"/>
              </a:tabLst>
            </a:pPr>
            <a:r>
              <a:rPr dirty="0" spc="45"/>
              <a:t>Heineken</a:t>
            </a:r>
            <a:r>
              <a:rPr dirty="0" baseline="12345" sz="1350" spc="67"/>
              <a:t>® </a:t>
            </a:r>
            <a:r>
              <a:rPr dirty="0" sz="1100" spc="65"/>
              <a:t>logos</a:t>
            </a:r>
            <a:r>
              <a:rPr dirty="0" sz="1100" spc="20"/>
              <a:t> </a:t>
            </a:r>
            <a:r>
              <a:rPr dirty="0" sz="1100" spc="65"/>
              <a:t>overview</a:t>
            </a:r>
            <a:r>
              <a:rPr dirty="0" sz="1100" spc="20"/>
              <a:t> </a:t>
            </a:r>
            <a:r>
              <a:rPr dirty="0" u="sng" sz="1100">
                <a:uFill>
                  <a:solidFill>
                    <a:srgbClr val="007F2D"/>
                  </a:solidFill>
                </a:uFill>
              </a:rPr>
              <a:t>			</a:t>
            </a:r>
            <a:r>
              <a:rPr dirty="0" sz="1100"/>
              <a:t> </a:t>
            </a:r>
            <a:r>
              <a:rPr dirty="0" sz="1000">
                <a:hlinkClick r:id="rId12" action="ppaction://hlinksldjump"/>
              </a:rPr>
              <a:t>Heineken</a:t>
            </a:r>
            <a:r>
              <a:rPr dirty="0" baseline="13888" sz="1200">
                <a:hlinkClick r:id="rId12" action="ppaction://hlinksldjump"/>
              </a:rPr>
              <a:t>®</a:t>
            </a:r>
            <a:r>
              <a:rPr dirty="0" baseline="13888" sz="1200" spc="179">
                <a:hlinkClick r:id="rId12" action="ppaction://hlinksldjump"/>
              </a:rPr>
              <a:t> </a:t>
            </a:r>
            <a:r>
              <a:rPr dirty="0" sz="1000" spc="60">
                <a:hlinkClick r:id="rId12" action="ppaction://hlinksldjump"/>
              </a:rPr>
              <a:t>brand</a:t>
            </a:r>
            <a:r>
              <a:rPr dirty="0" sz="1000" spc="70">
                <a:hlinkClick r:id="rId12" action="ppaction://hlinksldjump"/>
              </a:rPr>
              <a:t> </a:t>
            </a:r>
            <a:r>
              <a:rPr dirty="0" sz="1000">
                <a:hlinkClick r:id="rId12" action="ppaction://hlinksldjump"/>
              </a:rPr>
              <a:t>logo</a:t>
            </a:r>
            <a:r>
              <a:rPr dirty="0" sz="1000" spc="15">
                <a:hlinkClick r:id="rId12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2" action="ppaction://hlinksldjump"/>
              </a:rPr>
              <a:t>		</a:t>
            </a:r>
            <a:r>
              <a:rPr dirty="0" u="sng" sz="1000" spc="-65">
                <a:uFill>
                  <a:solidFill>
                    <a:srgbClr val="007F2D"/>
                  </a:solidFill>
                </a:uFill>
                <a:hlinkClick r:id="rId12" action="ppaction://hlinksldjump"/>
              </a:rPr>
              <a:t> </a:t>
            </a:r>
            <a:r>
              <a:rPr dirty="0" sz="1000" spc="-160">
                <a:hlinkClick r:id="rId12" action="ppaction://hlinksldjump"/>
              </a:rPr>
              <a:t>5</a:t>
            </a:r>
            <a:r>
              <a:rPr dirty="0" sz="1000"/>
              <a:t> </a:t>
            </a:r>
            <a:r>
              <a:rPr dirty="0" sz="1000">
                <a:hlinkClick r:id="rId13" action="ppaction://hlinksldjump"/>
              </a:rPr>
              <a:t>Heineken</a:t>
            </a:r>
            <a:r>
              <a:rPr dirty="0" baseline="13888" sz="1200">
                <a:hlinkClick r:id="rId13" action="ppaction://hlinksldjump"/>
              </a:rPr>
              <a:t>®</a:t>
            </a:r>
            <a:r>
              <a:rPr dirty="0" baseline="13888" sz="1200" spc="179">
                <a:hlinkClick r:id="rId13" action="ppaction://hlinksldjump"/>
              </a:rPr>
              <a:t> </a:t>
            </a:r>
            <a:r>
              <a:rPr dirty="0" sz="1000" spc="60">
                <a:hlinkClick r:id="rId13" action="ppaction://hlinksldjump"/>
              </a:rPr>
              <a:t>brand</a:t>
            </a:r>
            <a:r>
              <a:rPr dirty="0" sz="1000" spc="70">
                <a:hlinkClick r:id="rId13" action="ppaction://hlinksldjump"/>
              </a:rPr>
              <a:t> </a:t>
            </a:r>
            <a:r>
              <a:rPr dirty="0" sz="1000" spc="55">
                <a:hlinkClick r:id="rId13" action="ppaction://hlinksldjump"/>
              </a:rPr>
              <a:t>standard</a:t>
            </a:r>
            <a:r>
              <a:rPr dirty="0" sz="1000" spc="75">
                <a:hlinkClick r:id="rId13" action="ppaction://hlinksldjump"/>
              </a:rPr>
              <a:t> </a:t>
            </a:r>
            <a:r>
              <a:rPr dirty="0" sz="1000">
                <a:hlinkClick r:id="rId13" action="ppaction://hlinksldjump"/>
              </a:rPr>
              <a:t>logo</a:t>
            </a:r>
            <a:r>
              <a:rPr dirty="0" sz="1000" spc="70">
                <a:hlinkClick r:id="rId13" action="ppaction://hlinksldjump"/>
              </a:rPr>
              <a:t> </a:t>
            </a:r>
            <a:r>
              <a:rPr dirty="0" sz="1000" spc="45">
                <a:hlinkClick r:id="rId13" action="ppaction://hlinksldjump"/>
              </a:rPr>
              <a:t>overview</a:t>
            </a:r>
            <a:r>
              <a:rPr dirty="0" sz="1000" spc="20">
                <a:hlinkClick r:id="rId13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3" action="ppaction://hlinksldjump"/>
              </a:rPr>
              <a:t>		</a:t>
            </a:r>
            <a:r>
              <a:rPr dirty="0" u="sng" sz="1000" spc="-65">
                <a:uFill>
                  <a:solidFill>
                    <a:srgbClr val="007F2D"/>
                  </a:solidFill>
                </a:uFill>
                <a:hlinkClick r:id="rId13" action="ppaction://hlinksldjump"/>
              </a:rPr>
              <a:t> </a:t>
            </a:r>
            <a:r>
              <a:rPr dirty="0" sz="1000" spc="-160">
                <a:hlinkClick r:id="rId13" action="ppaction://hlinksldjump"/>
              </a:rPr>
              <a:t>7</a:t>
            </a:r>
            <a:r>
              <a:rPr dirty="0" sz="1000"/>
              <a:t> </a:t>
            </a:r>
            <a:r>
              <a:rPr dirty="0" sz="1000">
                <a:hlinkClick r:id="rId14" action="ppaction://hlinksldjump"/>
              </a:rPr>
              <a:t>Heineken</a:t>
            </a:r>
            <a:r>
              <a:rPr dirty="0" baseline="13888" sz="1200">
                <a:hlinkClick r:id="rId14" action="ppaction://hlinksldjump"/>
              </a:rPr>
              <a:t>®</a:t>
            </a:r>
            <a:r>
              <a:rPr dirty="0" baseline="13888" sz="1200" spc="195">
                <a:hlinkClick r:id="rId14" action="ppaction://hlinksldjump"/>
              </a:rPr>
              <a:t> </a:t>
            </a:r>
            <a:r>
              <a:rPr dirty="0" sz="1000" spc="60">
                <a:hlinkClick r:id="rId14" action="ppaction://hlinksldjump"/>
              </a:rPr>
              <a:t>brand</a:t>
            </a:r>
            <a:r>
              <a:rPr dirty="0" sz="1000" spc="80">
                <a:hlinkClick r:id="rId14" action="ppaction://hlinksldjump"/>
              </a:rPr>
              <a:t> </a:t>
            </a:r>
            <a:r>
              <a:rPr dirty="0" sz="1000" spc="55">
                <a:hlinkClick r:id="rId14" action="ppaction://hlinksldjump"/>
              </a:rPr>
              <a:t>vertical</a:t>
            </a:r>
            <a:r>
              <a:rPr dirty="0" sz="1000" spc="80">
                <a:hlinkClick r:id="rId14" action="ppaction://hlinksldjump"/>
              </a:rPr>
              <a:t> </a:t>
            </a:r>
            <a:r>
              <a:rPr dirty="0" sz="1000">
                <a:hlinkClick r:id="rId14" action="ppaction://hlinksldjump"/>
              </a:rPr>
              <a:t>logo</a:t>
            </a:r>
            <a:r>
              <a:rPr dirty="0" sz="1000" spc="80">
                <a:hlinkClick r:id="rId14" action="ppaction://hlinksldjump"/>
              </a:rPr>
              <a:t> </a:t>
            </a:r>
            <a:r>
              <a:rPr dirty="0" sz="1000" spc="45">
                <a:hlinkClick r:id="rId14" action="ppaction://hlinksldjump"/>
              </a:rPr>
              <a:t>overview</a:t>
            </a:r>
            <a:r>
              <a:rPr dirty="0" sz="1000" spc="75">
                <a:hlinkClick r:id="rId14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4" action="ppaction://hlinksldjump"/>
              </a:rPr>
              <a:t>		</a:t>
            </a:r>
            <a:r>
              <a:rPr dirty="0" sz="1000" spc="20">
                <a:hlinkClick r:id="rId14" action="ppaction://hlinksldjump"/>
              </a:rPr>
              <a:t>8</a:t>
            </a:r>
            <a:r>
              <a:rPr dirty="0" sz="1000" spc="20"/>
              <a:t> </a:t>
            </a:r>
            <a:r>
              <a:rPr dirty="0" sz="1000">
                <a:hlinkClick r:id="rId15" action="ppaction://hlinksldjump"/>
              </a:rPr>
              <a:t>Heineken</a:t>
            </a:r>
            <a:r>
              <a:rPr dirty="0" baseline="13888" sz="1200">
                <a:hlinkClick r:id="rId15" action="ppaction://hlinksldjump"/>
              </a:rPr>
              <a:t>®</a:t>
            </a:r>
            <a:r>
              <a:rPr dirty="0" baseline="13888" sz="1200" spc="202">
                <a:hlinkClick r:id="rId15" action="ppaction://hlinksldjump"/>
              </a:rPr>
              <a:t> </a:t>
            </a:r>
            <a:r>
              <a:rPr dirty="0" sz="1000" spc="60">
                <a:hlinkClick r:id="rId15" action="ppaction://hlinksldjump"/>
              </a:rPr>
              <a:t>brand</a:t>
            </a:r>
            <a:r>
              <a:rPr dirty="0" sz="1000" spc="90">
                <a:hlinkClick r:id="rId15" action="ppaction://hlinksldjump"/>
              </a:rPr>
              <a:t> </a:t>
            </a:r>
            <a:r>
              <a:rPr dirty="0" sz="1000">
                <a:hlinkClick r:id="rId15" action="ppaction://hlinksldjump"/>
              </a:rPr>
              <a:t>logo</a:t>
            </a:r>
            <a:r>
              <a:rPr dirty="0" sz="1000" spc="85">
                <a:hlinkClick r:id="rId15" action="ppaction://hlinksldjump"/>
              </a:rPr>
              <a:t> </a:t>
            </a:r>
            <a:r>
              <a:rPr dirty="0" sz="1000" spc="60">
                <a:hlinkClick r:id="rId15" action="ppaction://hlinksldjump"/>
              </a:rPr>
              <a:t>exceptions</a:t>
            </a:r>
            <a:r>
              <a:rPr dirty="0" sz="1000" spc="35">
                <a:hlinkClick r:id="rId15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5" action="ppaction://hlinksldjump"/>
              </a:rPr>
              <a:t>		</a:t>
            </a:r>
            <a:r>
              <a:rPr dirty="0" u="sng" sz="1000" spc="-65">
                <a:uFill>
                  <a:solidFill>
                    <a:srgbClr val="007F2D"/>
                  </a:solidFill>
                </a:uFill>
                <a:hlinkClick r:id="rId15" action="ppaction://hlinksldjump"/>
              </a:rPr>
              <a:t> </a:t>
            </a:r>
            <a:r>
              <a:rPr dirty="0" sz="1000" spc="-160">
                <a:hlinkClick r:id="rId15" action="ppaction://hlinksldjump"/>
              </a:rPr>
              <a:t>9</a:t>
            </a:r>
            <a:r>
              <a:rPr dirty="0" sz="1000"/>
              <a:t> </a:t>
            </a:r>
            <a:r>
              <a:rPr dirty="0" sz="1000">
                <a:hlinkClick r:id="rId16" action="ppaction://hlinksldjump"/>
              </a:rPr>
              <a:t>Heineken</a:t>
            </a:r>
            <a:r>
              <a:rPr dirty="0" baseline="13888" sz="1200">
                <a:hlinkClick r:id="rId16" action="ppaction://hlinksldjump"/>
              </a:rPr>
              <a:t>®</a:t>
            </a:r>
            <a:r>
              <a:rPr dirty="0" baseline="13888" sz="1200" spc="179">
                <a:hlinkClick r:id="rId16" action="ppaction://hlinksldjump"/>
              </a:rPr>
              <a:t> </a:t>
            </a:r>
            <a:r>
              <a:rPr dirty="0" sz="1000" spc="60">
                <a:hlinkClick r:id="rId16" action="ppaction://hlinksldjump"/>
              </a:rPr>
              <a:t>brand</a:t>
            </a:r>
            <a:r>
              <a:rPr dirty="0" sz="1000" spc="75">
                <a:hlinkClick r:id="rId16" action="ppaction://hlinksldjump"/>
              </a:rPr>
              <a:t> </a:t>
            </a:r>
            <a:r>
              <a:rPr dirty="0" sz="1000">
                <a:hlinkClick r:id="rId16" action="ppaction://hlinksldjump"/>
              </a:rPr>
              <a:t>logo</a:t>
            </a:r>
            <a:r>
              <a:rPr dirty="0" sz="1000" spc="70">
                <a:hlinkClick r:id="rId16" action="ppaction://hlinksldjump"/>
              </a:rPr>
              <a:t> </a:t>
            </a:r>
            <a:r>
              <a:rPr dirty="0" sz="1000" spc="45">
                <a:hlinkClick r:id="rId16" action="ppaction://hlinksldjump"/>
              </a:rPr>
              <a:t>overview</a:t>
            </a:r>
            <a:r>
              <a:rPr dirty="0" sz="1000" spc="75">
                <a:hlinkClick r:id="rId16" action="ppaction://hlinksldjump"/>
              </a:rPr>
              <a:t> </a:t>
            </a:r>
            <a:r>
              <a:rPr dirty="0" sz="1000" spc="60">
                <a:hlinkClick r:id="rId16" action="ppaction://hlinksldjump"/>
              </a:rPr>
              <a:t>exceptions</a:t>
            </a:r>
            <a:r>
              <a:rPr dirty="0" sz="1000" spc="15">
                <a:hlinkClick r:id="rId16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6" action="ppaction://hlinksldjump"/>
              </a:rPr>
              <a:t>	</a:t>
            </a:r>
            <a:r>
              <a:rPr dirty="0" sz="1000" spc="-25">
                <a:hlinkClick r:id="rId16" action="ppaction://hlinksldjump"/>
              </a:rPr>
              <a:t>10</a:t>
            </a:r>
            <a:endParaRPr sz="1000"/>
          </a:p>
          <a:p>
            <a:pPr algn="just" marL="200660" marR="55880">
              <a:lnSpc>
                <a:spcPct val="150000"/>
              </a:lnSpc>
              <a:spcBef>
                <a:spcPts val="900"/>
              </a:spcBef>
              <a:tabLst>
                <a:tab pos="3947795" algn="l"/>
              </a:tabLst>
            </a:pPr>
            <a:r>
              <a:rPr dirty="0" sz="1000">
                <a:hlinkClick r:id="rId17" action="ppaction://hlinksldjump"/>
              </a:rPr>
              <a:t>Heineken</a:t>
            </a:r>
            <a:r>
              <a:rPr dirty="0" baseline="13888" sz="1200">
                <a:hlinkClick r:id="rId17" action="ppaction://hlinksldjump"/>
              </a:rPr>
              <a:t>®</a:t>
            </a:r>
            <a:r>
              <a:rPr dirty="0" baseline="13888" sz="1200" spc="195">
                <a:hlinkClick r:id="rId17" action="ppaction://hlinksldjump"/>
              </a:rPr>
              <a:t> </a:t>
            </a:r>
            <a:r>
              <a:rPr dirty="0" sz="1000" spc="50">
                <a:hlinkClick r:id="rId17" action="ppaction://hlinksldjump"/>
              </a:rPr>
              <a:t>original</a:t>
            </a:r>
            <a:r>
              <a:rPr dirty="0" sz="1000" spc="80">
                <a:hlinkClick r:id="rId17" action="ppaction://hlinksldjump"/>
              </a:rPr>
              <a:t> </a:t>
            </a:r>
            <a:r>
              <a:rPr dirty="0" sz="1000" spc="65">
                <a:hlinkClick r:id="rId17" action="ppaction://hlinksldjump"/>
              </a:rPr>
              <a:t>lager</a:t>
            </a:r>
            <a:r>
              <a:rPr dirty="0" sz="1000" spc="85">
                <a:hlinkClick r:id="rId17" action="ppaction://hlinksldjump"/>
              </a:rPr>
              <a:t> </a:t>
            </a:r>
            <a:r>
              <a:rPr dirty="0" sz="1000" spc="-20">
                <a:hlinkClick r:id="rId17" action="ppaction://hlinksldjump"/>
              </a:rPr>
              <a:t>logo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7" action="ppaction://hlinksldjump"/>
              </a:rPr>
              <a:t>	</a:t>
            </a:r>
            <a:r>
              <a:rPr dirty="0" u="sng" sz="1000" spc="-65">
                <a:uFill>
                  <a:solidFill>
                    <a:srgbClr val="007F2D"/>
                  </a:solidFill>
                </a:uFill>
                <a:hlinkClick r:id="rId17" action="ppaction://hlinksldjump"/>
              </a:rPr>
              <a:t> </a:t>
            </a:r>
            <a:r>
              <a:rPr dirty="0" sz="1000" spc="-105">
                <a:hlinkClick r:id="rId17" action="ppaction://hlinksldjump"/>
              </a:rPr>
              <a:t>11</a:t>
            </a:r>
            <a:r>
              <a:rPr dirty="0" sz="1000"/>
              <a:t> </a:t>
            </a:r>
            <a:r>
              <a:rPr dirty="0" sz="1000">
                <a:hlinkClick r:id="rId18" action="ppaction://hlinksldjump"/>
              </a:rPr>
              <a:t>Heineken</a:t>
            </a:r>
            <a:r>
              <a:rPr dirty="0" baseline="13888" sz="1200">
                <a:hlinkClick r:id="rId18" action="ppaction://hlinksldjump"/>
              </a:rPr>
              <a:t>®</a:t>
            </a:r>
            <a:r>
              <a:rPr dirty="0" baseline="13888" sz="1200" spc="179">
                <a:hlinkClick r:id="rId18" action="ppaction://hlinksldjump"/>
              </a:rPr>
              <a:t> </a:t>
            </a:r>
            <a:r>
              <a:rPr dirty="0" sz="1000" spc="50">
                <a:hlinkClick r:id="rId18" action="ppaction://hlinksldjump"/>
              </a:rPr>
              <a:t>original</a:t>
            </a:r>
            <a:r>
              <a:rPr dirty="0" sz="1000" spc="80">
                <a:hlinkClick r:id="rId18" action="ppaction://hlinksldjump"/>
              </a:rPr>
              <a:t> </a:t>
            </a:r>
            <a:r>
              <a:rPr dirty="0" sz="1000" spc="65">
                <a:hlinkClick r:id="rId18" action="ppaction://hlinksldjump"/>
              </a:rPr>
              <a:t>lager</a:t>
            </a:r>
            <a:r>
              <a:rPr dirty="0" sz="1000" spc="80">
                <a:hlinkClick r:id="rId18" action="ppaction://hlinksldjump"/>
              </a:rPr>
              <a:t> </a:t>
            </a:r>
            <a:r>
              <a:rPr dirty="0" sz="1000">
                <a:hlinkClick r:id="rId18" action="ppaction://hlinksldjump"/>
              </a:rPr>
              <a:t>logo</a:t>
            </a:r>
            <a:r>
              <a:rPr dirty="0" sz="1000" spc="80">
                <a:hlinkClick r:id="rId18" action="ppaction://hlinksldjump"/>
              </a:rPr>
              <a:t> </a:t>
            </a:r>
            <a:r>
              <a:rPr dirty="0" sz="1000" spc="45">
                <a:hlinkClick r:id="rId18" action="ppaction://hlinksldjump"/>
              </a:rPr>
              <a:t>overview</a:t>
            </a:r>
            <a:r>
              <a:rPr dirty="0" sz="1000" spc="25">
                <a:hlinkClick r:id="rId18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8" action="ppaction://hlinksldjump"/>
              </a:rPr>
              <a:t>	</a:t>
            </a:r>
            <a:r>
              <a:rPr dirty="0" sz="1000" spc="-25">
                <a:hlinkClick r:id="rId18" action="ppaction://hlinksldjump"/>
              </a:rPr>
              <a:t>12</a:t>
            </a:r>
            <a:r>
              <a:rPr dirty="0" sz="1000" spc="-25"/>
              <a:t> </a:t>
            </a:r>
            <a:r>
              <a:rPr dirty="0" sz="1000">
                <a:hlinkClick r:id="rId19" action="ppaction://hlinksldjump"/>
              </a:rPr>
              <a:t>Heineken</a:t>
            </a:r>
            <a:r>
              <a:rPr dirty="0" baseline="13888" sz="1200">
                <a:hlinkClick r:id="rId19" action="ppaction://hlinksldjump"/>
              </a:rPr>
              <a:t>®</a:t>
            </a:r>
            <a:r>
              <a:rPr dirty="0" baseline="13888" sz="1200" spc="172">
                <a:hlinkClick r:id="rId19" action="ppaction://hlinksldjump"/>
              </a:rPr>
              <a:t> </a:t>
            </a:r>
            <a:r>
              <a:rPr dirty="0" sz="1000" spc="50">
                <a:hlinkClick r:id="rId19" action="ppaction://hlinksldjump"/>
              </a:rPr>
              <a:t>original</a:t>
            </a:r>
            <a:r>
              <a:rPr dirty="0" sz="1000" spc="65">
                <a:hlinkClick r:id="rId19" action="ppaction://hlinksldjump"/>
              </a:rPr>
              <a:t> lager </a:t>
            </a:r>
            <a:r>
              <a:rPr dirty="0" sz="1000" spc="55">
                <a:hlinkClick r:id="rId19" action="ppaction://hlinksldjump"/>
              </a:rPr>
              <a:t>standard</a:t>
            </a:r>
            <a:r>
              <a:rPr dirty="0" sz="1000" spc="65">
                <a:hlinkClick r:id="rId19" action="ppaction://hlinksldjump"/>
              </a:rPr>
              <a:t> </a:t>
            </a:r>
            <a:r>
              <a:rPr dirty="0" sz="1000">
                <a:hlinkClick r:id="rId19" action="ppaction://hlinksldjump"/>
              </a:rPr>
              <a:t>logo</a:t>
            </a:r>
            <a:r>
              <a:rPr dirty="0" sz="1000" spc="65">
                <a:hlinkClick r:id="rId19" action="ppaction://hlinksldjump"/>
              </a:rPr>
              <a:t> </a:t>
            </a:r>
            <a:r>
              <a:rPr dirty="0" sz="1000" spc="45">
                <a:hlinkClick r:id="rId19" action="ppaction://hlinksldjump"/>
              </a:rPr>
              <a:t>overview</a:t>
            </a:r>
            <a:r>
              <a:rPr dirty="0" sz="1000" spc="10">
                <a:hlinkClick r:id="rId19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19" action="ppaction://hlinksldjump"/>
              </a:rPr>
              <a:t>	</a:t>
            </a:r>
            <a:r>
              <a:rPr dirty="0" sz="1000" spc="-25">
                <a:hlinkClick r:id="rId19" action="ppaction://hlinksldjump"/>
              </a:rPr>
              <a:t>13</a:t>
            </a:r>
            <a:endParaRPr sz="1000"/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000"/>
          </a:p>
          <a:p>
            <a:pPr algn="just" marL="200660" marR="55880">
              <a:lnSpc>
                <a:spcPct val="150000"/>
              </a:lnSpc>
              <a:tabLst>
                <a:tab pos="3946525" algn="l"/>
              </a:tabLst>
            </a:pPr>
            <a:r>
              <a:rPr dirty="0" sz="1000" spc="10">
                <a:hlinkClick r:id="rId20" action="ppaction://hlinksldjump"/>
              </a:rPr>
              <a:t>Heineken</a:t>
            </a:r>
            <a:r>
              <a:rPr dirty="0" baseline="13888" sz="1200" spc="15">
                <a:hlinkClick r:id="rId20" action="ppaction://hlinksldjump"/>
              </a:rPr>
              <a:t>®</a:t>
            </a:r>
            <a:r>
              <a:rPr dirty="0" baseline="13888" sz="1200" spc="44">
                <a:hlinkClick r:id="rId20" action="ppaction://hlinksldjump"/>
              </a:rPr>
              <a:t> </a:t>
            </a:r>
            <a:r>
              <a:rPr dirty="0" sz="1000" spc="80">
                <a:hlinkClick r:id="rId20" action="ppaction://hlinksldjump"/>
              </a:rPr>
              <a:t>0.0</a:t>
            </a:r>
            <a:r>
              <a:rPr dirty="0" sz="1000" spc="40">
                <a:hlinkClick r:id="rId20" action="ppaction://hlinksldjump"/>
              </a:rPr>
              <a:t> </a:t>
            </a:r>
            <a:r>
              <a:rPr dirty="0" sz="1000">
                <a:hlinkClick r:id="rId20" action="ppaction://hlinksldjump"/>
              </a:rPr>
              <a:t>logo</a:t>
            </a:r>
            <a:r>
              <a:rPr dirty="0" sz="1000" spc="-5">
                <a:hlinkClick r:id="rId20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20" action="ppaction://hlinksldjump"/>
              </a:rPr>
              <a:t>	</a:t>
            </a:r>
            <a:r>
              <a:rPr dirty="0" sz="1000" spc="-25">
                <a:hlinkClick r:id="rId20" action="ppaction://hlinksldjump"/>
              </a:rPr>
              <a:t>14</a:t>
            </a:r>
            <a:r>
              <a:rPr dirty="0" sz="1000" spc="-25"/>
              <a:t> </a:t>
            </a:r>
            <a:r>
              <a:rPr dirty="0" sz="1000">
                <a:hlinkClick r:id="rId21" action="ppaction://hlinksldjump"/>
              </a:rPr>
              <a:t>Heineken</a:t>
            </a:r>
            <a:r>
              <a:rPr dirty="0" baseline="13888" sz="1200">
                <a:hlinkClick r:id="rId21" action="ppaction://hlinksldjump"/>
              </a:rPr>
              <a:t>®</a:t>
            </a:r>
            <a:r>
              <a:rPr dirty="0" baseline="13888" sz="1200" spc="150">
                <a:hlinkClick r:id="rId21" action="ppaction://hlinksldjump"/>
              </a:rPr>
              <a:t> </a:t>
            </a:r>
            <a:r>
              <a:rPr dirty="0" sz="1000" spc="80">
                <a:hlinkClick r:id="rId21" action="ppaction://hlinksldjump"/>
              </a:rPr>
              <a:t>0.0</a:t>
            </a:r>
            <a:r>
              <a:rPr dirty="0" sz="1000" spc="50">
                <a:hlinkClick r:id="rId21" action="ppaction://hlinksldjump"/>
              </a:rPr>
              <a:t> legal </a:t>
            </a:r>
            <a:r>
              <a:rPr dirty="0" sz="1000" spc="65">
                <a:hlinkClick r:id="rId21" action="ppaction://hlinksldjump"/>
              </a:rPr>
              <a:t>restrictions</a:t>
            </a:r>
            <a:r>
              <a:rPr dirty="0" sz="1000">
                <a:hlinkClick r:id="rId21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21" action="ppaction://hlinksldjump"/>
              </a:rPr>
              <a:t>	</a:t>
            </a:r>
            <a:r>
              <a:rPr dirty="0" u="sng" sz="1000" spc="-65">
                <a:uFill>
                  <a:solidFill>
                    <a:srgbClr val="007F2D"/>
                  </a:solidFill>
                </a:uFill>
                <a:hlinkClick r:id="rId21" action="ppaction://hlinksldjump"/>
              </a:rPr>
              <a:t> </a:t>
            </a:r>
            <a:r>
              <a:rPr dirty="0" sz="1000" spc="-100">
                <a:hlinkClick r:id="rId21" action="ppaction://hlinksldjump"/>
              </a:rPr>
              <a:t>16</a:t>
            </a:r>
            <a:r>
              <a:rPr dirty="0" sz="1000"/>
              <a:t> </a:t>
            </a:r>
            <a:r>
              <a:rPr dirty="0" sz="1000">
                <a:hlinkClick r:id="rId22" action="ppaction://hlinksldjump"/>
              </a:rPr>
              <a:t>Heineken</a:t>
            </a:r>
            <a:r>
              <a:rPr dirty="0" baseline="13888" sz="1200">
                <a:hlinkClick r:id="rId22" action="ppaction://hlinksldjump"/>
              </a:rPr>
              <a:t>®</a:t>
            </a:r>
            <a:r>
              <a:rPr dirty="0" baseline="13888" sz="1200" spc="179">
                <a:hlinkClick r:id="rId22" action="ppaction://hlinksldjump"/>
              </a:rPr>
              <a:t> </a:t>
            </a:r>
            <a:r>
              <a:rPr dirty="0" sz="1000" spc="80">
                <a:hlinkClick r:id="rId22" action="ppaction://hlinksldjump"/>
              </a:rPr>
              <a:t>0.0</a:t>
            </a:r>
            <a:r>
              <a:rPr dirty="0" sz="1000" spc="75">
                <a:hlinkClick r:id="rId22" action="ppaction://hlinksldjump"/>
              </a:rPr>
              <a:t> </a:t>
            </a:r>
            <a:r>
              <a:rPr dirty="0" sz="1000" spc="55">
                <a:hlinkClick r:id="rId22" action="ppaction://hlinksldjump"/>
              </a:rPr>
              <a:t>standard</a:t>
            </a:r>
            <a:r>
              <a:rPr dirty="0" sz="1000" spc="70">
                <a:hlinkClick r:id="rId22" action="ppaction://hlinksldjump"/>
              </a:rPr>
              <a:t> </a:t>
            </a:r>
            <a:r>
              <a:rPr dirty="0" sz="1000">
                <a:hlinkClick r:id="rId22" action="ppaction://hlinksldjump"/>
              </a:rPr>
              <a:t>logo</a:t>
            </a:r>
            <a:r>
              <a:rPr dirty="0" sz="1000" spc="75">
                <a:hlinkClick r:id="rId22" action="ppaction://hlinksldjump"/>
              </a:rPr>
              <a:t> </a:t>
            </a:r>
            <a:r>
              <a:rPr dirty="0" sz="1000" spc="45">
                <a:hlinkClick r:id="rId22" action="ppaction://hlinksldjump"/>
              </a:rPr>
              <a:t>overview</a:t>
            </a:r>
            <a:r>
              <a:rPr dirty="0" sz="1000" spc="20">
                <a:hlinkClick r:id="rId22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22" action="ppaction://hlinksldjump"/>
              </a:rPr>
              <a:t>	</a:t>
            </a:r>
            <a:r>
              <a:rPr dirty="0" u="sng" sz="1000" spc="-65">
                <a:uFill>
                  <a:solidFill>
                    <a:srgbClr val="007F2D"/>
                  </a:solidFill>
                </a:uFill>
                <a:hlinkClick r:id="rId22" action="ppaction://hlinksldjump"/>
              </a:rPr>
              <a:t> </a:t>
            </a:r>
            <a:r>
              <a:rPr dirty="0" sz="1000" spc="-100">
                <a:hlinkClick r:id="rId22" action="ppaction://hlinksldjump"/>
              </a:rPr>
              <a:t>17</a:t>
            </a:r>
            <a:r>
              <a:rPr dirty="0" sz="1000"/>
              <a:t> </a:t>
            </a:r>
            <a:r>
              <a:rPr dirty="0" sz="1000">
                <a:hlinkClick r:id="rId23" action="ppaction://hlinksldjump"/>
              </a:rPr>
              <a:t>Heineken</a:t>
            </a:r>
            <a:r>
              <a:rPr dirty="0" baseline="13888" sz="1200">
                <a:hlinkClick r:id="rId23" action="ppaction://hlinksldjump"/>
              </a:rPr>
              <a:t>®</a:t>
            </a:r>
            <a:r>
              <a:rPr dirty="0" baseline="13888" sz="1200" spc="187">
                <a:hlinkClick r:id="rId23" action="ppaction://hlinksldjump"/>
              </a:rPr>
              <a:t> </a:t>
            </a:r>
            <a:r>
              <a:rPr dirty="0" sz="1000" spc="80">
                <a:hlinkClick r:id="rId23" action="ppaction://hlinksldjump"/>
              </a:rPr>
              <a:t>0.0 </a:t>
            </a:r>
            <a:r>
              <a:rPr dirty="0" sz="1000" spc="55">
                <a:hlinkClick r:id="rId23" action="ppaction://hlinksldjump"/>
              </a:rPr>
              <a:t>vertical</a:t>
            </a:r>
            <a:r>
              <a:rPr dirty="0" sz="1000" spc="75">
                <a:hlinkClick r:id="rId23" action="ppaction://hlinksldjump"/>
              </a:rPr>
              <a:t> </a:t>
            </a:r>
            <a:r>
              <a:rPr dirty="0" sz="1000">
                <a:hlinkClick r:id="rId23" action="ppaction://hlinksldjump"/>
              </a:rPr>
              <a:t>logo</a:t>
            </a:r>
            <a:r>
              <a:rPr dirty="0" sz="1000" spc="80">
                <a:hlinkClick r:id="rId23" action="ppaction://hlinksldjump"/>
              </a:rPr>
              <a:t> </a:t>
            </a:r>
            <a:r>
              <a:rPr dirty="0" sz="1000" spc="45">
                <a:hlinkClick r:id="rId23" action="ppaction://hlinksldjump"/>
              </a:rPr>
              <a:t>overview</a:t>
            </a:r>
            <a:r>
              <a:rPr dirty="0" sz="1000" spc="20">
                <a:hlinkClick r:id="rId23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23" action="ppaction://hlinksldjump"/>
              </a:rPr>
              <a:t>	</a:t>
            </a:r>
            <a:r>
              <a:rPr dirty="0" u="sng" sz="1000" spc="-65">
                <a:uFill>
                  <a:solidFill>
                    <a:srgbClr val="007F2D"/>
                  </a:solidFill>
                </a:uFill>
                <a:hlinkClick r:id="rId23" action="ppaction://hlinksldjump"/>
              </a:rPr>
              <a:t> </a:t>
            </a:r>
            <a:r>
              <a:rPr dirty="0" sz="1000" spc="-100">
                <a:hlinkClick r:id="rId23" action="ppaction://hlinksldjump"/>
              </a:rPr>
              <a:t>18</a:t>
            </a:r>
            <a:r>
              <a:rPr dirty="0" sz="1000"/>
              <a:t> </a:t>
            </a:r>
            <a:r>
              <a:rPr dirty="0" sz="1000">
                <a:hlinkClick r:id="rId24" action="ppaction://hlinksldjump"/>
              </a:rPr>
              <a:t>Heineken</a:t>
            </a:r>
            <a:r>
              <a:rPr dirty="0" baseline="13888" sz="1200">
                <a:hlinkClick r:id="rId24" action="ppaction://hlinksldjump"/>
              </a:rPr>
              <a:t>®</a:t>
            </a:r>
            <a:r>
              <a:rPr dirty="0" baseline="13888" sz="1200" spc="179">
                <a:hlinkClick r:id="rId24" action="ppaction://hlinksldjump"/>
              </a:rPr>
              <a:t> </a:t>
            </a:r>
            <a:r>
              <a:rPr dirty="0" sz="1000" spc="80">
                <a:hlinkClick r:id="rId24" action="ppaction://hlinksldjump"/>
              </a:rPr>
              <a:t>0.0</a:t>
            </a:r>
            <a:r>
              <a:rPr dirty="0" sz="1000" spc="75">
                <a:hlinkClick r:id="rId24" action="ppaction://hlinksldjump"/>
              </a:rPr>
              <a:t> </a:t>
            </a:r>
            <a:r>
              <a:rPr dirty="0" sz="1000">
                <a:hlinkClick r:id="rId24" action="ppaction://hlinksldjump"/>
              </a:rPr>
              <a:t>logo</a:t>
            </a:r>
            <a:r>
              <a:rPr dirty="0" sz="1000" spc="70">
                <a:hlinkClick r:id="rId24" action="ppaction://hlinksldjump"/>
              </a:rPr>
              <a:t> </a:t>
            </a:r>
            <a:r>
              <a:rPr dirty="0" sz="1000" spc="45">
                <a:hlinkClick r:id="rId24" action="ppaction://hlinksldjump"/>
              </a:rPr>
              <a:t>overview</a:t>
            </a:r>
            <a:r>
              <a:rPr dirty="0" sz="1000" spc="75">
                <a:hlinkClick r:id="rId24" action="ppaction://hlinksldjump"/>
              </a:rPr>
              <a:t> </a:t>
            </a:r>
            <a:r>
              <a:rPr dirty="0" sz="1000" spc="60">
                <a:hlinkClick r:id="rId24" action="ppaction://hlinksldjump"/>
              </a:rPr>
              <a:t>exceptions</a:t>
            </a:r>
            <a:r>
              <a:rPr dirty="0" sz="1000" spc="20">
                <a:hlinkClick r:id="rId24" action="ppaction://hlinksldjump"/>
              </a:rPr>
              <a:t> </a:t>
            </a:r>
            <a:r>
              <a:rPr dirty="0" u="sng" sz="1000">
                <a:uFill>
                  <a:solidFill>
                    <a:srgbClr val="007F2D"/>
                  </a:solidFill>
                </a:uFill>
                <a:hlinkClick r:id="rId24" action="ppaction://hlinksldjump"/>
              </a:rPr>
              <a:t>	</a:t>
            </a:r>
            <a:r>
              <a:rPr dirty="0" u="sng" sz="1000" spc="-220">
                <a:uFill>
                  <a:solidFill>
                    <a:srgbClr val="007F2D"/>
                  </a:solidFill>
                </a:uFill>
                <a:hlinkClick r:id="rId24" action="ppaction://hlinksldjump"/>
              </a:rPr>
              <a:t> </a:t>
            </a:r>
            <a:r>
              <a:rPr dirty="0" sz="1000" spc="-15">
                <a:hlinkClick r:id="rId24" action="ppaction://hlinksldjump"/>
              </a:rPr>
              <a:t>19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66863" y="1358277"/>
            <a:ext cx="5868670" cy="53416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14300" marR="236854" indent="-635">
              <a:lnSpc>
                <a:spcPct val="112500"/>
              </a:lnSpc>
              <a:spcBef>
                <a:spcPts val="50"/>
              </a:spcBef>
            </a:pP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This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guideline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presents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5">
                <a:solidFill>
                  <a:srgbClr val="007F2D"/>
                </a:solidFill>
                <a:latin typeface="Palatino Linotype"/>
                <a:cs typeface="Palatino Linotype"/>
              </a:rPr>
              <a:t>next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subtle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step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in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evolution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of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172" sz="1350" spc="82">
                <a:solidFill>
                  <a:srgbClr val="007F2D"/>
                </a:solidFill>
                <a:latin typeface="Palatino Linotype"/>
                <a:cs typeface="Palatino Linotype"/>
              </a:rPr>
              <a:t>®</a:t>
            </a:r>
            <a:r>
              <a:rPr dirty="0" baseline="6172" sz="1350" spc="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logos.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It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keeps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brand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identity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contemporary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and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progressive,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makes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Heineken’s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most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iconic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design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elements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even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more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powerful,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and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subtly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dials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</a:rPr>
              <a:t>up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authentic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roots.</a:t>
            </a:r>
            <a:endParaRPr sz="1000">
              <a:latin typeface="Palatino Linotype"/>
              <a:cs typeface="Palatino Linotype"/>
            </a:endParaRPr>
          </a:p>
          <a:p>
            <a:pPr marL="114300" marR="784225">
              <a:lnSpc>
                <a:spcPct val="270800"/>
              </a:lnSpc>
              <a:spcBef>
                <a:spcPts val="60"/>
              </a:spcBef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visual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identity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rooted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history,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iconic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bottle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race-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track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label.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Let’s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first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zoom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on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green.</a:t>
            </a:r>
            <a:endParaRPr sz="800">
              <a:latin typeface="Palatino Linotype"/>
              <a:cs typeface="Palatino Linotype"/>
            </a:endParaRPr>
          </a:p>
          <a:p>
            <a:pPr marL="114300" marR="117475">
              <a:lnSpc>
                <a:spcPct val="135400"/>
              </a:lnSpc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Around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1900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Gerard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Adriaan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wanted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his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premium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quality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beer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stand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all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usual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brown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beer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bottles.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express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clear,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bright,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fresh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natural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character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his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lager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beer,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choose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green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bottle.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became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iconic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brand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.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this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design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evolution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even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banner,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which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used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be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black.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800">
              <a:latin typeface="Palatino Linotype"/>
              <a:cs typeface="Palatino Linotype"/>
            </a:endParaRPr>
          </a:p>
          <a:p>
            <a:pPr marL="114300">
              <a:lnSpc>
                <a:spcPct val="100000"/>
              </a:lnSpc>
            </a:pP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Secondly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star.</a:t>
            </a:r>
            <a:endParaRPr sz="800">
              <a:latin typeface="Palatino Linotype"/>
              <a:cs typeface="Palatino Linotype"/>
            </a:endParaRPr>
          </a:p>
          <a:p>
            <a:pPr marL="114300">
              <a:lnSpc>
                <a:spcPct val="100000"/>
              </a:lnSpc>
              <a:spcBef>
                <a:spcPts val="340"/>
              </a:spcBef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medieval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brewers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symbol.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4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points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represent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natural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ingredients: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malted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barley,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water,</a:t>
            </a:r>
            <a:endParaRPr sz="800">
              <a:latin typeface="Palatino Linotype"/>
              <a:cs typeface="Palatino Linotype"/>
            </a:endParaRPr>
          </a:p>
          <a:p>
            <a:pPr marL="113664" marR="93980">
              <a:lnSpc>
                <a:spcPct val="135400"/>
              </a:lnSpc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hops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Heineken’s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unique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95">
                <a:solidFill>
                  <a:srgbClr val="9D9D9C"/>
                </a:solidFill>
                <a:latin typeface="Palatino Linotype"/>
                <a:cs typeface="Palatino Linotype"/>
              </a:rPr>
              <a:t>A-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Yeast.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5th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was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unknown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magic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brewing.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Today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don’t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rely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magic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anymore;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replaced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by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craftsmanship.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still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keep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star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as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our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core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symbol.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new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logo-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and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label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designs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became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again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a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bit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more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prominent.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Showing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97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quality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symbol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more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pride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confidence.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00">
              <a:latin typeface="Palatino Linotype"/>
              <a:cs typeface="Palatino Linotype"/>
            </a:endParaRPr>
          </a:p>
          <a:p>
            <a:pPr marL="113664" marR="233045">
              <a:lnSpc>
                <a:spcPct val="135400"/>
              </a:lnSpc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thirdly,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fine-tuned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lot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details: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example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drawing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style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hops,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around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banner,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 text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EST.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1873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left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right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star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show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birth-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year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brand,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etc.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00">
              <a:latin typeface="Palatino Linotype"/>
              <a:cs typeface="Palatino Linotype"/>
            </a:endParaRPr>
          </a:p>
          <a:p>
            <a:pPr marL="113664" marR="591185">
              <a:lnSpc>
                <a:spcPct val="135400"/>
              </a:lnSpc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course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derived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from,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consistent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with,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race-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track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label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our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bottle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can.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See the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separate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packaging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design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guidelines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more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label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details.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00">
              <a:latin typeface="Palatino Linotype"/>
              <a:cs typeface="Palatino Linotype"/>
            </a:endParaRPr>
          </a:p>
          <a:p>
            <a:pPr marL="113664" marR="165735">
              <a:lnSpc>
                <a:spcPct val="135400"/>
              </a:lnSpc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utmost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importance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that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0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represented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by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correct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logos.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one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most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valuable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assets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our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company,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world-famous,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anchored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millions,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even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billions,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consumer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minds.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adhere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these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guidelines,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case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doubt,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contact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Global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design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team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Amsterdam.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800">
              <a:latin typeface="Palatino Linotype"/>
              <a:cs typeface="Palatino Linotype"/>
            </a:endParaRPr>
          </a:p>
          <a:p>
            <a:pPr marL="114300" marR="432434">
              <a:lnSpc>
                <a:spcPct val="135400"/>
              </a:lnSpc>
              <a:spcBef>
                <a:spcPts val="5"/>
              </a:spcBef>
            </a:pPr>
            <a:r>
              <a:rPr dirty="0" sz="800" spc="-60">
                <a:solidFill>
                  <a:srgbClr val="9D9D9C"/>
                </a:solidFill>
                <a:latin typeface="Palatino Linotype"/>
                <a:cs typeface="Palatino Linotype"/>
              </a:rPr>
              <a:t>NOTE: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elements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isolation.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example: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smiling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‘e’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other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coloured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stars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isolation.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weakens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our trade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mark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protection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significantly.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70345"/>
            <a:ext cx="4203636" cy="70296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68463" y="740588"/>
            <a:ext cx="632460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11265" algn="l"/>
              </a:tabLst>
            </a:pPr>
            <a:r>
              <a:rPr dirty="0" u="sng" spc="-10">
                <a:uFill>
                  <a:solidFill>
                    <a:srgbClr val="000000"/>
                  </a:solidFill>
                </a:uFill>
              </a:rPr>
              <a:t>Introduction</a:t>
            </a: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9785" y="3042742"/>
            <a:ext cx="1986800" cy="140643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11941" y="4768240"/>
            <a:ext cx="1986800" cy="1406436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7299528" y="6316323"/>
            <a:ext cx="5498465" cy="478155"/>
          </a:xfrm>
          <a:custGeom>
            <a:avLst/>
            <a:gdLst/>
            <a:ahLst/>
            <a:cxnLst/>
            <a:rect l="l" t="t" r="r" b="b"/>
            <a:pathLst>
              <a:path w="5498465" h="478154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405752"/>
                </a:lnTo>
                <a:lnTo>
                  <a:pt x="1124" y="447375"/>
                </a:lnTo>
                <a:lnTo>
                  <a:pt x="8999" y="468749"/>
                </a:lnTo>
                <a:lnTo>
                  <a:pt x="30373" y="476623"/>
                </a:lnTo>
                <a:lnTo>
                  <a:pt x="71996" y="477748"/>
                </a:lnTo>
                <a:lnTo>
                  <a:pt x="5425948" y="477748"/>
                </a:lnTo>
                <a:lnTo>
                  <a:pt x="5467570" y="476623"/>
                </a:lnTo>
                <a:lnTo>
                  <a:pt x="5488944" y="468749"/>
                </a:lnTo>
                <a:lnTo>
                  <a:pt x="5496819" y="447375"/>
                </a:lnTo>
                <a:lnTo>
                  <a:pt x="5497944" y="405752"/>
                </a:lnTo>
                <a:lnTo>
                  <a:pt x="5497944" y="71996"/>
                </a:lnTo>
                <a:lnTo>
                  <a:pt x="5496819" y="30373"/>
                </a:lnTo>
                <a:lnTo>
                  <a:pt x="5488944" y="8999"/>
                </a:lnTo>
                <a:lnTo>
                  <a:pt x="5467570" y="1124"/>
                </a:lnTo>
                <a:lnTo>
                  <a:pt x="5425948" y="0"/>
                </a:lnTo>
                <a:lnTo>
                  <a:pt x="71996" y="0"/>
                </a:lnTo>
                <a:close/>
              </a:path>
            </a:pathLst>
          </a:custGeom>
          <a:ln w="19049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43000" y="1342669"/>
            <a:ext cx="5721985" cy="8509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172" sz="1350" spc="82">
                <a:solidFill>
                  <a:srgbClr val="007F2D"/>
                </a:solidFill>
                <a:latin typeface="Palatino Linotype"/>
                <a:cs typeface="Palatino Linotype"/>
              </a:rPr>
              <a:t>® </a:t>
            </a: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has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in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principle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25">
                <a:solidFill>
                  <a:srgbClr val="007F2D"/>
                </a:solidFill>
                <a:latin typeface="Palatino Linotype"/>
                <a:cs typeface="Palatino Linotype"/>
              </a:rPr>
              <a:t>4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logos: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Brand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logo,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Original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lager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14">
                <a:solidFill>
                  <a:srgbClr val="007F2D"/>
                </a:solidFill>
                <a:latin typeface="Palatino Linotype"/>
                <a:cs typeface="Palatino Linotype"/>
              </a:rPr>
              <a:t>beer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product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</a:rPr>
              <a:t>logo,</a:t>
            </a:r>
            <a:endParaRPr sz="10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spc="125">
                <a:solidFill>
                  <a:srgbClr val="007F2D"/>
                </a:solidFill>
                <a:latin typeface="Palatino Linotype"/>
                <a:cs typeface="Palatino Linotype"/>
              </a:rPr>
              <a:t>0.0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product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and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Light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product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logo.</a:t>
            </a:r>
            <a:endParaRPr sz="1000">
              <a:latin typeface="Palatino Linotype"/>
              <a:cs typeface="Palatino Linotype"/>
            </a:endParaRPr>
          </a:p>
          <a:p>
            <a:pPr marL="38100" marR="30480">
              <a:lnSpc>
                <a:spcPct val="108300"/>
              </a:lnSpc>
            </a:pP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basis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of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these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25">
                <a:solidFill>
                  <a:srgbClr val="007F2D"/>
                </a:solidFill>
                <a:latin typeface="Palatino Linotype"/>
                <a:cs typeface="Palatino Linotype"/>
              </a:rPr>
              <a:t>4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logos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is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identical: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172" sz="1350" spc="82">
                <a:solidFill>
                  <a:srgbClr val="007F2D"/>
                </a:solidFill>
                <a:latin typeface="Palatino Linotype"/>
                <a:cs typeface="Palatino Linotype"/>
              </a:rPr>
              <a:t>®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word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mark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with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red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5">
                <a:solidFill>
                  <a:srgbClr val="007F2D"/>
                </a:solidFill>
                <a:latin typeface="Palatino Linotype"/>
                <a:cs typeface="Palatino Linotype"/>
              </a:rPr>
              <a:t>star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0">
                <a:solidFill>
                  <a:srgbClr val="007F2D"/>
                </a:solidFill>
                <a:latin typeface="Palatino Linotype"/>
                <a:cs typeface="Palatino Linotype"/>
              </a:rPr>
              <a:t>proudly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centered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above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it,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and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10">
                <a:solidFill>
                  <a:srgbClr val="007F2D"/>
                </a:solidFill>
                <a:latin typeface="Palatino Linotype"/>
                <a:cs typeface="Palatino Linotype"/>
              </a:rPr>
              <a:t>green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as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brand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identifying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colour,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except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for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0.0.</a:t>
            </a:r>
            <a:endParaRPr sz="10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difference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is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in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elements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around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it,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which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14">
                <a:solidFill>
                  <a:srgbClr val="007F2D"/>
                </a:solidFill>
                <a:latin typeface="Palatino Linotype"/>
                <a:cs typeface="Palatino Linotype"/>
              </a:rPr>
              <a:t>are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specific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for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its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usage.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43063" y="2328189"/>
            <a:ext cx="570801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>
              <a:lnSpc>
                <a:spcPct val="135400"/>
              </a:lnSpc>
              <a:spcBef>
                <a:spcPts val="100"/>
              </a:spcBef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9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default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choice.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provides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most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iconic,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powerful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universal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-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9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recognition.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used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express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everything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stands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for.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simple,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powerful,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draws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attention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stands-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clutter.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43063" y="2988589"/>
            <a:ext cx="579120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5400"/>
              </a:lnSpc>
              <a:spcBef>
                <a:spcPts val="100"/>
              </a:spcBef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original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lager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beer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should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be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used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items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messages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directly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related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beer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itself.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This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expresses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authenticity,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craftsmanship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beery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look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&amp;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feel.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used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glasses,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packaging,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endorse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‘Stories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behind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-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’.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43063" y="3648989"/>
            <a:ext cx="5814060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5400"/>
              </a:lnSpc>
              <a:spcBef>
                <a:spcPts val="100"/>
              </a:spcBef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specifically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items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communication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directly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related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9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lager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clearly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reads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emphasizes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main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67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0.0: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blue.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43063" y="4144289"/>
            <a:ext cx="464312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85725">
              <a:lnSpc>
                <a:spcPct val="135400"/>
              </a:lnSpc>
              <a:spcBef>
                <a:spcPts val="100"/>
              </a:spcBef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9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specifically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items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communication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directly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related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lager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endParaRPr sz="8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clearly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reads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emphasizes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main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27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Light: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white.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68463" y="4804689"/>
            <a:ext cx="5831205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Each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4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its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own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varieties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as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needed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specific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applications.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versions,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artworks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different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colours,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replication.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See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further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guideline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details.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68463" y="5533288"/>
            <a:ext cx="5297805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</a:pPr>
            <a:r>
              <a:rPr dirty="0" sz="800" spc="-60">
                <a:solidFill>
                  <a:srgbClr val="9D9D9C"/>
                </a:solidFill>
                <a:latin typeface="Palatino Linotype"/>
                <a:cs typeface="Palatino Linotype"/>
              </a:rPr>
              <a:t>NOTE: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elements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isolation.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example: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smiling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in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other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coloured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stars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isolation.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weakens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our trade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mark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protection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significantly.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43063" y="739445"/>
            <a:ext cx="458978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00"/>
              <a:t> </a:t>
            </a:r>
            <a:r>
              <a:rPr dirty="0" sz="2600" spc="70"/>
              <a:t>logos</a:t>
            </a:r>
            <a:r>
              <a:rPr dirty="0" sz="2600" spc="-200"/>
              <a:t> </a:t>
            </a:r>
            <a:r>
              <a:rPr dirty="0" sz="2600" spc="90"/>
              <a:t>overview</a:t>
            </a:r>
            <a:endParaRPr sz="2600"/>
          </a:p>
        </p:txBody>
      </p:sp>
      <p:grpSp>
        <p:nvGrpSpPr>
          <p:cNvPr id="12" name="object 12" descr=""/>
          <p:cNvGrpSpPr/>
          <p:nvPr/>
        </p:nvGrpSpPr>
        <p:grpSpPr>
          <a:xfrm>
            <a:off x="422998" y="1394993"/>
            <a:ext cx="6309360" cy="4563110"/>
            <a:chOff x="422998" y="1394993"/>
            <a:chExt cx="6309360" cy="4563110"/>
          </a:xfrm>
        </p:grpSpPr>
        <p:sp>
          <p:nvSpPr>
            <p:cNvPr id="13" name="object 13" descr=""/>
            <p:cNvSpPr/>
            <p:nvPr/>
          </p:nvSpPr>
          <p:spPr>
            <a:xfrm>
              <a:off x="422998" y="1394993"/>
              <a:ext cx="6309360" cy="4563110"/>
            </a:xfrm>
            <a:custGeom>
              <a:avLst/>
              <a:gdLst/>
              <a:ahLst/>
              <a:cxnLst/>
              <a:rect l="l" t="t" r="r" b="b"/>
              <a:pathLst>
                <a:path w="6309359" h="4563110">
                  <a:moveTo>
                    <a:pt x="6308991" y="0"/>
                  </a:moveTo>
                  <a:lnTo>
                    <a:pt x="0" y="0"/>
                  </a:lnTo>
                  <a:lnTo>
                    <a:pt x="0" y="4563008"/>
                  </a:lnTo>
                  <a:lnTo>
                    <a:pt x="6308991" y="4563008"/>
                  </a:lnTo>
                  <a:lnTo>
                    <a:pt x="6308991" y="0"/>
                  </a:lnTo>
                  <a:close/>
                </a:path>
              </a:pathLst>
            </a:custGeom>
            <a:solidFill>
              <a:srgbClr val="007D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7775" y="2396147"/>
              <a:ext cx="1543710" cy="1094638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22998" y="1394993"/>
            <a:ext cx="6309360" cy="4563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7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</a:pPr>
            <a:r>
              <a:rPr dirty="0" sz="700">
                <a:solidFill>
                  <a:srgbClr val="FFFFFF"/>
                </a:solidFill>
                <a:latin typeface="Palatino Linotype"/>
                <a:cs typeface="Palatino Linotype"/>
              </a:rPr>
              <a:t>BRAND</a:t>
            </a:r>
            <a:r>
              <a:rPr dirty="0" sz="700" spc="1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Palatino Linotype"/>
                <a:cs typeface="Palatino Linotype"/>
              </a:rPr>
              <a:t>LOGO</a:t>
            </a: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7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700">
              <a:latin typeface="Palatino Linotype"/>
              <a:cs typeface="Palatino Linotype"/>
            </a:endParaRPr>
          </a:p>
          <a:p>
            <a:pPr marL="343535">
              <a:lnSpc>
                <a:spcPct val="100000"/>
              </a:lnSpc>
            </a:pPr>
            <a:r>
              <a:rPr dirty="0" sz="700">
                <a:solidFill>
                  <a:srgbClr val="FFFFFF"/>
                </a:solidFill>
                <a:latin typeface="Palatino Linotype"/>
                <a:cs typeface="Palatino Linotype"/>
              </a:rPr>
              <a:t>PRODUCT</a:t>
            </a:r>
            <a:r>
              <a:rPr dirty="0" sz="700" spc="-3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Palatino Linotype"/>
                <a:cs typeface="Palatino Linotype"/>
              </a:rPr>
              <a:t>LOGOS</a:t>
            </a:r>
            <a:endParaRPr sz="700">
              <a:latin typeface="Palatino Linotype"/>
              <a:cs typeface="Palatino Linotype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687385" y="3670630"/>
            <a:ext cx="4827905" cy="1095375"/>
            <a:chOff x="1687385" y="3670630"/>
            <a:chExt cx="4827905" cy="1095375"/>
          </a:xfrm>
        </p:grpSpPr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7385" y="3670630"/>
              <a:ext cx="1543723" cy="109465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8385" y="3670795"/>
              <a:ext cx="1543723" cy="1094651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1021" y="3670795"/>
              <a:ext cx="1543710" cy="1094651"/>
            </a:xfrm>
            <a:prstGeom prst="rect">
              <a:avLst/>
            </a:prstGeom>
          </p:spPr>
        </p:pic>
      </p:grpSp>
      <p:sp>
        <p:nvSpPr>
          <p:cNvPr id="20" name="object 20" descr=""/>
          <p:cNvSpPr/>
          <p:nvPr/>
        </p:nvSpPr>
        <p:spPr>
          <a:xfrm>
            <a:off x="7299528" y="5535523"/>
            <a:ext cx="5498465" cy="478155"/>
          </a:xfrm>
          <a:custGeom>
            <a:avLst/>
            <a:gdLst/>
            <a:ahLst/>
            <a:cxnLst/>
            <a:rect l="l" t="t" r="r" b="b"/>
            <a:pathLst>
              <a:path w="5498465" h="478154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405752"/>
                </a:lnTo>
                <a:lnTo>
                  <a:pt x="1124" y="447375"/>
                </a:lnTo>
                <a:lnTo>
                  <a:pt x="8999" y="468749"/>
                </a:lnTo>
                <a:lnTo>
                  <a:pt x="30373" y="476623"/>
                </a:lnTo>
                <a:lnTo>
                  <a:pt x="71996" y="477748"/>
                </a:lnTo>
                <a:lnTo>
                  <a:pt x="5425948" y="477748"/>
                </a:lnTo>
                <a:lnTo>
                  <a:pt x="5467570" y="476623"/>
                </a:lnTo>
                <a:lnTo>
                  <a:pt x="5488944" y="468749"/>
                </a:lnTo>
                <a:lnTo>
                  <a:pt x="5496819" y="447375"/>
                </a:lnTo>
                <a:lnTo>
                  <a:pt x="5497944" y="405752"/>
                </a:lnTo>
                <a:lnTo>
                  <a:pt x="5497944" y="71996"/>
                </a:lnTo>
                <a:lnTo>
                  <a:pt x="5496819" y="30373"/>
                </a:lnTo>
                <a:lnTo>
                  <a:pt x="5488944" y="8999"/>
                </a:lnTo>
                <a:lnTo>
                  <a:pt x="5467570" y="1124"/>
                </a:lnTo>
                <a:lnTo>
                  <a:pt x="5425948" y="0"/>
                </a:lnTo>
                <a:lnTo>
                  <a:pt x="71996" y="0"/>
                </a:lnTo>
                <a:close/>
              </a:path>
            </a:pathLst>
          </a:custGeom>
          <a:ln w="19049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381189" y="1186205"/>
            <a:ext cx="6299200" cy="12700"/>
          </a:xfrm>
          <a:custGeom>
            <a:avLst/>
            <a:gdLst/>
            <a:ahLst/>
            <a:cxnLst/>
            <a:rect l="l" t="t" r="r" b="b"/>
            <a:pathLst>
              <a:path w="6299200" h="12700">
                <a:moveTo>
                  <a:pt x="6298742" y="0"/>
                </a:moveTo>
                <a:lnTo>
                  <a:pt x="0" y="0"/>
                </a:lnTo>
                <a:lnTo>
                  <a:pt x="0" y="12700"/>
                </a:lnTo>
                <a:lnTo>
                  <a:pt x="6298742" y="12700"/>
                </a:lnTo>
                <a:lnTo>
                  <a:pt x="62987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03333" y="2468184"/>
            <a:ext cx="3284854" cy="6858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88265" indent="-75565">
              <a:lnSpc>
                <a:spcPct val="100000"/>
              </a:lnSpc>
              <a:spcBef>
                <a:spcPts val="439"/>
              </a:spcBef>
              <a:buClr>
                <a:srgbClr val="9D9D9C"/>
              </a:buClr>
              <a:buFont typeface="Palatino Linotype"/>
              <a:buChar char="·"/>
              <a:tabLst>
                <a:tab pos="882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Iconic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outline.</a:t>
            </a:r>
            <a:endParaRPr sz="800">
              <a:latin typeface="Palatino Linotype"/>
              <a:cs typeface="Palatino Linotype"/>
            </a:endParaRPr>
          </a:p>
          <a:p>
            <a:pPr marL="882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882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points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subtly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rounded.</a:t>
            </a:r>
            <a:endParaRPr sz="800">
              <a:latin typeface="Palatino Linotype"/>
              <a:cs typeface="Palatino Linotype"/>
            </a:endParaRPr>
          </a:p>
          <a:p>
            <a:pPr marL="882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882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uniquely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shaped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points.</a:t>
            </a:r>
            <a:endParaRPr sz="800">
              <a:latin typeface="Palatino Linotype"/>
              <a:cs typeface="Palatino Linotype"/>
            </a:endParaRPr>
          </a:p>
          <a:p>
            <a:pPr marL="882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8826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EST.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1873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refers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year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was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born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Amsterdam.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777869" y="4035364"/>
            <a:ext cx="3409950" cy="64262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13030" marR="30480" indent="-75565">
              <a:lnSpc>
                <a:spcPct val="95600"/>
              </a:lnSpc>
              <a:spcBef>
                <a:spcPts val="140"/>
              </a:spcBef>
              <a:buChar char="·"/>
              <a:tabLst>
                <a:tab pos="11557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word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mark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characteristic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typeface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	smiling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e’s,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plus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registered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trade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mark </a:t>
            </a:r>
            <a:r>
              <a:rPr dirty="0" baseline="-13888" sz="1800" spc="-37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.</a:t>
            </a:r>
            <a:endParaRPr sz="800">
              <a:latin typeface="Palatino Linotype"/>
              <a:cs typeface="Palatino Linotype"/>
            </a:endParaRPr>
          </a:p>
          <a:p>
            <a:pPr marL="113030" marR="154940" indent="-75565">
              <a:lnSpc>
                <a:spcPts val="1300"/>
              </a:lnSpc>
              <a:spcBef>
                <a:spcPts val="20"/>
              </a:spcBef>
              <a:buChar char="·"/>
              <a:tabLst>
                <a:tab pos="115570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show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brand’s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main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visual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identifier: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2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green.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39393" y="1493659"/>
            <a:ext cx="8592185" cy="5311775"/>
            <a:chOff x="939393" y="1493659"/>
            <a:chExt cx="8592185" cy="5311775"/>
          </a:xfrm>
        </p:grpSpPr>
        <p:sp>
          <p:nvSpPr>
            <p:cNvPr id="7" name="object 7" descr=""/>
            <p:cNvSpPr/>
            <p:nvPr/>
          </p:nvSpPr>
          <p:spPr>
            <a:xfrm>
              <a:off x="939393" y="1493659"/>
              <a:ext cx="8592185" cy="5311775"/>
            </a:xfrm>
            <a:custGeom>
              <a:avLst/>
              <a:gdLst/>
              <a:ahLst/>
              <a:cxnLst/>
              <a:rect l="l" t="t" r="r" b="b"/>
              <a:pathLst>
                <a:path w="8592185" h="5311775">
                  <a:moveTo>
                    <a:pt x="8591600" y="0"/>
                  </a:moveTo>
                  <a:lnTo>
                    <a:pt x="0" y="0"/>
                  </a:lnTo>
                  <a:lnTo>
                    <a:pt x="0" y="5311533"/>
                  </a:lnTo>
                  <a:lnTo>
                    <a:pt x="8591600" y="5311533"/>
                  </a:lnTo>
                  <a:lnTo>
                    <a:pt x="8591600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8618" y="3584892"/>
              <a:ext cx="93916" cy="16123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4010" y="3582555"/>
              <a:ext cx="90030" cy="16616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43599" y="3582568"/>
              <a:ext cx="92506" cy="16615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953658" y="3584892"/>
              <a:ext cx="46355" cy="161290"/>
            </a:xfrm>
            <a:custGeom>
              <a:avLst/>
              <a:gdLst/>
              <a:ahLst/>
              <a:cxnLst/>
              <a:rect l="l" t="t" r="r" b="b"/>
              <a:pathLst>
                <a:path w="46354" h="161289">
                  <a:moveTo>
                    <a:pt x="46113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15430" y="27940"/>
                  </a:lnTo>
                  <a:lnTo>
                    <a:pt x="15430" y="161290"/>
                  </a:lnTo>
                  <a:lnTo>
                    <a:pt x="46113" y="161290"/>
                  </a:lnTo>
                  <a:lnTo>
                    <a:pt x="46113" y="27940"/>
                  </a:lnTo>
                  <a:lnTo>
                    <a:pt x="461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6598" y="3584892"/>
              <a:ext cx="70789" cy="16123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374731" y="3584892"/>
              <a:ext cx="154305" cy="163830"/>
            </a:xfrm>
            <a:custGeom>
              <a:avLst/>
              <a:gdLst/>
              <a:ahLst/>
              <a:cxnLst/>
              <a:rect l="l" t="t" r="r" b="b"/>
              <a:pathLst>
                <a:path w="154304" h="163829">
                  <a:moveTo>
                    <a:pt x="90055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27368" y="30480"/>
                  </a:lnTo>
                  <a:lnTo>
                    <a:pt x="27368" y="161290"/>
                  </a:lnTo>
                  <a:lnTo>
                    <a:pt x="62585" y="161290"/>
                  </a:lnTo>
                  <a:lnTo>
                    <a:pt x="62585" y="30480"/>
                  </a:lnTo>
                  <a:lnTo>
                    <a:pt x="90055" y="30480"/>
                  </a:lnTo>
                  <a:lnTo>
                    <a:pt x="90055" y="0"/>
                  </a:lnTo>
                  <a:close/>
                </a:path>
                <a:path w="154304" h="163829">
                  <a:moveTo>
                    <a:pt x="154139" y="143370"/>
                  </a:moveTo>
                  <a:lnTo>
                    <a:pt x="152603" y="135534"/>
                  </a:lnTo>
                  <a:lnTo>
                    <a:pt x="148399" y="129120"/>
                  </a:lnTo>
                  <a:lnTo>
                    <a:pt x="142087" y="124802"/>
                  </a:lnTo>
                  <a:lnTo>
                    <a:pt x="134251" y="123215"/>
                  </a:lnTo>
                  <a:lnTo>
                    <a:pt x="126174" y="124802"/>
                  </a:lnTo>
                  <a:lnTo>
                    <a:pt x="119659" y="129120"/>
                  </a:lnTo>
                  <a:lnTo>
                    <a:pt x="115290" y="135534"/>
                  </a:lnTo>
                  <a:lnTo>
                    <a:pt x="113715" y="143370"/>
                  </a:lnTo>
                  <a:lnTo>
                    <a:pt x="115290" y="151295"/>
                  </a:lnTo>
                  <a:lnTo>
                    <a:pt x="119659" y="157797"/>
                  </a:lnTo>
                  <a:lnTo>
                    <a:pt x="126174" y="162217"/>
                  </a:lnTo>
                  <a:lnTo>
                    <a:pt x="134251" y="163830"/>
                  </a:lnTo>
                  <a:lnTo>
                    <a:pt x="142087" y="162217"/>
                  </a:lnTo>
                  <a:lnTo>
                    <a:pt x="148399" y="157797"/>
                  </a:lnTo>
                  <a:lnTo>
                    <a:pt x="152603" y="151295"/>
                  </a:lnTo>
                  <a:lnTo>
                    <a:pt x="154139" y="143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8670" y="3582555"/>
              <a:ext cx="87477" cy="16616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304228" y="2111387"/>
              <a:ext cx="1868170" cy="1780539"/>
            </a:xfrm>
            <a:custGeom>
              <a:avLst/>
              <a:gdLst/>
              <a:ahLst/>
              <a:cxnLst/>
              <a:rect l="l" t="t" r="r" b="b"/>
              <a:pathLst>
                <a:path w="1868170" h="1780539">
                  <a:moveTo>
                    <a:pt x="926799" y="0"/>
                  </a:moveTo>
                  <a:lnTo>
                    <a:pt x="889690" y="23431"/>
                  </a:lnTo>
                  <a:lnTo>
                    <a:pt x="874902" y="61509"/>
                  </a:lnTo>
                  <a:lnTo>
                    <a:pt x="838349" y="162296"/>
                  </a:lnTo>
                  <a:lnTo>
                    <a:pt x="802918" y="260681"/>
                  </a:lnTo>
                  <a:lnTo>
                    <a:pt x="783718" y="314296"/>
                  </a:lnTo>
                  <a:lnTo>
                    <a:pt x="764125" y="369257"/>
                  </a:lnTo>
                  <a:lnTo>
                    <a:pt x="744589" y="424362"/>
                  </a:lnTo>
                  <a:lnTo>
                    <a:pt x="725559" y="478410"/>
                  </a:lnTo>
                  <a:lnTo>
                    <a:pt x="707483" y="530197"/>
                  </a:lnTo>
                  <a:lnTo>
                    <a:pt x="690809" y="578523"/>
                  </a:lnTo>
                  <a:lnTo>
                    <a:pt x="675987" y="622185"/>
                  </a:lnTo>
                  <a:lnTo>
                    <a:pt x="629196" y="622800"/>
                  </a:lnTo>
                  <a:lnTo>
                    <a:pt x="629376" y="622800"/>
                  </a:lnTo>
                  <a:lnTo>
                    <a:pt x="577942" y="623733"/>
                  </a:lnTo>
                  <a:lnTo>
                    <a:pt x="578070" y="623733"/>
                  </a:lnTo>
                  <a:lnTo>
                    <a:pt x="77762" y="638368"/>
                  </a:lnTo>
                  <a:lnTo>
                    <a:pt x="57200" y="639372"/>
                  </a:lnTo>
                  <a:lnTo>
                    <a:pt x="40272" y="640384"/>
                  </a:lnTo>
                  <a:lnTo>
                    <a:pt x="40409" y="640384"/>
                  </a:lnTo>
                  <a:lnTo>
                    <a:pt x="29663" y="642766"/>
                  </a:lnTo>
                  <a:lnTo>
                    <a:pt x="4728" y="675144"/>
                  </a:lnTo>
                  <a:lnTo>
                    <a:pt x="2405" y="681748"/>
                  </a:lnTo>
                  <a:lnTo>
                    <a:pt x="614" y="689381"/>
                  </a:lnTo>
                  <a:lnTo>
                    <a:pt x="0" y="697363"/>
                  </a:lnTo>
                  <a:lnTo>
                    <a:pt x="1604" y="706669"/>
                  </a:lnTo>
                  <a:lnTo>
                    <a:pt x="33313" y="741025"/>
                  </a:lnTo>
                  <a:lnTo>
                    <a:pt x="395169" y="1020946"/>
                  </a:lnTo>
                  <a:lnTo>
                    <a:pt x="516653" y="1112570"/>
                  </a:lnTo>
                  <a:lnTo>
                    <a:pt x="502969" y="1156613"/>
                  </a:lnTo>
                  <a:lnTo>
                    <a:pt x="488045" y="1205517"/>
                  </a:lnTo>
                  <a:lnTo>
                    <a:pt x="472225" y="1258045"/>
                  </a:lnTo>
                  <a:lnTo>
                    <a:pt x="455851" y="1312962"/>
                  </a:lnTo>
                  <a:lnTo>
                    <a:pt x="439267" y="1369029"/>
                  </a:lnTo>
                  <a:lnTo>
                    <a:pt x="422814" y="1425010"/>
                  </a:lnTo>
                  <a:lnTo>
                    <a:pt x="406836" y="1479669"/>
                  </a:lnTo>
                  <a:lnTo>
                    <a:pt x="391675" y="1531769"/>
                  </a:lnTo>
                  <a:lnTo>
                    <a:pt x="377675" y="1580073"/>
                  </a:lnTo>
                  <a:lnTo>
                    <a:pt x="365177" y="1623345"/>
                  </a:lnTo>
                  <a:lnTo>
                    <a:pt x="354525" y="1660347"/>
                  </a:lnTo>
                  <a:lnTo>
                    <a:pt x="341890" y="1705954"/>
                  </a:lnTo>
                  <a:lnTo>
                    <a:pt x="336492" y="1733561"/>
                  </a:lnTo>
                  <a:lnTo>
                    <a:pt x="338567" y="1743673"/>
                  </a:lnTo>
                  <a:lnTo>
                    <a:pt x="342738" y="1752130"/>
                  </a:lnTo>
                  <a:lnTo>
                    <a:pt x="347908" y="1758188"/>
                  </a:lnTo>
                  <a:lnTo>
                    <a:pt x="353801" y="1763318"/>
                  </a:lnTo>
                  <a:lnTo>
                    <a:pt x="359579" y="1767243"/>
                  </a:lnTo>
                  <a:lnTo>
                    <a:pt x="365167" y="1771599"/>
                  </a:lnTo>
                  <a:lnTo>
                    <a:pt x="371873" y="1775523"/>
                  </a:lnTo>
                  <a:lnTo>
                    <a:pt x="379233" y="1778623"/>
                  </a:lnTo>
                  <a:lnTo>
                    <a:pt x="388554" y="1780000"/>
                  </a:lnTo>
                  <a:lnTo>
                    <a:pt x="398791" y="1778852"/>
                  </a:lnTo>
                  <a:lnTo>
                    <a:pt x="809121" y="1502811"/>
                  </a:lnTo>
                  <a:lnTo>
                    <a:pt x="896141" y="1442228"/>
                  </a:lnTo>
                  <a:lnTo>
                    <a:pt x="933835" y="1415605"/>
                  </a:lnTo>
                  <a:lnTo>
                    <a:pt x="1442039" y="1415605"/>
                  </a:lnTo>
                  <a:lnTo>
                    <a:pt x="1428356" y="1369029"/>
                  </a:lnTo>
                  <a:lnTo>
                    <a:pt x="1411778" y="1312962"/>
                  </a:lnTo>
                  <a:lnTo>
                    <a:pt x="1395413" y="1258045"/>
                  </a:lnTo>
                  <a:lnTo>
                    <a:pt x="1379602" y="1205517"/>
                  </a:lnTo>
                  <a:lnTo>
                    <a:pt x="1364689" y="1156613"/>
                  </a:lnTo>
                  <a:lnTo>
                    <a:pt x="1351018" y="1112570"/>
                  </a:lnTo>
                  <a:lnTo>
                    <a:pt x="1472427" y="1020946"/>
                  </a:lnTo>
                  <a:lnTo>
                    <a:pt x="1804154" y="764666"/>
                  </a:lnTo>
                  <a:lnTo>
                    <a:pt x="1841169" y="735177"/>
                  </a:lnTo>
                  <a:lnTo>
                    <a:pt x="1867592" y="697363"/>
                  </a:lnTo>
                  <a:lnTo>
                    <a:pt x="1866980" y="689381"/>
                  </a:lnTo>
                  <a:lnTo>
                    <a:pt x="1865139" y="681748"/>
                  </a:lnTo>
                  <a:lnTo>
                    <a:pt x="1862878" y="675144"/>
                  </a:lnTo>
                  <a:lnTo>
                    <a:pt x="1860821" y="668477"/>
                  </a:lnTo>
                  <a:lnTo>
                    <a:pt x="1827166" y="640384"/>
                  </a:lnTo>
                  <a:lnTo>
                    <a:pt x="1288897" y="623733"/>
                  </a:lnTo>
                  <a:lnTo>
                    <a:pt x="1191658" y="622185"/>
                  </a:lnTo>
                  <a:lnTo>
                    <a:pt x="1176823" y="578523"/>
                  </a:lnTo>
                  <a:lnTo>
                    <a:pt x="1160133" y="530197"/>
                  </a:lnTo>
                  <a:lnTo>
                    <a:pt x="1142039" y="478410"/>
                  </a:lnTo>
                  <a:lnTo>
                    <a:pt x="1122990" y="424362"/>
                  </a:lnTo>
                  <a:lnTo>
                    <a:pt x="1103437" y="369257"/>
                  </a:lnTo>
                  <a:lnTo>
                    <a:pt x="1083830" y="314296"/>
                  </a:lnTo>
                  <a:lnTo>
                    <a:pt x="1064619" y="260681"/>
                  </a:lnTo>
                  <a:lnTo>
                    <a:pt x="1029186" y="162296"/>
                  </a:lnTo>
                  <a:lnTo>
                    <a:pt x="1000739" y="83718"/>
                  </a:lnTo>
                  <a:lnTo>
                    <a:pt x="984165" y="39396"/>
                  </a:lnTo>
                  <a:lnTo>
                    <a:pt x="956357" y="2605"/>
                  </a:lnTo>
                  <a:lnTo>
                    <a:pt x="942980" y="215"/>
                  </a:lnTo>
                  <a:lnTo>
                    <a:pt x="933835" y="215"/>
                  </a:lnTo>
                  <a:lnTo>
                    <a:pt x="926799" y="0"/>
                  </a:lnTo>
                  <a:close/>
                </a:path>
                <a:path w="1868170" h="1780539">
                  <a:moveTo>
                    <a:pt x="1442039" y="1415605"/>
                  </a:moveTo>
                  <a:lnTo>
                    <a:pt x="933835" y="1415605"/>
                  </a:lnTo>
                  <a:lnTo>
                    <a:pt x="971515" y="1442228"/>
                  </a:lnTo>
                  <a:lnTo>
                    <a:pt x="1058514" y="1502811"/>
                  </a:lnTo>
                  <a:lnTo>
                    <a:pt x="1427322" y="1754085"/>
                  </a:lnTo>
                  <a:lnTo>
                    <a:pt x="1468806" y="1778852"/>
                  </a:lnTo>
                  <a:lnTo>
                    <a:pt x="1479038" y="1780000"/>
                  </a:lnTo>
                  <a:lnTo>
                    <a:pt x="1488373" y="1778623"/>
                  </a:lnTo>
                  <a:lnTo>
                    <a:pt x="1495772" y="1775523"/>
                  </a:lnTo>
                  <a:lnTo>
                    <a:pt x="1502414" y="1771599"/>
                  </a:lnTo>
                  <a:lnTo>
                    <a:pt x="1507977" y="1767243"/>
                  </a:lnTo>
                  <a:lnTo>
                    <a:pt x="1513768" y="1763318"/>
                  </a:lnTo>
                  <a:lnTo>
                    <a:pt x="1519623" y="1758188"/>
                  </a:lnTo>
                  <a:lnTo>
                    <a:pt x="1524857" y="1752130"/>
                  </a:lnTo>
                  <a:lnTo>
                    <a:pt x="1529037" y="1743673"/>
                  </a:lnTo>
                  <a:lnTo>
                    <a:pt x="1531099" y="1733561"/>
                  </a:lnTo>
                  <a:lnTo>
                    <a:pt x="1529973" y="1722539"/>
                  </a:lnTo>
                  <a:lnTo>
                    <a:pt x="1519608" y="1683085"/>
                  </a:lnTo>
                  <a:lnTo>
                    <a:pt x="1502413" y="1623345"/>
                  </a:lnTo>
                  <a:lnTo>
                    <a:pt x="1489923" y="1580073"/>
                  </a:lnTo>
                  <a:lnTo>
                    <a:pt x="1475929" y="1531769"/>
                  </a:lnTo>
                  <a:lnTo>
                    <a:pt x="1460774" y="1479669"/>
                  </a:lnTo>
                  <a:lnTo>
                    <a:pt x="1442039" y="1415605"/>
                  </a:lnTo>
                  <a:close/>
                </a:path>
                <a:path w="1868170" h="1780539">
                  <a:moveTo>
                    <a:pt x="940846" y="0"/>
                  </a:moveTo>
                  <a:lnTo>
                    <a:pt x="933835" y="215"/>
                  </a:lnTo>
                  <a:lnTo>
                    <a:pt x="942980" y="215"/>
                  </a:lnTo>
                  <a:lnTo>
                    <a:pt x="9408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365129" y="2172055"/>
              <a:ext cx="1746250" cy="1661160"/>
            </a:xfrm>
            <a:custGeom>
              <a:avLst/>
              <a:gdLst/>
              <a:ahLst/>
              <a:cxnLst/>
              <a:rect l="l" t="t" r="r" b="b"/>
              <a:pathLst>
                <a:path w="1746250" h="1661160">
                  <a:moveTo>
                    <a:pt x="5321" y="627646"/>
                  </a:moveTo>
                  <a:lnTo>
                    <a:pt x="4163" y="627646"/>
                  </a:lnTo>
                  <a:lnTo>
                    <a:pt x="3149" y="628281"/>
                  </a:lnTo>
                  <a:lnTo>
                    <a:pt x="2768" y="629462"/>
                  </a:lnTo>
                  <a:lnTo>
                    <a:pt x="1993" y="631278"/>
                  </a:lnTo>
                  <a:lnTo>
                    <a:pt x="1346" y="633158"/>
                  </a:lnTo>
                  <a:lnTo>
                    <a:pt x="749" y="635050"/>
                  </a:lnTo>
                  <a:lnTo>
                    <a:pt x="368" y="637031"/>
                  </a:lnTo>
                  <a:lnTo>
                    <a:pt x="0" y="638111"/>
                  </a:lnTo>
                  <a:lnTo>
                    <a:pt x="443" y="639343"/>
                  </a:lnTo>
                  <a:lnTo>
                    <a:pt x="1295" y="639927"/>
                  </a:lnTo>
                  <a:lnTo>
                    <a:pt x="533806" y="1026540"/>
                  </a:lnTo>
                  <a:lnTo>
                    <a:pt x="330161" y="1652219"/>
                  </a:lnTo>
                  <a:lnTo>
                    <a:pt x="329818" y="1653362"/>
                  </a:lnTo>
                  <a:lnTo>
                    <a:pt x="330161" y="1654467"/>
                  </a:lnTo>
                  <a:lnTo>
                    <a:pt x="331152" y="1655216"/>
                  </a:lnTo>
                  <a:lnTo>
                    <a:pt x="332638" y="1656448"/>
                  </a:lnTo>
                  <a:lnTo>
                    <a:pt x="334213" y="1657629"/>
                  </a:lnTo>
                  <a:lnTo>
                    <a:pt x="335838" y="1658912"/>
                  </a:lnTo>
                  <a:lnTo>
                    <a:pt x="337604" y="1659813"/>
                  </a:lnTo>
                  <a:lnTo>
                    <a:pt x="338518" y="1660601"/>
                  </a:lnTo>
                  <a:lnTo>
                    <a:pt x="339663" y="1660601"/>
                  </a:lnTo>
                  <a:lnTo>
                    <a:pt x="872959" y="1272870"/>
                  </a:lnTo>
                  <a:lnTo>
                    <a:pt x="1292204" y="1272870"/>
                  </a:lnTo>
                  <a:lnTo>
                    <a:pt x="1212049" y="1026540"/>
                  </a:lnTo>
                  <a:lnTo>
                    <a:pt x="1744548" y="639927"/>
                  </a:lnTo>
                  <a:lnTo>
                    <a:pt x="1745488" y="639343"/>
                  </a:lnTo>
                  <a:lnTo>
                    <a:pt x="1745907" y="638111"/>
                  </a:lnTo>
                  <a:lnTo>
                    <a:pt x="1745526" y="637031"/>
                  </a:lnTo>
                  <a:lnTo>
                    <a:pt x="1745119" y="635050"/>
                  </a:lnTo>
                  <a:lnTo>
                    <a:pt x="1744459" y="633158"/>
                  </a:lnTo>
                  <a:lnTo>
                    <a:pt x="1743837" y="631278"/>
                  </a:lnTo>
                  <a:lnTo>
                    <a:pt x="1742998" y="629462"/>
                  </a:lnTo>
                  <a:lnTo>
                    <a:pt x="1742706" y="628281"/>
                  </a:lnTo>
                  <a:lnTo>
                    <a:pt x="1742076" y="627887"/>
                  </a:lnTo>
                  <a:lnTo>
                    <a:pt x="663371" y="627887"/>
                  </a:lnTo>
                  <a:lnTo>
                    <a:pt x="5321" y="627646"/>
                  </a:lnTo>
                  <a:close/>
                </a:path>
                <a:path w="1746250" h="1661160">
                  <a:moveTo>
                    <a:pt x="1292204" y="1272870"/>
                  </a:moveTo>
                  <a:lnTo>
                    <a:pt x="872959" y="1272870"/>
                  </a:lnTo>
                  <a:lnTo>
                    <a:pt x="1405127" y="1659813"/>
                  </a:lnTo>
                  <a:lnTo>
                    <a:pt x="1406094" y="1660601"/>
                  </a:lnTo>
                  <a:lnTo>
                    <a:pt x="1407274" y="1660601"/>
                  </a:lnTo>
                  <a:lnTo>
                    <a:pt x="1408277" y="1659813"/>
                  </a:lnTo>
                  <a:lnTo>
                    <a:pt x="1409903" y="1658912"/>
                  </a:lnTo>
                  <a:lnTo>
                    <a:pt x="1413281" y="1656448"/>
                  </a:lnTo>
                  <a:lnTo>
                    <a:pt x="1414691" y="1655216"/>
                  </a:lnTo>
                  <a:lnTo>
                    <a:pt x="1415643" y="1654467"/>
                  </a:lnTo>
                  <a:lnTo>
                    <a:pt x="1415999" y="1653362"/>
                  </a:lnTo>
                  <a:lnTo>
                    <a:pt x="1415643" y="1652219"/>
                  </a:lnTo>
                  <a:lnTo>
                    <a:pt x="1292204" y="1272870"/>
                  </a:lnTo>
                  <a:close/>
                </a:path>
                <a:path w="1746250" h="1661160">
                  <a:moveTo>
                    <a:pt x="878128" y="165"/>
                  </a:moveTo>
                  <a:lnTo>
                    <a:pt x="867778" y="165"/>
                  </a:lnTo>
                  <a:lnTo>
                    <a:pt x="866787" y="901"/>
                  </a:lnTo>
                  <a:lnTo>
                    <a:pt x="663450" y="627646"/>
                  </a:lnTo>
                  <a:lnTo>
                    <a:pt x="663371" y="627887"/>
                  </a:lnTo>
                  <a:lnTo>
                    <a:pt x="1082509" y="627887"/>
                  </a:lnTo>
                  <a:lnTo>
                    <a:pt x="879436" y="1955"/>
                  </a:lnTo>
                  <a:lnTo>
                    <a:pt x="879132" y="901"/>
                  </a:lnTo>
                  <a:lnTo>
                    <a:pt x="878128" y="165"/>
                  </a:lnTo>
                  <a:close/>
                </a:path>
                <a:path w="1746250" h="1661160">
                  <a:moveTo>
                    <a:pt x="1741690" y="627646"/>
                  </a:moveTo>
                  <a:lnTo>
                    <a:pt x="1082509" y="627887"/>
                  </a:lnTo>
                  <a:lnTo>
                    <a:pt x="1742076" y="627887"/>
                  </a:lnTo>
                  <a:lnTo>
                    <a:pt x="1741690" y="627646"/>
                  </a:lnTo>
                  <a:close/>
                </a:path>
                <a:path w="1746250" h="1661160">
                  <a:moveTo>
                    <a:pt x="874991" y="0"/>
                  </a:moveTo>
                  <a:lnTo>
                    <a:pt x="870953" y="0"/>
                  </a:lnTo>
                  <a:lnTo>
                    <a:pt x="868972" y="165"/>
                  </a:lnTo>
                  <a:lnTo>
                    <a:pt x="876960" y="165"/>
                  </a:lnTo>
                  <a:lnTo>
                    <a:pt x="874991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81734" y="4140200"/>
              <a:ext cx="269875" cy="269240"/>
            </a:xfrm>
            <a:custGeom>
              <a:avLst/>
              <a:gdLst/>
              <a:ahLst/>
              <a:cxnLst/>
              <a:rect l="l" t="t" r="r" b="b"/>
              <a:pathLst>
                <a:path w="269875" h="269239">
                  <a:moveTo>
                    <a:pt x="134874" y="0"/>
                  </a:moveTo>
                  <a:lnTo>
                    <a:pt x="92249" y="6781"/>
                  </a:lnTo>
                  <a:lnTo>
                    <a:pt x="55226" y="25836"/>
                  </a:lnTo>
                  <a:lnTo>
                    <a:pt x="26027" y="54957"/>
                  </a:lnTo>
                  <a:lnTo>
                    <a:pt x="6877" y="91937"/>
                  </a:lnTo>
                  <a:lnTo>
                    <a:pt x="0" y="134569"/>
                  </a:lnTo>
                  <a:lnTo>
                    <a:pt x="6759" y="176369"/>
                  </a:lnTo>
                  <a:lnTo>
                    <a:pt x="26027" y="214021"/>
                  </a:lnTo>
                  <a:lnTo>
                    <a:pt x="55226" y="243133"/>
                  </a:lnTo>
                  <a:lnTo>
                    <a:pt x="92249" y="262221"/>
                  </a:lnTo>
                  <a:lnTo>
                    <a:pt x="134874" y="269074"/>
                  </a:lnTo>
                  <a:lnTo>
                    <a:pt x="177333" y="262221"/>
                  </a:lnTo>
                  <a:lnTo>
                    <a:pt x="214249" y="243133"/>
                  </a:lnTo>
                  <a:lnTo>
                    <a:pt x="215359" y="242023"/>
                  </a:lnTo>
                  <a:lnTo>
                    <a:pt x="134874" y="242023"/>
                  </a:lnTo>
                  <a:lnTo>
                    <a:pt x="92953" y="233570"/>
                  </a:lnTo>
                  <a:lnTo>
                    <a:pt x="58702" y="210527"/>
                  </a:lnTo>
                  <a:lnTo>
                    <a:pt x="35600" y="176369"/>
                  </a:lnTo>
                  <a:lnTo>
                    <a:pt x="27127" y="134569"/>
                  </a:lnTo>
                  <a:lnTo>
                    <a:pt x="35600" y="92727"/>
                  </a:lnTo>
                  <a:lnTo>
                    <a:pt x="58702" y="58600"/>
                  </a:lnTo>
                  <a:lnTo>
                    <a:pt x="92953" y="35613"/>
                  </a:lnTo>
                  <a:lnTo>
                    <a:pt x="134874" y="27190"/>
                  </a:lnTo>
                  <a:lnTo>
                    <a:pt x="215604" y="27190"/>
                  </a:lnTo>
                  <a:lnTo>
                    <a:pt x="214249" y="25836"/>
                  </a:lnTo>
                  <a:lnTo>
                    <a:pt x="177333" y="6781"/>
                  </a:lnTo>
                  <a:lnTo>
                    <a:pt x="134874" y="0"/>
                  </a:lnTo>
                  <a:close/>
                </a:path>
                <a:path w="269875" h="269239">
                  <a:moveTo>
                    <a:pt x="215604" y="27190"/>
                  </a:moveTo>
                  <a:lnTo>
                    <a:pt x="134874" y="27190"/>
                  </a:lnTo>
                  <a:lnTo>
                    <a:pt x="176592" y="35613"/>
                  </a:lnTo>
                  <a:lnTo>
                    <a:pt x="210645" y="58600"/>
                  </a:lnTo>
                  <a:lnTo>
                    <a:pt x="233597" y="92727"/>
                  </a:lnTo>
                  <a:lnTo>
                    <a:pt x="242011" y="134569"/>
                  </a:lnTo>
                  <a:lnTo>
                    <a:pt x="233597" y="176369"/>
                  </a:lnTo>
                  <a:lnTo>
                    <a:pt x="210645" y="210527"/>
                  </a:lnTo>
                  <a:lnTo>
                    <a:pt x="176592" y="233570"/>
                  </a:lnTo>
                  <a:lnTo>
                    <a:pt x="134874" y="242023"/>
                  </a:lnTo>
                  <a:lnTo>
                    <a:pt x="215359" y="242023"/>
                  </a:lnTo>
                  <a:lnTo>
                    <a:pt x="243386" y="214021"/>
                  </a:lnTo>
                  <a:lnTo>
                    <a:pt x="262508" y="177096"/>
                  </a:lnTo>
                  <a:lnTo>
                    <a:pt x="269379" y="134569"/>
                  </a:lnTo>
                  <a:lnTo>
                    <a:pt x="262508" y="91937"/>
                  </a:lnTo>
                  <a:lnTo>
                    <a:pt x="243386" y="54957"/>
                  </a:lnTo>
                  <a:lnTo>
                    <a:pt x="215604" y="271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60957" y="4197223"/>
              <a:ext cx="124891" cy="14504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366124" y="4220171"/>
              <a:ext cx="4947920" cy="957580"/>
            </a:xfrm>
            <a:custGeom>
              <a:avLst/>
              <a:gdLst/>
              <a:ahLst/>
              <a:cxnLst/>
              <a:rect l="l" t="t" r="r" b="b"/>
              <a:pathLst>
                <a:path w="4947920" h="957579">
                  <a:moveTo>
                    <a:pt x="875652" y="61175"/>
                  </a:moveTo>
                  <a:lnTo>
                    <a:pt x="869492" y="16827"/>
                  </a:lnTo>
                  <a:lnTo>
                    <a:pt x="838085" y="0"/>
                  </a:lnTo>
                  <a:lnTo>
                    <a:pt x="515607" y="0"/>
                  </a:lnTo>
                  <a:lnTo>
                    <a:pt x="478028" y="61175"/>
                  </a:lnTo>
                  <a:lnTo>
                    <a:pt x="478028" y="72758"/>
                  </a:lnTo>
                  <a:lnTo>
                    <a:pt x="480415" y="78917"/>
                  </a:lnTo>
                  <a:lnTo>
                    <a:pt x="488823" y="82677"/>
                  </a:lnTo>
                  <a:lnTo>
                    <a:pt x="526872" y="103886"/>
                  </a:lnTo>
                  <a:lnTo>
                    <a:pt x="539661" y="115824"/>
                  </a:lnTo>
                  <a:lnTo>
                    <a:pt x="546620" y="132156"/>
                  </a:lnTo>
                  <a:lnTo>
                    <a:pt x="549490" y="151447"/>
                  </a:lnTo>
                  <a:lnTo>
                    <a:pt x="550062" y="172212"/>
                  </a:lnTo>
                  <a:lnTo>
                    <a:pt x="550062" y="335699"/>
                  </a:lnTo>
                  <a:lnTo>
                    <a:pt x="548436" y="343662"/>
                  </a:lnTo>
                  <a:lnTo>
                    <a:pt x="544017" y="350202"/>
                  </a:lnTo>
                  <a:lnTo>
                    <a:pt x="537476" y="354622"/>
                  </a:lnTo>
                  <a:lnTo>
                    <a:pt x="529450" y="356235"/>
                  </a:lnTo>
                  <a:lnTo>
                    <a:pt x="346202" y="356235"/>
                  </a:lnTo>
                  <a:lnTo>
                    <a:pt x="338188" y="354622"/>
                  </a:lnTo>
                  <a:lnTo>
                    <a:pt x="331622" y="350202"/>
                  </a:lnTo>
                  <a:lnTo>
                    <a:pt x="327202" y="343662"/>
                  </a:lnTo>
                  <a:lnTo>
                    <a:pt x="325577" y="335699"/>
                  </a:lnTo>
                  <a:lnTo>
                    <a:pt x="325577" y="172212"/>
                  </a:lnTo>
                  <a:lnTo>
                    <a:pt x="329018" y="132156"/>
                  </a:lnTo>
                  <a:lnTo>
                    <a:pt x="386930" y="82677"/>
                  </a:lnTo>
                  <a:lnTo>
                    <a:pt x="395287" y="78917"/>
                  </a:lnTo>
                  <a:lnTo>
                    <a:pt x="397649" y="72758"/>
                  </a:lnTo>
                  <a:lnTo>
                    <a:pt x="397649" y="61175"/>
                  </a:lnTo>
                  <a:lnTo>
                    <a:pt x="391464" y="16827"/>
                  </a:lnTo>
                  <a:lnTo>
                    <a:pt x="388200" y="8102"/>
                  </a:lnTo>
                  <a:lnTo>
                    <a:pt x="382003" y="2984"/>
                  </a:lnTo>
                  <a:lnTo>
                    <a:pt x="372681" y="596"/>
                  </a:lnTo>
                  <a:lnTo>
                    <a:pt x="360070" y="0"/>
                  </a:lnTo>
                  <a:lnTo>
                    <a:pt x="37630" y="0"/>
                  </a:lnTo>
                  <a:lnTo>
                    <a:pt x="0" y="61175"/>
                  </a:lnTo>
                  <a:lnTo>
                    <a:pt x="0" y="72758"/>
                  </a:lnTo>
                  <a:lnTo>
                    <a:pt x="2387" y="78917"/>
                  </a:lnTo>
                  <a:lnTo>
                    <a:pt x="57467" y="103886"/>
                  </a:lnTo>
                  <a:lnTo>
                    <a:pt x="71323" y="114668"/>
                  </a:lnTo>
                  <a:lnTo>
                    <a:pt x="80772" y="131127"/>
                  </a:lnTo>
                  <a:lnTo>
                    <a:pt x="86169" y="151053"/>
                  </a:lnTo>
                  <a:lnTo>
                    <a:pt x="87896" y="172212"/>
                  </a:lnTo>
                  <a:lnTo>
                    <a:pt x="87896" y="758240"/>
                  </a:lnTo>
                  <a:lnTo>
                    <a:pt x="80772" y="799287"/>
                  </a:lnTo>
                  <a:lnTo>
                    <a:pt x="2387" y="851458"/>
                  </a:lnTo>
                  <a:lnTo>
                    <a:pt x="0" y="857643"/>
                  </a:lnTo>
                  <a:lnTo>
                    <a:pt x="0" y="869213"/>
                  </a:lnTo>
                  <a:lnTo>
                    <a:pt x="723" y="873899"/>
                  </a:lnTo>
                  <a:lnTo>
                    <a:pt x="6184" y="926820"/>
                  </a:lnTo>
                  <a:lnTo>
                    <a:pt x="9436" y="935596"/>
                  </a:lnTo>
                  <a:lnTo>
                    <a:pt x="15646" y="940727"/>
                  </a:lnTo>
                  <a:lnTo>
                    <a:pt x="24980" y="943127"/>
                  </a:lnTo>
                  <a:lnTo>
                    <a:pt x="37630" y="943724"/>
                  </a:lnTo>
                  <a:lnTo>
                    <a:pt x="375869" y="943724"/>
                  </a:lnTo>
                  <a:lnTo>
                    <a:pt x="412762" y="873899"/>
                  </a:lnTo>
                  <a:lnTo>
                    <a:pt x="413423" y="869213"/>
                  </a:lnTo>
                  <a:lnTo>
                    <a:pt x="413423" y="857643"/>
                  </a:lnTo>
                  <a:lnTo>
                    <a:pt x="411086" y="851458"/>
                  </a:lnTo>
                  <a:lnTo>
                    <a:pt x="356031" y="826579"/>
                  </a:lnTo>
                  <a:lnTo>
                    <a:pt x="342150" y="815771"/>
                  </a:lnTo>
                  <a:lnTo>
                    <a:pt x="332701" y="799287"/>
                  </a:lnTo>
                  <a:lnTo>
                    <a:pt x="327291" y="779373"/>
                  </a:lnTo>
                  <a:lnTo>
                    <a:pt x="325577" y="758240"/>
                  </a:lnTo>
                  <a:lnTo>
                    <a:pt x="325577" y="520039"/>
                  </a:lnTo>
                  <a:lnTo>
                    <a:pt x="327202" y="511975"/>
                  </a:lnTo>
                  <a:lnTo>
                    <a:pt x="331622" y="505396"/>
                  </a:lnTo>
                  <a:lnTo>
                    <a:pt x="338188" y="500951"/>
                  </a:lnTo>
                  <a:lnTo>
                    <a:pt x="346202" y="499325"/>
                  </a:lnTo>
                  <a:lnTo>
                    <a:pt x="529450" y="499325"/>
                  </a:lnTo>
                  <a:lnTo>
                    <a:pt x="537476" y="500951"/>
                  </a:lnTo>
                  <a:lnTo>
                    <a:pt x="544017" y="505396"/>
                  </a:lnTo>
                  <a:lnTo>
                    <a:pt x="548436" y="511975"/>
                  </a:lnTo>
                  <a:lnTo>
                    <a:pt x="550062" y="520039"/>
                  </a:lnTo>
                  <a:lnTo>
                    <a:pt x="550062" y="758240"/>
                  </a:lnTo>
                  <a:lnTo>
                    <a:pt x="542950" y="799287"/>
                  </a:lnTo>
                  <a:lnTo>
                    <a:pt x="464654" y="851458"/>
                  </a:lnTo>
                  <a:lnTo>
                    <a:pt x="462267" y="857643"/>
                  </a:lnTo>
                  <a:lnTo>
                    <a:pt x="462267" y="869213"/>
                  </a:lnTo>
                  <a:lnTo>
                    <a:pt x="462915" y="873899"/>
                  </a:lnTo>
                  <a:lnTo>
                    <a:pt x="468414" y="926820"/>
                  </a:lnTo>
                  <a:lnTo>
                    <a:pt x="471665" y="935596"/>
                  </a:lnTo>
                  <a:lnTo>
                    <a:pt x="477862" y="940727"/>
                  </a:lnTo>
                  <a:lnTo>
                    <a:pt x="487197" y="943127"/>
                  </a:lnTo>
                  <a:lnTo>
                    <a:pt x="499859" y="943724"/>
                  </a:lnTo>
                  <a:lnTo>
                    <a:pt x="838085" y="943724"/>
                  </a:lnTo>
                  <a:lnTo>
                    <a:pt x="875652" y="869213"/>
                  </a:lnTo>
                  <a:lnTo>
                    <a:pt x="875652" y="857643"/>
                  </a:lnTo>
                  <a:lnTo>
                    <a:pt x="873290" y="851458"/>
                  </a:lnTo>
                  <a:lnTo>
                    <a:pt x="818172" y="826579"/>
                  </a:lnTo>
                  <a:lnTo>
                    <a:pt x="804354" y="815771"/>
                  </a:lnTo>
                  <a:lnTo>
                    <a:pt x="794918" y="799287"/>
                  </a:lnTo>
                  <a:lnTo>
                    <a:pt x="789520" y="779373"/>
                  </a:lnTo>
                  <a:lnTo>
                    <a:pt x="787806" y="758240"/>
                  </a:lnTo>
                  <a:lnTo>
                    <a:pt x="787806" y="172212"/>
                  </a:lnTo>
                  <a:lnTo>
                    <a:pt x="794918" y="131127"/>
                  </a:lnTo>
                  <a:lnTo>
                    <a:pt x="873290" y="78917"/>
                  </a:lnTo>
                  <a:lnTo>
                    <a:pt x="875652" y="72758"/>
                  </a:lnTo>
                  <a:lnTo>
                    <a:pt x="875652" y="61175"/>
                  </a:lnTo>
                  <a:close/>
                </a:path>
                <a:path w="4947920" h="957579">
                  <a:moveTo>
                    <a:pt x="1567370" y="756716"/>
                  </a:moveTo>
                  <a:lnTo>
                    <a:pt x="1544599" y="727087"/>
                  </a:lnTo>
                  <a:lnTo>
                    <a:pt x="1511236" y="711504"/>
                  </a:lnTo>
                  <a:lnTo>
                    <a:pt x="1483106" y="718604"/>
                  </a:lnTo>
                  <a:lnTo>
                    <a:pt x="1452587" y="746848"/>
                  </a:lnTo>
                  <a:lnTo>
                    <a:pt x="1418805" y="773023"/>
                  </a:lnTo>
                  <a:lnTo>
                    <a:pt x="1383207" y="794829"/>
                  </a:lnTo>
                  <a:lnTo>
                    <a:pt x="1346695" y="810272"/>
                  </a:lnTo>
                  <a:lnTo>
                    <a:pt x="1317409" y="816902"/>
                  </a:lnTo>
                  <a:lnTo>
                    <a:pt x="1278890" y="819708"/>
                  </a:lnTo>
                  <a:lnTo>
                    <a:pt x="1236052" y="815492"/>
                  </a:lnTo>
                  <a:lnTo>
                    <a:pt x="1193838" y="801001"/>
                  </a:lnTo>
                  <a:lnTo>
                    <a:pt x="1157160" y="773023"/>
                  </a:lnTo>
                  <a:lnTo>
                    <a:pt x="1130973" y="728319"/>
                  </a:lnTo>
                  <a:lnTo>
                    <a:pt x="1127569" y="713524"/>
                  </a:lnTo>
                  <a:lnTo>
                    <a:pt x="1129766" y="703389"/>
                  </a:lnTo>
                  <a:lnTo>
                    <a:pt x="1137488" y="696493"/>
                  </a:lnTo>
                  <a:lnTo>
                    <a:pt x="1150658" y="691400"/>
                  </a:lnTo>
                  <a:lnTo>
                    <a:pt x="1183005" y="681672"/>
                  </a:lnTo>
                  <a:lnTo>
                    <a:pt x="1229817" y="667105"/>
                  </a:lnTo>
                  <a:lnTo>
                    <a:pt x="1286852" y="648284"/>
                  </a:lnTo>
                  <a:lnTo>
                    <a:pt x="1349857" y="625767"/>
                  </a:lnTo>
                  <a:lnTo>
                    <a:pt x="1406207" y="603084"/>
                  </a:lnTo>
                  <a:lnTo>
                    <a:pt x="1452308" y="582053"/>
                  </a:lnTo>
                  <a:lnTo>
                    <a:pt x="1455699" y="580517"/>
                  </a:lnTo>
                  <a:lnTo>
                    <a:pt x="1494624" y="560705"/>
                  </a:lnTo>
                  <a:lnTo>
                    <a:pt x="1542516" y="525145"/>
                  </a:lnTo>
                  <a:lnTo>
                    <a:pt x="1555394" y="474167"/>
                  </a:lnTo>
                  <a:lnTo>
                    <a:pt x="1546999" y="445719"/>
                  </a:lnTo>
                  <a:lnTo>
                    <a:pt x="1528457" y="408787"/>
                  </a:lnTo>
                  <a:lnTo>
                    <a:pt x="1505699" y="372554"/>
                  </a:lnTo>
                  <a:lnTo>
                    <a:pt x="1480578" y="340525"/>
                  </a:lnTo>
                  <a:lnTo>
                    <a:pt x="1447203" y="306336"/>
                  </a:lnTo>
                  <a:lnTo>
                    <a:pt x="1411300" y="278447"/>
                  </a:lnTo>
                  <a:lnTo>
                    <a:pt x="1370863" y="255422"/>
                  </a:lnTo>
                  <a:lnTo>
                    <a:pt x="1339456" y="243497"/>
                  </a:lnTo>
                  <a:lnTo>
                    <a:pt x="1339456" y="484162"/>
                  </a:lnTo>
                  <a:lnTo>
                    <a:pt x="1336979" y="500875"/>
                  </a:lnTo>
                  <a:lnTo>
                    <a:pt x="1303794" y="534276"/>
                  </a:lnTo>
                  <a:lnTo>
                    <a:pt x="1211262" y="567486"/>
                  </a:lnTo>
                  <a:lnTo>
                    <a:pt x="1173314" y="578916"/>
                  </a:lnTo>
                  <a:lnTo>
                    <a:pt x="1145184" y="582053"/>
                  </a:lnTo>
                  <a:lnTo>
                    <a:pt x="1125359" y="574586"/>
                  </a:lnTo>
                  <a:lnTo>
                    <a:pt x="1112329" y="554164"/>
                  </a:lnTo>
                  <a:lnTo>
                    <a:pt x="1106398" y="518287"/>
                  </a:lnTo>
                  <a:lnTo>
                    <a:pt x="1109002" y="470154"/>
                  </a:lnTo>
                  <a:lnTo>
                    <a:pt x="1121702" y="419430"/>
                  </a:lnTo>
                  <a:lnTo>
                    <a:pt x="1146073" y="375767"/>
                  </a:lnTo>
                  <a:lnTo>
                    <a:pt x="1183728" y="348818"/>
                  </a:lnTo>
                  <a:lnTo>
                    <a:pt x="1227264" y="340525"/>
                  </a:lnTo>
                  <a:lnTo>
                    <a:pt x="1263802" y="347027"/>
                  </a:lnTo>
                  <a:lnTo>
                    <a:pt x="1316913" y="398907"/>
                  </a:lnTo>
                  <a:lnTo>
                    <a:pt x="1334008" y="441528"/>
                  </a:lnTo>
                  <a:lnTo>
                    <a:pt x="1339367" y="482257"/>
                  </a:lnTo>
                  <a:lnTo>
                    <a:pt x="1339456" y="484162"/>
                  </a:lnTo>
                  <a:lnTo>
                    <a:pt x="1339456" y="243497"/>
                  </a:lnTo>
                  <a:lnTo>
                    <a:pt x="1325803" y="238302"/>
                  </a:lnTo>
                  <a:lnTo>
                    <a:pt x="1276057" y="228142"/>
                  </a:lnTo>
                  <a:lnTo>
                    <a:pt x="1221524" y="225983"/>
                  </a:lnTo>
                  <a:lnTo>
                    <a:pt x="1162151" y="232854"/>
                  </a:lnTo>
                  <a:lnTo>
                    <a:pt x="1114488" y="245618"/>
                  </a:lnTo>
                  <a:lnTo>
                    <a:pt x="1070038" y="264769"/>
                  </a:lnTo>
                  <a:lnTo>
                    <a:pt x="1029220" y="289763"/>
                  </a:lnTo>
                  <a:lnTo>
                    <a:pt x="992479" y="320014"/>
                  </a:lnTo>
                  <a:lnTo>
                    <a:pt x="960208" y="354952"/>
                  </a:lnTo>
                  <a:lnTo>
                    <a:pt x="932865" y="394017"/>
                  </a:lnTo>
                  <a:lnTo>
                    <a:pt x="910856" y="436651"/>
                  </a:lnTo>
                  <a:lnTo>
                    <a:pt x="894600" y="482257"/>
                  </a:lnTo>
                  <a:lnTo>
                    <a:pt x="884542" y="530275"/>
                  </a:lnTo>
                  <a:lnTo>
                    <a:pt x="881176" y="578916"/>
                  </a:lnTo>
                  <a:lnTo>
                    <a:pt x="881202" y="582053"/>
                  </a:lnTo>
                  <a:lnTo>
                    <a:pt x="884148" y="634949"/>
                  </a:lnTo>
                  <a:lnTo>
                    <a:pt x="893025" y="685457"/>
                  </a:lnTo>
                  <a:lnTo>
                    <a:pt x="907313" y="731697"/>
                  </a:lnTo>
                  <a:lnTo>
                    <a:pt x="926617" y="773671"/>
                  </a:lnTo>
                  <a:lnTo>
                    <a:pt x="950493" y="811390"/>
                  </a:lnTo>
                  <a:lnTo>
                    <a:pt x="978560" y="844867"/>
                  </a:lnTo>
                  <a:lnTo>
                    <a:pt x="1010386" y="874102"/>
                  </a:lnTo>
                  <a:lnTo>
                    <a:pt x="1045565" y="899121"/>
                  </a:lnTo>
                  <a:lnTo>
                    <a:pt x="1083691" y="919924"/>
                  </a:lnTo>
                  <a:lnTo>
                    <a:pt x="1124331" y="936536"/>
                  </a:lnTo>
                  <a:lnTo>
                    <a:pt x="1167104" y="948931"/>
                  </a:lnTo>
                  <a:lnTo>
                    <a:pt x="1217231" y="956805"/>
                  </a:lnTo>
                  <a:lnTo>
                    <a:pt x="1268272" y="957224"/>
                  </a:lnTo>
                  <a:lnTo>
                    <a:pt x="1319161" y="950671"/>
                  </a:lnTo>
                  <a:lnTo>
                    <a:pt x="1368882" y="937628"/>
                  </a:lnTo>
                  <a:lnTo>
                    <a:pt x="1416392" y="918565"/>
                  </a:lnTo>
                  <a:lnTo>
                    <a:pt x="1460665" y="893965"/>
                  </a:lnTo>
                  <a:lnTo>
                    <a:pt x="1500657" y="864311"/>
                  </a:lnTo>
                  <a:lnTo>
                    <a:pt x="1535353" y="830072"/>
                  </a:lnTo>
                  <a:lnTo>
                    <a:pt x="1563712" y="791730"/>
                  </a:lnTo>
                  <a:lnTo>
                    <a:pt x="1567370" y="756716"/>
                  </a:lnTo>
                  <a:close/>
                </a:path>
                <a:path w="4947920" h="957579">
                  <a:moveTo>
                    <a:pt x="3485616" y="756716"/>
                  </a:moveTo>
                  <a:lnTo>
                    <a:pt x="3462858" y="727087"/>
                  </a:lnTo>
                  <a:lnTo>
                    <a:pt x="3429520" y="711504"/>
                  </a:lnTo>
                  <a:lnTo>
                    <a:pt x="3401428" y="718604"/>
                  </a:lnTo>
                  <a:lnTo>
                    <a:pt x="3370872" y="746848"/>
                  </a:lnTo>
                  <a:lnTo>
                    <a:pt x="3337077" y="773023"/>
                  </a:lnTo>
                  <a:lnTo>
                    <a:pt x="3301479" y="794829"/>
                  </a:lnTo>
                  <a:lnTo>
                    <a:pt x="3264966" y="810272"/>
                  </a:lnTo>
                  <a:lnTo>
                    <a:pt x="3235693" y="816902"/>
                  </a:lnTo>
                  <a:lnTo>
                    <a:pt x="3197174" y="819708"/>
                  </a:lnTo>
                  <a:lnTo>
                    <a:pt x="3154337" y="815492"/>
                  </a:lnTo>
                  <a:lnTo>
                    <a:pt x="3112109" y="801001"/>
                  </a:lnTo>
                  <a:lnTo>
                    <a:pt x="3075444" y="773023"/>
                  </a:lnTo>
                  <a:lnTo>
                    <a:pt x="3049257" y="728319"/>
                  </a:lnTo>
                  <a:lnTo>
                    <a:pt x="3045866" y="713524"/>
                  </a:lnTo>
                  <a:lnTo>
                    <a:pt x="3048050" y="703389"/>
                  </a:lnTo>
                  <a:lnTo>
                    <a:pt x="3055747" y="696493"/>
                  </a:lnTo>
                  <a:lnTo>
                    <a:pt x="3068942" y="691400"/>
                  </a:lnTo>
                  <a:lnTo>
                    <a:pt x="3101302" y="681672"/>
                  </a:lnTo>
                  <a:lnTo>
                    <a:pt x="3148114" y="667105"/>
                  </a:lnTo>
                  <a:lnTo>
                    <a:pt x="3205124" y="648284"/>
                  </a:lnTo>
                  <a:lnTo>
                    <a:pt x="3268103" y="625767"/>
                  </a:lnTo>
                  <a:lnTo>
                    <a:pt x="3324479" y="603084"/>
                  </a:lnTo>
                  <a:lnTo>
                    <a:pt x="3371431" y="581685"/>
                  </a:lnTo>
                  <a:lnTo>
                    <a:pt x="3412921" y="560705"/>
                  </a:lnTo>
                  <a:lnTo>
                    <a:pt x="3460800" y="525145"/>
                  </a:lnTo>
                  <a:lnTo>
                    <a:pt x="3473691" y="474167"/>
                  </a:lnTo>
                  <a:lnTo>
                    <a:pt x="3465271" y="445719"/>
                  </a:lnTo>
                  <a:lnTo>
                    <a:pt x="3446754" y="408787"/>
                  </a:lnTo>
                  <a:lnTo>
                    <a:pt x="3423996" y="372554"/>
                  </a:lnTo>
                  <a:lnTo>
                    <a:pt x="3398418" y="339928"/>
                  </a:lnTo>
                  <a:lnTo>
                    <a:pt x="3396945" y="338048"/>
                  </a:lnTo>
                  <a:lnTo>
                    <a:pt x="3365500" y="306336"/>
                  </a:lnTo>
                  <a:lnTo>
                    <a:pt x="3329597" y="278447"/>
                  </a:lnTo>
                  <a:lnTo>
                    <a:pt x="3289147" y="255422"/>
                  </a:lnTo>
                  <a:lnTo>
                    <a:pt x="3257689" y="243484"/>
                  </a:lnTo>
                  <a:lnTo>
                    <a:pt x="3257689" y="484162"/>
                  </a:lnTo>
                  <a:lnTo>
                    <a:pt x="3255238" y="500875"/>
                  </a:lnTo>
                  <a:lnTo>
                    <a:pt x="3223260" y="533679"/>
                  </a:lnTo>
                  <a:lnTo>
                    <a:pt x="3169920" y="554431"/>
                  </a:lnTo>
                  <a:lnTo>
                    <a:pt x="3129597" y="567855"/>
                  </a:lnTo>
                  <a:lnTo>
                    <a:pt x="3091446" y="578586"/>
                  </a:lnTo>
                  <a:lnTo>
                    <a:pt x="3063329" y="581685"/>
                  </a:lnTo>
                  <a:lnTo>
                    <a:pt x="3043593" y="574433"/>
                  </a:lnTo>
                  <a:lnTo>
                    <a:pt x="3030588" y="554164"/>
                  </a:lnTo>
                  <a:lnTo>
                    <a:pt x="3025432" y="528904"/>
                  </a:lnTo>
                  <a:lnTo>
                    <a:pt x="3024924" y="501472"/>
                  </a:lnTo>
                  <a:lnTo>
                    <a:pt x="3024809" y="495414"/>
                  </a:lnTo>
                  <a:lnTo>
                    <a:pt x="3039808" y="420001"/>
                  </a:lnTo>
                  <a:lnTo>
                    <a:pt x="3063557" y="376923"/>
                  </a:lnTo>
                  <a:lnTo>
                    <a:pt x="3102076" y="348818"/>
                  </a:lnTo>
                  <a:lnTo>
                    <a:pt x="3151809" y="339928"/>
                  </a:lnTo>
                  <a:lnTo>
                    <a:pt x="3173399" y="343827"/>
                  </a:lnTo>
                  <a:lnTo>
                    <a:pt x="3211830" y="366928"/>
                  </a:lnTo>
                  <a:lnTo>
                    <a:pt x="3241497" y="412000"/>
                  </a:lnTo>
                  <a:lnTo>
                    <a:pt x="3256813" y="463524"/>
                  </a:lnTo>
                  <a:lnTo>
                    <a:pt x="3257689" y="484162"/>
                  </a:lnTo>
                  <a:lnTo>
                    <a:pt x="3257689" y="243484"/>
                  </a:lnTo>
                  <a:lnTo>
                    <a:pt x="3244075" y="238302"/>
                  </a:lnTo>
                  <a:lnTo>
                    <a:pt x="3194316" y="228142"/>
                  </a:lnTo>
                  <a:lnTo>
                    <a:pt x="3139795" y="225983"/>
                  </a:lnTo>
                  <a:lnTo>
                    <a:pt x="3080423" y="232854"/>
                  </a:lnTo>
                  <a:lnTo>
                    <a:pt x="3032760" y="245618"/>
                  </a:lnTo>
                  <a:lnTo>
                    <a:pt x="2988310" y="264769"/>
                  </a:lnTo>
                  <a:lnTo>
                    <a:pt x="2947492" y="289763"/>
                  </a:lnTo>
                  <a:lnTo>
                    <a:pt x="2910738" y="320014"/>
                  </a:lnTo>
                  <a:lnTo>
                    <a:pt x="2878467" y="354952"/>
                  </a:lnTo>
                  <a:lnTo>
                    <a:pt x="2851099" y="394017"/>
                  </a:lnTo>
                  <a:lnTo>
                    <a:pt x="2829077" y="436651"/>
                  </a:lnTo>
                  <a:lnTo>
                    <a:pt x="2812821" y="482257"/>
                  </a:lnTo>
                  <a:lnTo>
                    <a:pt x="2802750" y="530275"/>
                  </a:lnTo>
                  <a:lnTo>
                    <a:pt x="2799410" y="578586"/>
                  </a:lnTo>
                  <a:lnTo>
                    <a:pt x="2799384" y="581685"/>
                  </a:lnTo>
                  <a:lnTo>
                    <a:pt x="2802356" y="634949"/>
                  </a:lnTo>
                  <a:lnTo>
                    <a:pt x="2811234" y="685457"/>
                  </a:lnTo>
                  <a:lnTo>
                    <a:pt x="2825534" y="731697"/>
                  </a:lnTo>
                  <a:lnTo>
                    <a:pt x="2844838" y="773671"/>
                  </a:lnTo>
                  <a:lnTo>
                    <a:pt x="2868726" y="811390"/>
                  </a:lnTo>
                  <a:lnTo>
                    <a:pt x="2896793" y="844867"/>
                  </a:lnTo>
                  <a:lnTo>
                    <a:pt x="2928632" y="874102"/>
                  </a:lnTo>
                  <a:lnTo>
                    <a:pt x="2963811" y="899121"/>
                  </a:lnTo>
                  <a:lnTo>
                    <a:pt x="3001949" y="919924"/>
                  </a:lnTo>
                  <a:lnTo>
                    <a:pt x="3042602" y="936536"/>
                  </a:lnTo>
                  <a:lnTo>
                    <a:pt x="3085376" y="948931"/>
                  </a:lnTo>
                  <a:lnTo>
                    <a:pt x="3135541" y="956805"/>
                  </a:lnTo>
                  <a:lnTo>
                    <a:pt x="3186582" y="957224"/>
                  </a:lnTo>
                  <a:lnTo>
                    <a:pt x="3237484" y="950671"/>
                  </a:lnTo>
                  <a:lnTo>
                    <a:pt x="3287204" y="937628"/>
                  </a:lnTo>
                  <a:lnTo>
                    <a:pt x="3334702" y="918565"/>
                  </a:lnTo>
                  <a:lnTo>
                    <a:pt x="3378962" y="893965"/>
                  </a:lnTo>
                  <a:lnTo>
                    <a:pt x="3418941" y="864311"/>
                  </a:lnTo>
                  <a:lnTo>
                    <a:pt x="3453612" y="830072"/>
                  </a:lnTo>
                  <a:lnTo>
                    <a:pt x="3461270" y="819708"/>
                  </a:lnTo>
                  <a:lnTo>
                    <a:pt x="3481959" y="791730"/>
                  </a:lnTo>
                  <a:lnTo>
                    <a:pt x="3485616" y="756716"/>
                  </a:lnTo>
                  <a:close/>
                </a:path>
                <a:path w="4947920" h="957579">
                  <a:moveTo>
                    <a:pt x="4947920" y="756716"/>
                  </a:moveTo>
                  <a:lnTo>
                    <a:pt x="4925174" y="727087"/>
                  </a:lnTo>
                  <a:lnTo>
                    <a:pt x="4891849" y="711504"/>
                  </a:lnTo>
                  <a:lnTo>
                    <a:pt x="4863770" y="718604"/>
                  </a:lnTo>
                  <a:lnTo>
                    <a:pt x="4833213" y="746848"/>
                  </a:lnTo>
                  <a:lnTo>
                    <a:pt x="4799419" y="773023"/>
                  </a:lnTo>
                  <a:lnTo>
                    <a:pt x="4763821" y="794829"/>
                  </a:lnTo>
                  <a:lnTo>
                    <a:pt x="4727283" y="810272"/>
                  </a:lnTo>
                  <a:lnTo>
                    <a:pt x="4697996" y="816902"/>
                  </a:lnTo>
                  <a:lnTo>
                    <a:pt x="4659465" y="819708"/>
                  </a:lnTo>
                  <a:lnTo>
                    <a:pt x="4616628" y="815492"/>
                  </a:lnTo>
                  <a:lnTo>
                    <a:pt x="4574400" y="801001"/>
                  </a:lnTo>
                  <a:lnTo>
                    <a:pt x="4537735" y="773023"/>
                  </a:lnTo>
                  <a:lnTo>
                    <a:pt x="4511560" y="728319"/>
                  </a:lnTo>
                  <a:lnTo>
                    <a:pt x="4508131" y="713524"/>
                  </a:lnTo>
                  <a:lnTo>
                    <a:pt x="4510290" y="703389"/>
                  </a:lnTo>
                  <a:lnTo>
                    <a:pt x="4517987" y="696493"/>
                  </a:lnTo>
                  <a:lnTo>
                    <a:pt x="4531182" y="691400"/>
                  </a:lnTo>
                  <a:lnTo>
                    <a:pt x="4563592" y="681672"/>
                  </a:lnTo>
                  <a:lnTo>
                    <a:pt x="4610417" y="667105"/>
                  </a:lnTo>
                  <a:lnTo>
                    <a:pt x="4667415" y="648284"/>
                  </a:lnTo>
                  <a:lnTo>
                    <a:pt x="4730369" y="625767"/>
                  </a:lnTo>
                  <a:lnTo>
                    <a:pt x="4786719" y="603084"/>
                  </a:lnTo>
                  <a:lnTo>
                    <a:pt x="4833658" y="581685"/>
                  </a:lnTo>
                  <a:lnTo>
                    <a:pt x="4875149" y="560705"/>
                  </a:lnTo>
                  <a:lnTo>
                    <a:pt x="4923079" y="525145"/>
                  </a:lnTo>
                  <a:lnTo>
                    <a:pt x="4935982" y="474167"/>
                  </a:lnTo>
                  <a:lnTo>
                    <a:pt x="4927574" y="445719"/>
                  </a:lnTo>
                  <a:lnTo>
                    <a:pt x="4909032" y="408787"/>
                  </a:lnTo>
                  <a:lnTo>
                    <a:pt x="4886274" y="372554"/>
                  </a:lnTo>
                  <a:lnTo>
                    <a:pt x="4860671" y="339928"/>
                  </a:lnTo>
                  <a:lnTo>
                    <a:pt x="4859198" y="338048"/>
                  </a:lnTo>
                  <a:lnTo>
                    <a:pt x="4827752" y="306336"/>
                  </a:lnTo>
                  <a:lnTo>
                    <a:pt x="4791849" y="278447"/>
                  </a:lnTo>
                  <a:lnTo>
                    <a:pt x="4751400" y="255422"/>
                  </a:lnTo>
                  <a:lnTo>
                    <a:pt x="4720056" y="243522"/>
                  </a:lnTo>
                  <a:lnTo>
                    <a:pt x="4720056" y="484162"/>
                  </a:lnTo>
                  <a:lnTo>
                    <a:pt x="4717605" y="500875"/>
                  </a:lnTo>
                  <a:lnTo>
                    <a:pt x="4685538" y="533679"/>
                  </a:lnTo>
                  <a:lnTo>
                    <a:pt x="4632236" y="554431"/>
                  </a:lnTo>
                  <a:lnTo>
                    <a:pt x="4591875" y="567855"/>
                  </a:lnTo>
                  <a:lnTo>
                    <a:pt x="4553750" y="578586"/>
                  </a:lnTo>
                  <a:lnTo>
                    <a:pt x="4525619" y="581685"/>
                  </a:lnTo>
                  <a:lnTo>
                    <a:pt x="4505833" y="574433"/>
                  </a:lnTo>
                  <a:lnTo>
                    <a:pt x="4492803" y="554164"/>
                  </a:lnTo>
                  <a:lnTo>
                    <a:pt x="4487672" y="528904"/>
                  </a:lnTo>
                  <a:lnTo>
                    <a:pt x="4487189" y="501472"/>
                  </a:lnTo>
                  <a:lnTo>
                    <a:pt x="4487088" y="495414"/>
                  </a:lnTo>
                  <a:lnTo>
                    <a:pt x="4491672" y="457758"/>
                  </a:lnTo>
                  <a:lnTo>
                    <a:pt x="4502048" y="420001"/>
                  </a:lnTo>
                  <a:lnTo>
                    <a:pt x="4525797" y="376923"/>
                  </a:lnTo>
                  <a:lnTo>
                    <a:pt x="4564304" y="348818"/>
                  </a:lnTo>
                  <a:lnTo>
                    <a:pt x="4614113" y="339928"/>
                  </a:lnTo>
                  <a:lnTo>
                    <a:pt x="4635728" y="343827"/>
                  </a:lnTo>
                  <a:lnTo>
                    <a:pt x="4674133" y="366928"/>
                  </a:lnTo>
                  <a:lnTo>
                    <a:pt x="4703838" y="412000"/>
                  </a:lnTo>
                  <a:lnTo>
                    <a:pt x="4719167" y="463524"/>
                  </a:lnTo>
                  <a:lnTo>
                    <a:pt x="4719967" y="482257"/>
                  </a:lnTo>
                  <a:lnTo>
                    <a:pt x="4720056" y="484162"/>
                  </a:lnTo>
                  <a:lnTo>
                    <a:pt x="4720056" y="243522"/>
                  </a:lnTo>
                  <a:lnTo>
                    <a:pt x="4706353" y="238302"/>
                  </a:lnTo>
                  <a:lnTo>
                    <a:pt x="4656607" y="228142"/>
                  </a:lnTo>
                  <a:lnTo>
                    <a:pt x="4602086" y="225983"/>
                  </a:lnTo>
                  <a:lnTo>
                    <a:pt x="4542739" y="232854"/>
                  </a:lnTo>
                  <a:lnTo>
                    <a:pt x="4495050" y="245618"/>
                  </a:lnTo>
                  <a:lnTo>
                    <a:pt x="4450600" y="264769"/>
                  </a:lnTo>
                  <a:lnTo>
                    <a:pt x="4409783" y="289763"/>
                  </a:lnTo>
                  <a:lnTo>
                    <a:pt x="4373042" y="320014"/>
                  </a:lnTo>
                  <a:lnTo>
                    <a:pt x="4340784" y="354952"/>
                  </a:lnTo>
                  <a:lnTo>
                    <a:pt x="4313453" y="394017"/>
                  </a:lnTo>
                  <a:lnTo>
                    <a:pt x="4291444" y="436651"/>
                  </a:lnTo>
                  <a:lnTo>
                    <a:pt x="4275213" y="482257"/>
                  </a:lnTo>
                  <a:lnTo>
                    <a:pt x="4265155" y="530275"/>
                  </a:lnTo>
                  <a:lnTo>
                    <a:pt x="4261815" y="578586"/>
                  </a:lnTo>
                  <a:lnTo>
                    <a:pt x="4261790" y="581685"/>
                  </a:lnTo>
                  <a:lnTo>
                    <a:pt x="4264761" y="634949"/>
                  </a:lnTo>
                  <a:lnTo>
                    <a:pt x="4273626" y="685457"/>
                  </a:lnTo>
                  <a:lnTo>
                    <a:pt x="4287913" y="731697"/>
                  </a:lnTo>
                  <a:lnTo>
                    <a:pt x="4307205" y="773671"/>
                  </a:lnTo>
                  <a:lnTo>
                    <a:pt x="4331081" y="811390"/>
                  </a:lnTo>
                  <a:lnTo>
                    <a:pt x="4359135" y="844867"/>
                  </a:lnTo>
                  <a:lnTo>
                    <a:pt x="4390949" y="874102"/>
                  </a:lnTo>
                  <a:lnTo>
                    <a:pt x="4426128" y="899121"/>
                  </a:lnTo>
                  <a:lnTo>
                    <a:pt x="4464240" y="919924"/>
                  </a:lnTo>
                  <a:lnTo>
                    <a:pt x="4504880" y="936536"/>
                  </a:lnTo>
                  <a:lnTo>
                    <a:pt x="4547641" y="948931"/>
                  </a:lnTo>
                  <a:lnTo>
                    <a:pt x="4597781" y="956805"/>
                  </a:lnTo>
                  <a:lnTo>
                    <a:pt x="4648822" y="957224"/>
                  </a:lnTo>
                  <a:lnTo>
                    <a:pt x="4699724" y="950671"/>
                  </a:lnTo>
                  <a:lnTo>
                    <a:pt x="4749444" y="937628"/>
                  </a:lnTo>
                  <a:lnTo>
                    <a:pt x="4796968" y="918565"/>
                  </a:lnTo>
                  <a:lnTo>
                    <a:pt x="4841240" y="893965"/>
                  </a:lnTo>
                  <a:lnTo>
                    <a:pt x="4881232" y="864311"/>
                  </a:lnTo>
                  <a:lnTo>
                    <a:pt x="4915916" y="830072"/>
                  </a:lnTo>
                  <a:lnTo>
                    <a:pt x="4923574" y="819708"/>
                  </a:lnTo>
                  <a:lnTo>
                    <a:pt x="4944262" y="791730"/>
                  </a:lnTo>
                  <a:lnTo>
                    <a:pt x="4947920" y="756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05516" y="4201007"/>
              <a:ext cx="244119" cy="235712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958120" y="4220171"/>
              <a:ext cx="4149090" cy="950594"/>
            </a:xfrm>
            <a:custGeom>
              <a:avLst/>
              <a:gdLst/>
              <a:ahLst/>
              <a:cxnLst/>
              <a:rect l="l" t="t" r="r" b="b"/>
              <a:pathLst>
                <a:path w="4149090" h="950595">
                  <a:moveTo>
                    <a:pt x="374510" y="871753"/>
                  </a:moveTo>
                  <a:lnTo>
                    <a:pt x="374434" y="859167"/>
                  </a:lnTo>
                  <a:lnTo>
                    <a:pt x="372046" y="853732"/>
                  </a:lnTo>
                  <a:lnTo>
                    <a:pt x="328117" y="829360"/>
                  </a:lnTo>
                  <a:lnTo>
                    <a:pt x="314998" y="818756"/>
                  </a:lnTo>
                  <a:lnTo>
                    <a:pt x="305917" y="802957"/>
                  </a:lnTo>
                  <a:lnTo>
                    <a:pt x="300621" y="783983"/>
                  </a:lnTo>
                  <a:lnTo>
                    <a:pt x="298919" y="763790"/>
                  </a:lnTo>
                  <a:lnTo>
                    <a:pt x="298919" y="277520"/>
                  </a:lnTo>
                  <a:lnTo>
                    <a:pt x="297294" y="269506"/>
                  </a:lnTo>
                  <a:lnTo>
                    <a:pt x="292887" y="262953"/>
                  </a:lnTo>
                  <a:lnTo>
                    <a:pt x="286359" y="258546"/>
                  </a:lnTo>
                  <a:lnTo>
                    <a:pt x="278371" y="256921"/>
                  </a:lnTo>
                  <a:lnTo>
                    <a:pt x="49847" y="256921"/>
                  </a:lnTo>
                  <a:lnTo>
                    <a:pt x="12433" y="316611"/>
                  </a:lnTo>
                  <a:lnTo>
                    <a:pt x="12306" y="329692"/>
                  </a:lnTo>
                  <a:lnTo>
                    <a:pt x="14592" y="335876"/>
                  </a:lnTo>
                  <a:lnTo>
                    <a:pt x="22948" y="339686"/>
                  </a:lnTo>
                  <a:lnTo>
                    <a:pt x="46266" y="353136"/>
                  </a:lnTo>
                  <a:lnTo>
                    <a:pt x="61226" y="366229"/>
                  </a:lnTo>
                  <a:lnTo>
                    <a:pt x="70154" y="385241"/>
                  </a:lnTo>
                  <a:lnTo>
                    <a:pt x="74485" y="407200"/>
                  </a:lnTo>
                  <a:lnTo>
                    <a:pt x="75615" y="429183"/>
                  </a:lnTo>
                  <a:lnTo>
                    <a:pt x="75615" y="763790"/>
                  </a:lnTo>
                  <a:lnTo>
                    <a:pt x="68592" y="802957"/>
                  </a:lnTo>
                  <a:lnTo>
                    <a:pt x="2540" y="853732"/>
                  </a:lnTo>
                  <a:lnTo>
                    <a:pt x="38" y="859167"/>
                  </a:lnTo>
                  <a:lnTo>
                    <a:pt x="5740" y="927582"/>
                  </a:lnTo>
                  <a:lnTo>
                    <a:pt x="35890" y="943737"/>
                  </a:lnTo>
                  <a:lnTo>
                    <a:pt x="338709" y="943737"/>
                  </a:lnTo>
                  <a:lnTo>
                    <a:pt x="374065" y="874699"/>
                  </a:lnTo>
                  <a:lnTo>
                    <a:pt x="374510" y="871753"/>
                  </a:lnTo>
                  <a:close/>
                </a:path>
                <a:path w="4149090" h="950595">
                  <a:moveTo>
                    <a:pt x="1193673" y="847128"/>
                  </a:moveTo>
                  <a:lnTo>
                    <a:pt x="1172159" y="810260"/>
                  </a:lnTo>
                  <a:lnTo>
                    <a:pt x="1155014" y="802271"/>
                  </a:lnTo>
                  <a:lnTo>
                    <a:pt x="1143850" y="805459"/>
                  </a:lnTo>
                  <a:lnTo>
                    <a:pt x="1131544" y="812800"/>
                  </a:lnTo>
                  <a:lnTo>
                    <a:pt x="1119708" y="820254"/>
                  </a:lnTo>
                  <a:lnTo>
                    <a:pt x="1109078" y="825106"/>
                  </a:lnTo>
                  <a:lnTo>
                    <a:pt x="1092479" y="798271"/>
                  </a:lnTo>
                  <a:lnTo>
                    <a:pt x="1092479" y="427990"/>
                  </a:lnTo>
                  <a:lnTo>
                    <a:pt x="1086192" y="363347"/>
                  </a:lnTo>
                  <a:lnTo>
                    <a:pt x="1068857" y="314464"/>
                  </a:lnTo>
                  <a:lnTo>
                    <a:pt x="1042708" y="278993"/>
                  </a:lnTo>
                  <a:lnTo>
                    <a:pt x="1009980" y="254533"/>
                  </a:lnTo>
                  <a:lnTo>
                    <a:pt x="972908" y="238721"/>
                  </a:lnTo>
                  <a:lnTo>
                    <a:pt x="915403" y="231419"/>
                  </a:lnTo>
                  <a:lnTo>
                    <a:pt x="857618" y="239991"/>
                  </a:lnTo>
                  <a:lnTo>
                    <a:pt x="805141" y="257009"/>
                  </a:lnTo>
                  <a:lnTo>
                    <a:pt x="763562" y="275018"/>
                  </a:lnTo>
                  <a:lnTo>
                    <a:pt x="727494" y="292633"/>
                  </a:lnTo>
                  <a:lnTo>
                    <a:pt x="720445" y="277520"/>
                  </a:lnTo>
                  <a:lnTo>
                    <a:pt x="716356" y="269671"/>
                  </a:lnTo>
                  <a:lnTo>
                    <a:pt x="710819" y="263105"/>
                  </a:lnTo>
                  <a:lnTo>
                    <a:pt x="702995" y="258597"/>
                  </a:lnTo>
                  <a:lnTo>
                    <a:pt x="692061" y="256921"/>
                  </a:lnTo>
                  <a:lnTo>
                    <a:pt x="476796" y="256921"/>
                  </a:lnTo>
                  <a:lnTo>
                    <a:pt x="439216" y="318147"/>
                  </a:lnTo>
                  <a:lnTo>
                    <a:pt x="439216" y="329692"/>
                  </a:lnTo>
                  <a:lnTo>
                    <a:pt x="441667" y="335876"/>
                  </a:lnTo>
                  <a:lnTo>
                    <a:pt x="449859" y="339686"/>
                  </a:lnTo>
                  <a:lnTo>
                    <a:pt x="473227" y="353123"/>
                  </a:lnTo>
                  <a:lnTo>
                    <a:pt x="488188" y="366229"/>
                  </a:lnTo>
                  <a:lnTo>
                    <a:pt x="497128" y="385229"/>
                  </a:lnTo>
                  <a:lnTo>
                    <a:pt x="501459" y="407200"/>
                  </a:lnTo>
                  <a:lnTo>
                    <a:pt x="502589" y="429183"/>
                  </a:lnTo>
                  <a:lnTo>
                    <a:pt x="502589" y="763790"/>
                  </a:lnTo>
                  <a:lnTo>
                    <a:pt x="495566" y="802957"/>
                  </a:lnTo>
                  <a:lnTo>
                    <a:pt x="429475" y="853719"/>
                  </a:lnTo>
                  <a:lnTo>
                    <a:pt x="427024" y="859155"/>
                  </a:lnTo>
                  <a:lnTo>
                    <a:pt x="426974" y="871753"/>
                  </a:lnTo>
                  <a:lnTo>
                    <a:pt x="427431" y="874687"/>
                  </a:lnTo>
                  <a:lnTo>
                    <a:pt x="432650" y="927582"/>
                  </a:lnTo>
                  <a:lnTo>
                    <a:pt x="435825" y="935951"/>
                  </a:lnTo>
                  <a:lnTo>
                    <a:pt x="441794" y="940854"/>
                  </a:lnTo>
                  <a:lnTo>
                    <a:pt x="450748" y="943165"/>
                  </a:lnTo>
                  <a:lnTo>
                    <a:pt x="462889" y="943737"/>
                  </a:lnTo>
                  <a:lnTo>
                    <a:pt x="765644" y="943737"/>
                  </a:lnTo>
                  <a:lnTo>
                    <a:pt x="801509" y="871753"/>
                  </a:lnTo>
                  <a:lnTo>
                    <a:pt x="801420" y="859155"/>
                  </a:lnTo>
                  <a:lnTo>
                    <a:pt x="799020" y="853719"/>
                  </a:lnTo>
                  <a:lnTo>
                    <a:pt x="755027" y="829360"/>
                  </a:lnTo>
                  <a:lnTo>
                    <a:pt x="741959" y="818756"/>
                  </a:lnTo>
                  <a:lnTo>
                    <a:pt x="732878" y="802957"/>
                  </a:lnTo>
                  <a:lnTo>
                    <a:pt x="727583" y="783983"/>
                  </a:lnTo>
                  <a:lnTo>
                    <a:pt x="725868" y="763790"/>
                  </a:lnTo>
                  <a:lnTo>
                    <a:pt x="725893" y="497370"/>
                  </a:lnTo>
                  <a:lnTo>
                    <a:pt x="731888" y="451243"/>
                  </a:lnTo>
                  <a:lnTo>
                    <a:pt x="748576" y="416763"/>
                  </a:lnTo>
                  <a:lnTo>
                    <a:pt x="773938" y="394169"/>
                  </a:lnTo>
                  <a:lnTo>
                    <a:pt x="806005" y="383717"/>
                  </a:lnTo>
                  <a:lnTo>
                    <a:pt x="829894" y="385330"/>
                  </a:lnTo>
                  <a:lnTo>
                    <a:pt x="852589" y="396646"/>
                  </a:lnTo>
                  <a:lnTo>
                    <a:pt x="869530" y="418896"/>
                  </a:lnTo>
                  <a:lnTo>
                    <a:pt x="876185" y="453263"/>
                  </a:lnTo>
                  <a:lnTo>
                    <a:pt x="876185" y="809904"/>
                  </a:lnTo>
                  <a:lnTo>
                    <a:pt x="885698" y="863447"/>
                  </a:lnTo>
                  <a:lnTo>
                    <a:pt x="910894" y="903097"/>
                  </a:lnTo>
                  <a:lnTo>
                    <a:pt x="946746" y="929995"/>
                  </a:lnTo>
                  <a:lnTo>
                    <a:pt x="988199" y="945311"/>
                  </a:lnTo>
                  <a:lnTo>
                    <a:pt x="1030249" y="950150"/>
                  </a:lnTo>
                  <a:lnTo>
                    <a:pt x="1081671" y="944118"/>
                  </a:lnTo>
                  <a:lnTo>
                    <a:pt x="1126998" y="926528"/>
                  </a:lnTo>
                  <a:lnTo>
                    <a:pt x="1164018" y="898207"/>
                  </a:lnTo>
                  <a:lnTo>
                    <a:pt x="1190498" y="859929"/>
                  </a:lnTo>
                  <a:lnTo>
                    <a:pt x="1193673" y="847128"/>
                  </a:lnTo>
                  <a:close/>
                </a:path>
                <a:path w="4149090" h="950595">
                  <a:moveTo>
                    <a:pt x="2688183" y="871753"/>
                  </a:moveTo>
                  <a:lnTo>
                    <a:pt x="2688145" y="859167"/>
                  </a:lnTo>
                  <a:lnTo>
                    <a:pt x="2685643" y="853719"/>
                  </a:lnTo>
                  <a:lnTo>
                    <a:pt x="2641739" y="829360"/>
                  </a:lnTo>
                  <a:lnTo>
                    <a:pt x="2626766" y="820064"/>
                  </a:lnTo>
                  <a:lnTo>
                    <a:pt x="2612275" y="807212"/>
                  </a:lnTo>
                  <a:lnTo>
                    <a:pt x="2598547" y="791375"/>
                  </a:lnTo>
                  <a:lnTo>
                    <a:pt x="2585872" y="773074"/>
                  </a:lnTo>
                  <a:lnTo>
                    <a:pt x="2424684" y="480491"/>
                  </a:lnTo>
                  <a:lnTo>
                    <a:pt x="2526042" y="383324"/>
                  </a:lnTo>
                  <a:lnTo>
                    <a:pt x="2557183" y="356857"/>
                  </a:lnTo>
                  <a:lnTo>
                    <a:pt x="2594025" y="332917"/>
                  </a:lnTo>
                  <a:lnTo>
                    <a:pt x="2619552" y="323494"/>
                  </a:lnTo>
                  <a:lnTo>
                    <a:pt x="2625890" y="320522"/>
                  </a:lnTo>
                  <a:lnTo>
                    <a:pt x="2632341" y="316611"/>
                  </a:lnTo>
                  <a:lnTo>
                    <a:pt x="2637256" y="311391"/>
                  </a:lnTo>
                  <a:lnTo>
                    <a:pt x="2638996" y="304469"/>
                  </a:lnTo>
                  <a:lnTo>
                    <a:pt x="2638907" y="302348"/>
                  </a:lnTo>
                  <a:lnTo>
                    <a:pt x="2633408" y="249859"/>
                  </a:lnTo>
                  <a:lnTo>
                    <a:pt x="2604833" y="234594"/>
                  </a:lnTo>
                  <a:lnTo>
                    <a:pt x="2342032" y="234594"/>
                  </a:lnTo>
                  <a:lnTo>
                    <a:pt x="2308415" y="298183"/>
                  </a:lnTo>
                  <a:lnTo>
                    <a:pt x="2307767" y="302348"/>
                  </a:lnTo>
                  <a:lnTo>
                    <a:pt x="2307767" y="312953"/>
                  </a:lnTo>
                  <a:lnTo>
                    <a:pt x="2309952" y="318516"/>
                  </a:lnTo>
                  <a:lnTo>
                    <a:pt x="2352065" y="337629"/>
                  </a:lnTo>
                  <a:lnTo>
                    <a:pt x="2358923" y="342887"/>
                  </a:lnTo>
                  <a:lnTo>
                    <a:pt x="2361082" y="349935"/>
                  </a:lnTo>
                  <a:lnTo>
                    <a:pt x="2359202" y="357670"/>
                  </a:lnTo>
                  <a:lnTo>
                    <a:pt x="2353983" y="364959"/>
                  </a:lnTo>
                  <a:lnTo>
                    <a:pt x="2345067" y="373405"/>
                  </a:lnTo>
                  <a:lnTo>
                    <a:pt x="2333079" y="384200"/>
                  </a:lnTo>
                  <a:lnTo>
                    <a:pt x="2308415" y="405815"/>
                  </a:lnTo>
                  <a:lnTo>
                    <a:pt x="2210816" y="493826"/>
                  </a:lnTo>
                  <a:lnTo>
                    <a:pt x="2210816" y="39090"/>
                  </a:lnTo>
                  <a:lnTo>
                    <a:pt x="2207742" y="23876"/>
                  </a:lnTo>
                  <a:lnTo>
                    <a:pt x="2199373" y="11442"/>
                  </a:lnTo>
                  <a:lnTo>
                    <a:pt x="2186965" y="3073"/>
                  </a:lnTo>
                  <a:lnTo>
                    <a:pt x="2171789" y="0"/>
                  </a:lnTo>
                  <a:lnTo>
                    <a:pt x="1952345" y="0"/>
                  </a:lnTo>
                  <a:lnTo>
                    <a:pt x="1916455" y="56781"/>
                  </a:lnTo>
                  <a:lnTo>
                    <a:pt x="1916557" y="69265"/>
                  </a:lnTo>
                  <a:lnTo>
                    <a:pt x="1919008" y="74752"/>
                  </a:lnTo>
                  <a:lnTo>
                    <a:pt x="1962899" y="99199"/>
                  </a:lnTo>
                  <a:lnTo>
                    <a:pt x="1976259" y="110159"/>
                  </a:lnTo>
                  <a:lnTo>
                    <a:pt x="1985340" y="125869"/>
                  </a:lnTo>
                  <a:lnTo>
                    <a:pt x="1990509" y="144627"/>
                  </a:lnTo>
                  <a:lnTo>
                    <a:pt x="1992160" y="164680"/>
                  </a:lnTo>
                  <a:lnTo>
                    <a:pt x="1992160" y="763803"/>
                  </a:lnTo>
                  <a:lnTo>
                    <a:pt x="1985137" y="802970"/>
                  </a:lnTo>
                  <a:lnTo>
                    <a:pt x="1919008" y="853719"/>
                  </a:lnTo>
                  <a:lnTo>
                    <a:pt x="1916557" y="859167"/>
                  </a:lnTo>
                  <a:lnTo>
                    <a:pt x="1922221" y="927582"/>
                  </a:lnTo>
                  <a:lnTo>
                    <a:pt x="1952345" y="943737"/>
                  </a:lnTo>
                  <a:lnTo>
                    <a:pt x="2255189" y="943737"/>
                  </a:lnTo>
                  <a:lnTo>
                    <a:pt x="2290978" y="871753"/>
                  </a:lnTo>
                  <a:lnTo>
                    <a:pt x="2290927" y="859167"/>
                  </a:lnTo>
                  <a:lnTo>
                    <a:pt x="2288514" y="853719"/>
                  </a:lnTo>
                  <a:lnTo>
                    <a:pt x="2244585" y="829360"/>
                  </a:lnTo>
                  <a:lnTo>
                    <a:pt x="2230501" y="818476"/>
                  </a:lnTo>
                  <a:lnTo>
                    <a:pt x="2219922" y="802716"/>
                  </a:lnTo>
                  <a:lnTo>
                    <a:pt x="2213267" y="783894"/>
                  </a:lnTo>
                  <a:lnTo>
                    <a:pt x="2210968" y="763803"/>
                  </a:lnTo>
                  <a:lnTo>
                    <a:pt x="2210993" y="685203"/>
                  </a:lnTo>
                  <a:lnTo>
                    <a:pt x="2268524" y="630047"/>
                  </a:lnTo>
                  <a:lnTo>
                    <a:pt x="2430856" y="925258"/>
                  </a:lnTo>
                  <a:lnTo>
                    <a:pt x="2439276" y="935977"/>
                  </a:lnTo>
                  <a:lnTo>
                    <a:pt x="2450909" y="941908"/>
                  </a:lnTo>
                  <a:lnTo>
                    <a:pt x="2469578" y="943737"/>
                  </a:lnTo>
                  <a:lnTo>
                    <a:pt x="2652331" y="943737"/>
                  </a:lnTo>
                  <a:lnTo>
                    <a:pt x="2687739" y="874699"/>
                  </a:lnTo>
                  <a:lnTo>
                    <a:pt x="2688183" y="871753"/>
                  </a:lnTo>
                  <a:close/>
                </a:path>
                <a:path w="4149090" h="950595">
                  <a:moveTo>
                    <a:pt x="4148518" y="847128"/>
                  </a:moveTo>
                  <a:lnTo>
                    <a:pt x="4126928" y="810260"/>
                  </a:lnTo>
                  <a:lnTo>
                    <a:pt x="4109732" y="802271"/>
                  </a:lnTo>
                  <a:lnTo>
                    <a:pt x="4098582" y="805459"/>
                  </a:lnTo>
                  <a:lnTo>
                    <a:pt x="4086326" y="812800"/>
                  </a:lnTo>
                  <a:lnTo>
                    <a:pt x="4074515" y="820254"/>
                  </a:lnTo>
                  <a:lnTo>
                    <a:pt x="4063898" y="825106"/>
                  </a:lnTo>
                  <a:lnTo>
                    <a:pt x="4047261" y="798271"/>
                  </a:lnTo>
                  <a:lnTo>
                    <a:pt x="4047261" y="427990"/>
                  </a:lnTo>
                  <a:lnTo>
                    <a:pt x="4040975" y="363347"/>
                  </a:lnTo>
                  <a:lnTo>
                    <a:pt x="4023639" y="314464"/>
                  </a:lnTo>
                  <a:lnTo>
                    <a:pt x="3997490" y="278993"/>
                  </a:lnTo>
                  <a:lnTo>
                    <a:pt x="3964749" y="254533"/>
                  </a:lnTo>
                  <a:lnTo>
                    <a:pt x="3927678" y="238721"/>
                  </a:lnTo>
                  <a:lnTo>
                    <a:pt x="3870172" y="231419"/>
                  </a:lnTo>
                  <a:lnTo>
                    <a:pt x="3812400" y="239991"/>
                  </a:lnTo>
                  <a:lnTo>
                    <a:pt x="3759911" y="257009"/>
                  </a:lnTo>
                  <a:lnTo>
                    <a:pt x="3718306" y="275018"/>
                  </a:lnTo>
                  <a:lnTo>
                    <a:pt x="3682339" y="292633"/>
                  </a:lnTo>
                  <a:lnTo>
                    <a:pt x="3675291" y="277520"/>
                  </a:lnTo>
                  <a:lnTo>
                    <a:pt x="3671151" y="269671"/>
                  </a:lnTo>
                  <a:lnTo>
                    <a:pt x="3665575" y="263105"/>
                  </a:lnTo>
                  <a:lnTo>
                    <a:pt x="3657752" y="258597"/>
                  </a:lnTo>
                  <a:lnTo>
                    <a:pt x="3646855" y="256921"/>
                  </a:lnTo>
                  <a:lnTo>
                    <a:pt x="3431565" y="256921"/>
                  </a:lnTo>
                  <a:lnTo>
                    <a:pt x="3393998" y="318147"/>
                  </a:lnTo>
                  <a:lnTo>
                    <a:pt x="3393998" y="329692"/>
                  </a:lnTo>
                  <a:lnTo>
                    <a:pt x="3396373" y="335876"/>
                  </a:lnTo>
                  <a:lnTo>
                    <a:pt x="3404730" y="339686"/>
                  </a:lnTo>
                  <a:lnTo>
                    <a:pt x="3428073" y="353123"/>
                  </a:lnTo>
                  <a:lnTo>
                    <a:pt x="3443008" y="366229"/>
                  </a:lnTo>
                  <a:lnTo>
                    <a:pt x="3451936" y="385229"/>
                  </a:lnTo>
                  <a:lnTo>
                    <a:pt x="3456267" y="407200"/>
                  </a:lnTo>
                  <a:lnTo>
                    <a:pt x="3457410" y="429183"/>
                  </a:lnTo>
                  <a:lnTo>
                    <a:pt x="3457410" y="763790"/>
                  </a:lnTo>
                  <a:lnTo>
                    <a:pt x="3450374" y="802957"/>
                  </a:lnTo>
                  <a:lnTo>
                    <a:pt x="3384283" y="853719"/>
                  </a:lnTo>
                  <a:lnTo>
                    <a:pt x="3381845" y="859155"/>
                  </a:lnTo>
                  <a:lnTo>
                    <a:pt x="3381768" y="871753"/>
                  </a:lnTo>
                  <a:lnTo>
                    <a:pt x="3382213" y="874687"/>
                  </a:lnTo>
                  <a:lnTo>
                    <a:pt x="3387483" y="927582"/>
                  </a:lnTo>
                  <a:lnTo>
                    <a:pt x="3390595" y="935951"/>
                  </a:lnTo>
                  <a:lnTo>
                    <a:pt x="3396551" y="940854"/>
                  </a:lnTo>
                  <a:lnTo>
                    <a:pt x="3405517" y="943165"/>
                  </a:lnTo>
                  <a:lnTo>
                    <a:pt x="3417671" y="943737"/>
                  </a:lnTo>
                  <a:lnTo>
                    <a:pt x="3720490" y="943737"/>
                  </a:lnTo>
                  <a:lnTo>
                    <a:pt x="3756266" y="871753"/>
                  </a:lnTo>
                  <a:lnTo>
                    <a:pt x="3756202" y="859155"/>
                  </a:lnTo>
                  <a:lnTo>
                    <a:pt x="3753764" y="853719"/>
                  </a:lnTo>
                  <a:lnTo>
                    <a:pt x="3709860" y="829360"/>
                  </a:lnTo>
                  <a:lnTo>
                    <a:pt x="3696766" y="818756"/>
                  </a:lnTo>
                  <a:lnTo>
                    <a:pt x="3687699" y="802957"/>
                  </a:lnTo>
                  <a:lnTo>
                    <a:pt x="3682415" y="783983"/>
                  </a:lnTo>
                  <a:lnTo>
                    <a:pt x="3680714" y="763790"/>
                  </a:lnTo>
                  <a:lnTo>
                    <a:pt x="3680752" y="497370"/>
                  </a:lnTo>
                  <a:lnTo>
                    <a:pt x="3686733" y="451243"/>
                  </a:lnTo>
                  <a:lnTo>
                    <a:pt x="3703370" y="416763"/>
                  </a:lnTo>
                  <a:lnTo>
                    <a:pt x="3728682" y="394169"/>
                  </a:lnTo>
                  <a:lnTo>
                    <a:pt x="3760724" y="383717"/>
                  </a:lnTo>
                  <a:lnTo>
                    <a:pt x="3784650" y="385330"/>
                  </a:lnTo>
                  <a:lnTo>
                    <a:pt x="3807345" y="396646"/>
                  </a:lnTo>
                  <a:lnTo>
                    <a:pt x="3824287" y="418896"/>
                  </a:lnTo>
                  <a:lnTo>
                    <a:pt x="3830955" y="453263"/>
                  </a:lnTo>
                  <a:lnTo>
                    <a:pt x="3830955" y="809904"/>
                  </a:lnTo>
                  <a:lnTo>
                    <a:pt x="3840467" y="863447"/>
                  </a:lnTo>
                  <a:lnTo>
                    <a:pt x="3865651" y="903097"/>
                  </a:lnTo>
                  <a:lnTo>
                    <a:pt x="3901490" y="929995"/>
                  </a:lnTo>
                  <a:lnTo>
                    <a:pt x="3942943" y="945311"/>
                  </a:lnTo>
                  <a:lnTo>
                    <a:pt x="3984980" y="950150"/>
                  </a:lnTo>
                  <a:lnTo>
                    <a:pt x="4036415" y="944118"/>
                  </a:lnTo>
                  <a:lnTo>
                    <a:pt x="4081754" y="926528"/>
                  </a:lnTo>
                  <a:lnTo>
                    <a:pt x="4118800" y="898207"/>
                  </a:lnTo>
                  <a:lnTo>
                    <a:pt x="4145343" y="859929"/>
                  </a:lnTo>
                  <a:lnTo>
                    <a:pt x="4148518" y="8471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0" y="1224000"/>
            <a:ext cx="5328285" cy="12700"/>
          </a:xfrm>
          <a:custGeom>
            <a:avLst/>
            <a:gdLst/>
            <a:ahLst/>
            <a:cxnLst/>
            <a:rect l="l" t="t" r="r" b="b"/>
            <a:pathLst>
              <a:path w="5328285" h="12700">
                <a:moveTo>
                  <a:pt x="5328005" y="0"/>
                </a:moveTo>
                <a:lnTo>
                  <a:pt x="0" y="0"/>
                </a:lnTo>
                <a:lnTo>
                  <a:pt x="0" y="12700"/>
                </a:lnTo>
                <a:lnTo>
                  <a:pt x="5328005" y="12700"/>
                </a:lnTo>
                <a:lnTo>
                  <a:pt x="5328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00"/>
              <a:t> </a:t>
            </a:r>
            <a:r>
              <a:rPr dirty="0" sz="2600" spc="130"/>
              <a:t>brand</a:t>
            </a:r>
            <a:r>
              <a:rPr dirty="0" sz="2600" spc="-20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389356" y="6761698"/>
            <a:ext cx="831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007F2D"/>
                </a:solidFill>
                <a:latin typeface="Palatino Linotype"/>
                <a:cs typeface="Palatino Linotype"/>
              </a:rPr>
              <a:t>6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8120" y="1504848"/>
            <a:ext cx="3164560" cy="22401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742447" y="1870179"/>
            <a:ext cx="11811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¾</a:t>
            </a:r>
            <a:r>
              <a:rPr dirty="0" sz="500" spc="2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727550" y="1789798"/>
            <a:ext cx="167005" cy="159385"/>
            <a:chOff x="10727550" y="1789798"/>
            <a:chExt cx="167005" cy="159385"/>
          </a:xfrm>
        </p:grpSpPr>
        <p:sp>
          <p:nvSpPr>
            <p:cNvPr id="8" name="object 8" descr=""/>
            <p:cNvSpPr/>
            <p:nvPr/>
          </p:nvSpPr>
          <p:spPr>
            <a:xfrm>
              <a:off x="10729773" y="1792021"/>
              <a:ext cx="0" cy="154940"/>
            </a:xfrm>
            <a:custGeom>
              <a:avLst/>
              <a:gdLst/>
              <a:ahLst/>
              <a:cxnLst/>
              <a:rect l="l" t="t" r="r" b="b"/>
              <a:pathLst>
                <a:path w="0" h="154939">
                  <a:moveTo>
                    <a:pt x="0" y="0"/>
                  </a:moveTo>
                  <a:lnTo>
                    <a:pt x="0" y="154863"/>
                  </a:lnTo>
                </a:path>
              </a:pathLst>
            </a:custGeom>
            <a:ln w="42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91990" y="1792021"/>
              <a:ext cx="0" cy="154940"/>
            </a:xfrm>
            <a:custGeom>
              <a:avLst/>
              <a:gdLst/>
              <a:ahLst/>
              <a:cxnLst/>
              <a:rect l="l" t="t" r="r" b="b"/>
              <a:pathLst>
                <a:path w="0" h="154939">
                  <a:moveTo>
                    <a:pt x="0" y="0"/>
                  </a:moveTo>
                  <a:lnTo>
                    <a:pt x="0" y="154863"/>
                  </a:lnTo>
                </a:path>
              </a:pathLst>
            </a:custGeom>
            <a:ln w="42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146241" y="1869885"/>
            <a:ext cx="11811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¾</a:t>
            </a:r>
            <a:r>
              <a:rPr dirty="0" sz="500" spc="2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731639" y="1791957"/>
            <a:ext cx="1566545" cy="1111885"/>
            <a:chOff x="10731639" y="1791957"/>
            <a:chExt cx="1566545" cy="1111885"/>
          </a:xfrm>
        </p:grpSpPr>
        <p:sp>
          <p:nvSpPr>
            <p:cNvPr id="12" name="object 12" descr=""/>
            <p:cNvSpPr/>
            <p:nvPr/>
          </p:nvSpPr>
          <p:spPr>
            <a:xfrm>
              <a:off x="12133579" y="1791957"/>
              <a:ext cx="0" cy="154940"/>
            </a:xfrm>
            <a:custGeom>
              <a:avLst/>
              <a:gdLst/>
              <a:ahLst/>
              <a:cxnLst/>
              <a:rect l="l" t="t" r="r" b="b"/>
              <a:pathLst>
                <a:path w="0" h="154939">
                  <a:moveTo>
                    <a:pt x="0" y="0"/>
                  </a:moveTo>
                  <a:lnTo>
                    <a:pt x="0" y="154851"/>
                  </a:lnTo>
                </a:path>
              </a:pathLst>
            </a:custGeom>
            <a:ln w="42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295784" y="1791957"/>
              <a:ext cx="0" cy="154940"/>
            </a:xfrm>
            <a:custGeom>
              <a:avLst/>
              <a:gdLst/>
              <a:ahLst/>
              <a:cxnLst/>
              <a:rect l="l" t="t" r="r" b="b"/>
              <a:pathLst>
                <a:path w="0" h="154939">
                  <a:moveTo>
                    <a:pt x="0" y="0"/>
                  </a:moveTo>
                  <a:lnTo>
                    <a:pt x="0" y="154851"/>
                  </a:lnTo>
                </a:path>
              </a:pathLst>
            </a:custGeom>
            <a:ln w="42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31639" y="1975294"/>
              <a:ext cx="1565567" cy="928027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2334557" y="2766925"/>
            <a:ext cx="11811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¾</a:t>
            </a:r>
            <a:r>
              <a:rPr dirty="0" sz="500" spc="2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329504" y="2542139"/>
            <a:ext cx="341630" cy="175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ts val="585"/>
              </a:lnSpc>
              <a:spcBef>
                <a:spcPts val="100"/>
              </a:spcBef>
            </a:pP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  <a:p>
            <a:pPr marL="12700">
              <a:lnSpc>
                <a:spcPts val="585"/>
              </a:lnSpc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(height</a:t>
            </a:r>
            <a:r>
              <a:rPr dirty="0" sz="500" spc="-5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of </a:t>
            </a:r>
            <a:r>
              <a:rPr dirty="0" sz="500" spc="-20">
                <a:solidFill>
                  <a:srgbClr val="72559F"/>
                </a:solidFill>
                <a:latin typeface="Arial Narrow"/>
                <a:cs typeface="Arial Narrow"/>
              </a:rPr>
              <a:t>‘H’)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334557" y="2036083"/>
            <a:ext cx="11239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1</a:t>
            </a:r>
            <a:r>
              <a:rPr dirty="0" sz="500" spc="95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2347282" y="2527325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 h="0">
                <a:moveTo>
                  <a:pt x="0" y="0"/>
                </a:moveTo>
                <a:lnTo>
                  <a:pt x="154851" y="0"/>
                </a:lnTo>
              </a:path>
            </a:pathLst>
          </a:custGeom>
          <a:ln w="4229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2347282" y="2900680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 h="0">
                <a:moveTo>
                  <a:pt x="0" y="0"/>
                </a:moveTo>
                <a:lnTo>
                  <a:pt x="154851" y="0"/>
                </a:lnTo>
              </a:path>
            </a:pathLst>
          </a:custGeom>
          <a:ln w="4229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2347282" y="1979257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 h="0">
                <a:moveTo>
                  <a:pt x="0" y="0"/>
                </a:moveTo>
                <a:lnTo>
                  <a:pt x="154851" y="0"/>
                </a:lnTo>
              </a:path>
            </a:pathLst>
          </a:custGeom>
          <a:ln w="4229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2347282" y="2194509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 h="0">
                <a:moveTo>
                  <a:pt x="0" y="0"/>
                </a:moveTo>
                <a:lnTo>
                  <a:pt x="154851" y="0"/>
                </a:lnTo>
              </a:path>
            </a:pathLst>
          </a:custGeom>
          <a:ln w="4229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2347282" y="2737091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 h="0">
                <a:moveTo>
                  <a:pt x="0" y="0"/>
                </a:moveTo>
                <a:lnTo>
                  <a:pt x="154851" y="0"/>
                </a:lnTo>
              </a:path>
            </a:pathLst>
          </a:custGeom>
          <a:ln w="4229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34370" y="3270783"/>
            <a:ext cx="1560106" cy="922566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735056" y="4583391"/>
            <a:ext cx="582371" cy="1985695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64619" y="4586122"/>
            <a:ext cx="582383" cy="1982965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3378517" y="4589383"/>
            <a:ext cx="0" cy="2044700"/>
          </a:xfrm>
          <a:custGeom>
            <a:avLst/>
            <a:gdLst/>
            <a:ahLst/>
            <a:cxnLst/>
            <a:rect l="l" t="t" r="r" b="b"/>
            <a:pathLst>
              <a:path w="0" h="2044700">
                <a:moveTo>
                  <a:pt x="0" y="2044344"/>
                </a:moveTo>
                <a:lnTo>
                  <a:pt x="0" y="0"/>
                </a:lnTo>
              </a:path>
            </a:pathLst>
          </a:custGeom>
          <a:ln w="1066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221303" y="4514634"/>
            <a:ext cx="3161665" cy="0"/>
          </a:xfrm>
          <a:custGeom>
            <a:avLst/>
            <a:gdLst/>
            <a:ahLst/>
            <a:cxnLst/>
            <a:rect l="l" t="t" r="r" b="b"/>
            <a:pathLst>
              <a:path w="3161665" h="0">
                <a:moveTo>
                  <a:pt x="0" y="0"/>
                </a:moveTo>
                <a:lnTo>
                  <a:pt x="3161385" y="0"/>
                </a:lnTo>
              </a:path>
            </a:pathLst>
          </a:custGeom>
          <a:ln w="10579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06372" y="4820958"/>
            <a:ext cx="699135" cy="694055"/>
          </a:xfrm>
          <a:custGeom>
            <a:avLst/>
            <a:gdLst/>
            <a:ahLst/>
            <a:cxnLst/>
            <a:rect l="l" t="t" r="r" b="b"/>
            <a:pathLst>
              <a:path w="699135" h="694054">
                <a:moveTo>
                  <a:pt x="698690" y="0"/>
                </a:moveTo>
                <a:lnTo>
                  <a:pt x="0" y="0"/>
                </a:lnTo>
                <a:lnTo>
                  <a:pt x="0" y="693978"/>
                </a:lnTo>
                <a:lnTo>
                  <a:pt x="698690" y="693978"/>
                </a:lnTo>
                <a:lnTo>
                  <a:pt x="698690" y="0"/>
                </a:lnTo>
                <a:close/>
              </a:path>
            </a:pathLst>
          </a:custGeom>
          <a:solidFill>
            <a:srgbClr val="007D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221308" y="4748530"/>
            <a:ext cx="868680" cy="177038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6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  <a:spcBef>
                <a:spcPts val="5"/>
              </a:spcBef>
            </a:pPr>
            <a:r>
              <a:rPr dirty="0" sz="600" spc="-20">
                <a:solidFill>
                  <a:srgbClr val="B3B2B2"/>
                </a:solidFill>
                <a:latin typeface="Palatino Linotype"/>
                <a:cs typeface="Palatino Linotype"/>
              </a:rPr>
              <a:t>HEINEKEN</a:t>
            </a:r>
            <a:r>
              <a:rPr dirty="0" baseline="16666" sz="750" spc="-30">
                <a:solidFill>
                  <a:srgbClr val="B3B2B2"/>
                </a:solidFill>
                <a:latin typeface="Palatino Linotype"/>
                <a:cs typeface="Palatino Linotype"/>
              </a:rPr>
              <a:t>®</a:t>
            </a:r>
            <a:r>
              <a:rPr dirty="0" baseline="16666" sz="750" spc="4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B3B2B2"/>
                </a:solidFill>
                <a:latin typeface="Palatino Linotype"/>
                <a:cs typeface="Palatino Linotype"/>
              </a:rPr>
              <a:t>GREEN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tabLst>
                <a:tab pos="474345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35">
                <a:solidFill>
                  <a:srgbClr val="B3B2B2"/>
                </a:solidFill>
                <a:latin typeface="Palatino Linotype"/>
                <a:cs typeface="Palatino Linotype"/>
              </a:rPr>
              <a:t>85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5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19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  <a:tabLst>
                <a:tab pos="474345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700" spc="19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30">
                <a:solidFill>
                  <a:srgbClr val="B3B2B2"/>
                </a:solidFill>
                <a:latin typeface="Palatino Linotype"/>
                <a:cs typeface="Palatino Linotype"/>
              </a:rPr>
              <a:t>103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45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700" spc="2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11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30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452941" y="4820958"/>
            <a:ext cx="699135" cy="694055"/>
          </a:xfrm>
          <a:custGeom>
            <a:avLst/>
            <a:gdLst/>
            <a:ahLst/>
            <a:cxnLst/>
            <a:rect l="l" t="t" r="r" b="b"/>
            <a:pathLst>
              <a:path w="699135" h="694054">
                <a:moveTo>
                  <a:pt x="698703" y="0"/>
                </a:moveTo>
                <a:lnTo>
                  <a:pt x="0" y="0"/>
                </a:lnTo>
                <a:lnTo>
                  <a:pt x="0" y="693978"/>
                </a:lnTo>
                <a:lnTo>
                  <a:pt x="698703" y="693978"/>
                </a:lnTo>
                <a:lnTo>
                  <a:pt x="698703" y="0"/>
                </a:lnTo>
                <a:close/>
              </a:path>
            </a:pathLst>
          </a:custGeom>
          <a:solidFill>
            <a:srgbClr val="E306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367902" y="4748530"/>
            <a:ext cx="868680" cy="177038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6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  <a:spcBef>
                <a:spcPts val="5"/>
              </a:spcBef>
            </a:pPr>
            <a:r>
              <a:rPr dirty="0" sz="600" spc="-20">
                <a:solidFill>
                  <a:srgbClr val="B3B2B2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RED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6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35">
                <a:solidFill>
                  <a:srgbClr val="B3B2B2"/>
                </a:solidFill>
                <a:latin typeface="Palatino Linotype"/>
                <a:cs typeface="Palatino Linotype"/>
              </a:rPr>
              <a:t>255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6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G</a:t>
            </a:r>
            <a:r>
              <a:rPr dirty="0" sz="700" spc="23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43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45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700" spc="2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452204" y="5829160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 h="0">
                <a:moveTo>
                  <a:pt x="0" y="0"/>
                </a:moveTo>
                <a:lnTo>
                  <a:pt x="69836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3599522" y="4820958"/>
            <a:ext cx="699135" cy="694055"/>
          </a:xfrm>
          <a:custGeom>
            <a:avLst/>
            <a:gdLst/>
            <a:ahLst/>
            <a:cxnLst/>
            <a:rect l="l" t="t" r="r" b="b"/>
            <a:pathLst>
              <a:path w="699135" h="694054">
                <a:moveTo>
                  <a:pt x="698703" y="0"/>
                </a:moveTo>
                <a:lnTo>
                  <a:pt x="0" y="0"/>
                </a:lnTo>
                <a:lnTo>
                  <a:pt x="0" y="693978"/>
                </a:lnTo>
                <a:lnTo>
                  <a:pt x="698703" y="693978"/>
                </a:lnTo>
                <a:lnTo>
                  <a:pt x="698703" y="0"/>
                </a:lnTo>
                <a:close/>
              </a:path>
            </a:pathLst>
          </a:custGeom>
          <a:solidFill>
            <a:srgbClr val="B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3514483" y="4748530"/>
            <a:ext cx="868680" cy="177038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6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  <a:spcBef>
                <a:spcPts val="5"/>
              </a:spcBef>
            </a:pPr>
            <a:r>
              <a:rPr dirty="0" sz="600" spc="-55">
                <a:solidFill>
                  <a:srgbClr val="B3B2B2"/>
                </a:solidFill>
                <a:latin typeface="Palatino Linotype"/>
                <a:cs typeface="Palatino Linotype"/>
              </a:rPr>
              <a:t>COOL</a:t>
            </a:r>
            <a:r>
              <a:rPr dirty="0" sz="600" spc="1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35">
                <a:solidFill>
                  <a:srgbClr val="B3B2B2"/>
                </a:solidFill>
                <a:latin typeface="Palatino Linotype"/>
                <a:cs typeface="Palatino Linotype"/>
              </a:rPr>
              <a:t>GRAY</a:t>
            </a:r>
            <a:r>
              <a:rPr dirty="0" sz="600" spc="1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4C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6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187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700" spc="19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188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45"/>
              </a:spcBef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B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189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40">
                <a:solidFill>
                  <a:srgbClr val="B3B2B2"/>
                </a:solidFill>
                <a:latin typeface="Palatino Linotype"/>
                <a:cs typeface="Palatino Linotype"/>
              </a:rPr>
              <a:t>35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3598773" y="5829160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 h="0">
                <a:moveTo>
                  <a:pt x="0" y="0"/>
                </a:moveTo>
                <a:lnTo>
                  <a:pt x="69836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306055" y="5829160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 h="0">
                <a:moveTo>
                  <a:pt x="0" y="0"/>
                </a:moveTo>
                <a:lnTo>
                  <a:pt x="698373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8455596" y="5515686"/>
            <a:ext cx="1898650" cy="1054100"/>
            <a:chOff x="8455596" y="5515686"/>
            <a:chExt cx="1898650" cy="1054100"/>
          </a:xfrm>
        </p:grpSpPr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55596" y="6185657"/>
              <a:ext cx="1898484" cy="38406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58314" y="5515686"/>
              <a:ext cx="1893036" cy="378599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10721746" y="2942247"/>
            <a:ext cx="12287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5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0721746" y="1473263"/>
            <a:ext cx="1875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spc="-6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KEEP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INDICATED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CLEARANCE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700" spc="-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OTHER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ELEMENTS.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0721746" y="4220006"/>
            <a:ext cx="11874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5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0721746" y="6598348"/>
            <a:ext cx="1581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4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7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7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8447773" y="6598348"/>
            <a:ext cx="1775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4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447773" y="5917463"/>
            <a:ext cx="18192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REVERSED VERSION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4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288102" y="1421955"/>
            <a:ext cx="5279390" cy="7156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172" sz="1350" spc="82">
                <a:solidFill>
                  <a:srgbClr val="007F2D"/>
                </a:solidFill>
                <a:latin typeface="Palatino Linotype"/>
                <a:cs typeface="Palatino Linotype"/>
              </a:rPr>
              <a:t>®</a:t>
            </a:r>
            <a:r>
              <a:rPr dirty="0" baseline="6172" sz="1350" spc="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brand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endParaRPr sz="1000">
              <a:latin typeface="Palatino Linotype"/>
              <a:cs typeface="Palatino Linotype"/>
            </a:endParaRPr>
          </a:p>
          <a:p>
            <a:pPr marL="38100" marR="30480">
              <a:lnSpc>
                <a:spcPts val="1300"/>
              </a:lnSpc>
              <a:spcBef>
                <a:spcPts val="6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default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choice.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provides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most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iconic,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powerful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universal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79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recognition.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used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express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3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87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everything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stands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for.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simple,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powerful,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draws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attention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stands-out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clutter.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313502" y="2277300"/>
            <a:ext cx="4313555" cy="8509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versions: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cases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third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option,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endParaRPr sz="800">
              <a:latin typeface="Palatino Linotype"/>
              <a:cs typeface="Palatino Linotype"/>
            </a:endParaRPr>
          </a:p>
          <a:p>
            <a:pPr marL="62230">
              <a:lnSpc>
                <a:spcPct val="100000"/>
              </a:lnSpc>
              <a:spcBef>
                <a:spcPts val="340"/>
              </a:spcBef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vertically,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horizontally.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5288102" y="3267900"/>
            <a:ext cx="5217795" cy="17399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different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versions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for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specific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applications:</a:t>
            </a:r>
            <a:endParaRPr sz="800">
              <a:latin typeface="Palatino Linotype"/>
              <a:cs typeface="Palatino Linotype"/>
            </a:endParaRPr>
          </a:p>
          <a:p>
            <a:pPr marL="939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93980" algn="l"/>
              </a:tabLst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(is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preferred),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 black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endParaRPr sz="800">
              <a:latin typeface="Palatino Linotype"/>
              <a:cs typeface="Palatino Linotype"/>
            </a:endParaRPr>
          </a:p>
          <a:p>
            <a:pPr marL="939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939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800">
              <a:latin typeface="Palatino Linotype"/>
              <a:cs typeface="Palatino Linotype"/>
            </a:endParaRPr>
          </a:p>
          <a:p>
            <a:pPr marL="939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939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endParaRPr sz="800">
              <a:latin typeface="Palatino Linotype"/>
              <a:cs typeface="Palatino Linotype"/>
            </a:endParaRPr>
          </a:p>
          <a:p>
            <a:pPr marL="939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93980" algn="l"/>
              </a:tabLst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case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less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than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35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mm.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wide,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reproduced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'rough'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printing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technique</a:t>
            </a:r>
            <a:endParaRPr sz="8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800" spc="-70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NOT:</a:t>
            </a:r>
            <a:endParaRPr sz="800">
              <a:latin typeface="Palatino Linotype"/>
              <a:cs typeface="Palatino Linotype"/>
            </a:endParaRPr>
          </a:p>
          <a:p>
            <a:pPr marL="939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93980" algn="l"/>
              </a:tabLst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elements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isolation;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not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nor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smiling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50">
                <a:solidFill>
                  <a:srgbClr val="9D9D9C"/>
                </a:solidFill>
                <a:latin typeface="Palatino Linotype"/>
                <a:cs typeface="Palatino Linotype"/>
              </a:rPr>
              <a:t>H</a:t>
            </a:r>
            <a:endParaRPr sz="800">
              <a:latin typeface="Palatino Linotype"/>
              <a:cs typeface="Palatino Linotype"/>
            </a:endParaRPr>
          </a:p>
          <a:p>
            <a:pPr marL="939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93980" algn="l"/>
              </a:tabLst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that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strange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(e.g.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blue,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red,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etc).</a:t>
            </a:r>
            <a:endParaRPr sz="800">
              <a:latin typeface="Palatino Linotype"/>
              <a:cs typeface="Palatino Linotype"/>
            </a:endParaRPr>
          </a:p>
          <a:p>
            <a:pPr marL="87630">
              <a:lnSpc>
                <a:spcPct val="100000"/>
              </a:lnSpc>
              <a:spcBef>
                <a:spcPts val="340"/>
              </a:spcBef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Create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5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around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these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endParaRPr sz="800">
              <a:latin typeface="Palatino Linotype"/>
              <a:cs typeface="Palatino Linotype"/>
            </a:endParaRPr>
          </a:p>
          <a:p>
            <a:pPr marL="939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93980" algn="l"/>
              </a:tabLst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change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composition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any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way.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5227726" y="4165117"/>
            <a:ext cx="5344160" cy="918844"/>
          </a:xfrm>
          <a:custGeom>
            <a:avLst/>
            <a:gdLst/>
            <a:ahLst/>
            <a:cxnLst/>
            <a:rect l="l" t="t" r="r" b="b"/>
            <a:pathLst>
              <a:path w="5344159" h="918845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846747"/>
                </a:lnTo>
                <a:lnTo>
                  <a:pt x="1124" y="888377"/>
                </a:lnTo>
                <a:lnTo>
                  <a:pt x="8999" y="909754"/>
                </a:lnTo>
                <a:lnTo>
                  <a:pt x="30373" y="917630"/>
                </a:lnTo>
                <a:lnTo>
                  <a:pt x="71996" y="918756"/>
                </a:lnTo>
                <a:lnTo>
                  <a:pt x="5271668" y="918756"/>
                </a:lnTo>
                <a:lnTo>
                  <a:pt x="5313298" y="917630"/>
                </a:lnTo>
                <a:lnTo>
                  <a:pt x="5334676" y="909754"/>
                </a:lnTo>
                <a:lnTo>
                  <a:pt x="5342552" y="888377"/>
                </a:lnTo>
                <a:lnTo>
                  <a:pt x="5343677" y="846747"/>
                </a:lnTo>
                <a:lnTo>
                  <a:pt x="5343677" y="71996"/>
                </a:lnTo>
                <a:lnTo>
                  <a:pt x="5342552" y="30373"/>
                </a:lnTo>
                <a:lnTo>
                  <a:pt x="5334676" y="8999"/>
                </a:lnTo>
                <a:lnTo>
                  <a:pt x="5313298" y="1124"/>
                </a:lnTo>
                <a:lnTo>
                  <a:pt x="5271668" y="0"/>
                </a:lnTo>
                <a:lnTo>
                  <a:pt x="71996" y="0"/>
                </a:lnTo>
                <a:close/>
              </a:path>
            </a:pathLst>
          </a:custGeom>
          <a:ln w="19050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0" y="1224000"/>
            <a:ext cx="5328285" cy="12700"/>
          </a:xfrm>
          <a:custGeom>
            <a:avLst/>
            <a:gdLst/>
            <a:ahLst/>
            <a:cxnLst/>
            <a:rect l="l" t="t" r="r" b="b"/>
            <a:pathLst>
              <a:path w="5328285" h="12700">
                <a:moveTo>
                  <a:pt x="5328005" y="0"/>
                </a:moveTo>
                <a:lnTo>
                  <a:pt x="0" y="0"/>
                </a:lnTo>
                <a:lnTo>
                  <a:pt x="0" y="12700"/>
                </a:lnTo>
                <a:lnTo>
                  <a:pt x="5328005" y="12700"/>
                </a:lnTo>
                <a:lnTo>
                  <a:pt x="5328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8287207" y="5392801"/>
            <a:ext cx="2275205" cy="1474470"/>
          </a:xfrm>
          <a:custGeom>
            <a:avLst/>
            <a:gdLst/>
            <a:ahLst/>
            <a:cxnLst/>
            <a:rect l="l" t="t" r="r" b="b"/>
            <a:pathLst>
              <a:path w="2275204" h="1474470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1402448"/>
                </a:lnTo>
                <a:lnTo>
                  <a:pt x="1124" y="1444071"/>
                </a:lnTo>
                <a:lnTo>
                  <a:pt x="8999" y="1465445"/>
                </a:lnTo>
                <a:lnTo>
                  <a:pt x="30373" y="1473319"/>
                </a:lnTo>
                <a:lnTo>
                  <a:pt x="71996" y="1474444"/>
                </a:lnTo>
                <a:lnTo>
                  <a:pt x="2202675" y="1474444"/>
                </a:lnTo>
                <a:lnTo>
                  <a:pt x="2244298" y="1473319"/>
                </a:lnTo>
                <a:lnTo>
                  <a:pt x="2265672" y="1465445"/>
                </a:lnTo>
                <a:lnTo>
                  <a:pt x="2273546" y="1444071"/>
                </a:lnTo>
                <a:lnTo>
                  <a:pt x="2274671" y="1402448"/>
                </a:lnTo>
                <a:lnTo>
                  <a:pt x="2274671" y="71996"/>
                </a:lnTo>
                <a:lnTo>
                  <a:pt x="2273546" y="30373"/>
                </a:lnTo>
                <a:lnTo>
                  <a:pt x="2265672" y="8999"/>
                </a:lnTo>
                <a:lnTo>
                  <a:pt x="2244298" y="1124"/>
                </a:lnTo>
                <a:lnTo>
                  <a:pt x="2202675" y="0"/>
                </a:lnTo>
                <a:lnTo>
                  <a:pt x="71996" y="0"/>
                </a:lnTo>
                <a:close/>
              </a:path>
            </a:pathLst>
          </a:custGeom>
          <a:ln w="19050">
            <a:solidFill>
              <a:srgbClr val="E3061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8447938" y="5188902"/>
            <a:ext cx="19215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FOR</a:t>
            </a:r>
            <a:r>
              <a:rPr dirty="0" sz="1000" spc="110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EXCEPTIONAL</a:t>
            </a:r>
            <a:r>
              <a:rPr dirty="0" sz="1000" spc="114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USE</a:t>
            </a:r>
            <a:r>
              <a:rPr dirty="0" sz="1000" spc="110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 spc="-20">
                <a:solidFill>
                  <a:srgbClr val="E30613"/>
                </a:solidFill>
                <a:latin typeface="Palatino Linotype"/>
                <a:cs typeface="Palatino Linotype"/>
              </a:rPr>
              <a:t>ONLY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00"/>
              <a:t> </a:t>
            </a:r>
            <a:r>
              <a:rPr dirty="0" sz="2600" spc="130"/>
              <a:t>brand</a:t>
            </a:r>
            <a:r>
              <a:rPr dirty="0" sz="2600" spc="-200"/>
              <a:t> </a:t>
            </a:r>
            <a:r>
              <a:rPr dirty="0" sz="2600" spc="50"/>
              <a:t>logo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843002" y="0"/>
            <a:ext cx="837565" cy="201930"/>
          </a:xfrm>
          <a:custGeom>
            <a:avLst/>
            <a:gdLst/>
            <a:ahLst/>
            <a:cxnLst/>
            <a:rect l="l" t="t" r="r" b="b"/>
            <a:pathLst>
              <a:path w="837565" h="201930">
                <a:moveTo>
                  <a:pt x="837006" y="0"/>
                </a:moveTo>
                <a:lnTo>
                  <a:pt x="0" y="0"/>
                </a:lnTo>
                <a:lnTo>
                  <a:pt x="0" y="201599"/>
                </a:lnTo>
                <a:lnTo>
                  <a:pt x="837006" y="201599"/>
                </a:lnTo>
                <a:lnTo>
                  <a:pt x="837006" y="0"/>
                </a:lnTo>
                <a:close/>
              </a:path>
            </a:pathLst>
          </a:custGeom>
          <a:solidFill>
            <a:srgbClr val="CDD1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894401" y="0"/>
            <a:ext cx="930910" cy="201930"/>
          </a:xfrm>
          <a:prstGeom prst="rect">
            <a:avLst/>
          </a:prstGeom>
          <a:solidFill>
            <a:srgbClr val="CDD1D3"/>
          </a:solidFill>
        </p:spPr>
        <p:txBody>
          <a:bodyPr wrap="square" lIns="0" tIns="11430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9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287327" y="2145016"/>
            <a:ext cx="1431290" cy="844550"/>
            <a:chOff x="5287327" y="2145016"/>
            <a:chExt cx="1431290" cy="84455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7327" y="2145016"/>
              <a:ext cx="1430769" cy="84400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1051" y="2213686"/>
              <a:ext cx="1188173" cy="62938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787270" y="1546705"/>
            <a:ext cx="1292860" cy="4286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1:</a:t>
            </a:r>
            <a:r>
              <a:rPr dirty="0" sz="95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Standard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97811" y="3036090"/>
            <a:ext cx="1329690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21030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BRAND_1_A_PMS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532537" y="3036090"/>
            <a:ext cx="1329690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BRAND_1_B_PMS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71767" y="3036090"/>
            <a:ext cx="1610995" cy="62928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0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12494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BRAND_1_C_PMS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86851" y="4085384"/>
            <a:ext cx="3484245" cy="4286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2:</a:t>
            </a:r>
            <a:r>
              <a:rPr dirty="0" sz="95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applications,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on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difficult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&lt;35mm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97791" y="5592745"/>
            <a:ext cx="1347470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30555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BRAND_2_A_PMS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532517" y="5592745"/>
            <a:ext cx="1347470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BRAND_2_B_PMS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27430" y="2142490"/>
            <a:ext cx="1435811" cy="849033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5283089" y="5592745"/>
            <a:ext cx="1610995" cy="62928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0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04240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BRAND_2_C_PMS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37534" y="2139975"/>
            <a:ext cx="1440840" cy="85406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6270" y="2143112"/>
            <a:ext cx="1435811" cy="849033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1806270" y="4679950"/>
            <a:ext cx="1436370" cy="849630"/>
            <a:chOff x="1806270" y="4679950"/>
            <a:chExt cx="1436370" cy="849630"/>
          </a:xfrm>
        </p:grpSpPr>
        <p:sp>
          <p:nvSpPr>
            <p:cNvPr id="20" name="object 20" descr=""/>
            <p:cNvSpPr/>
            <p:nvPr/>
          </p:nvSpPr>
          <p:spPr>
            <a:xfrm>
              <a:off x="1808784" y="4682464"/>
              <a:ext cx="1431290" cy="844550"/>
            </a:xfrm>
            <a:custGeom>
              <a:avLst/>
              <a:gdLst/>
              <a:ahLst/>
              <a:cxnLst/>
              <a:rect l="l" t="t" r="r" b="b"/>
              <a:pathLst>
                <a:path w="1431289" h="844550">
                  <a:moveTo>
                    <a:pt x="79806" y="0"/>
                  </a:moveTo>
                  <a:lnTo>
                    <a:pt x="33668" y="1246"/>
                  </a:lnTo>
                  <a:lnTo>
                    <a:pt x="9975" y="9975"/>
                  </a:lnTo>
                  <a:lnTo>
                    <a:pt x="1246" y="33668"/>
                  </a:lnTo>
                  <a:lnTo>
                    <a:pt x="0" y="79806"/>
                  </a:lnTo>
                  <a:lnTo>
                    <a:pt x="0" y="764209"/>
                  </a:lnTo>
                  <a:lnTo>
                    <a:pt x="1246" y="810340"/>
                  </a:lnTo>
                  <a:lnTo>
                    <a:pt x="9975" y="834029"/>
                  </a:lnTo>
                  <a:lnTo>
                    <a:pt x="33668" y="842757"/>
                  </a:lnTo>
                  <a:lnTo>
                    <a:pt x="79806" y="844003"/>
                  </a:lnTo>
                  <a:lnTo>
                    <a:pt x="1350987" y="844003"/>
                  </a:lnTo>
                  <a:lnTo>
                    <a:pt x="1397118" y="842757"/>
                  </a:lnTo>
                  <a:lnTo>
                    <a:pt x="1420807" y="834029"/>
                  </a:lnTo>
                  <a:lnTo>
                    <a:pt x="1429535" y="810340"/>
                  </a:lnTo>
                  <a:lnTo>
                    <a:pt x="1430782" y="764209"/>
                  </a:lnTo>
                  <a:lnTo>
                    <a:pt x="1430782" y="79806"/>
                  </a:lnTo>
                  <a:lnTo>
                    <a:pt x="1429535" y="33668"/>
                  </a:lnTo>
                  <a:lnTo>
                    <a:pt x="1420807" y="9975"/>
                  </a:lnTo>
                  <a:lnTo>
                    <a:pt x="1397118" y="1246"/>
                  </a:lnTo>
                  <a:lnTo>
                    <a:pt x="1350987" y="0"/>
                  </a:lnTo>
                  <a:lnTo>
                    <a:pt x="79806" y="0"/>
                  </a:lnTo>
                  <a:close/>
                </a:path>
              </a:pathLst>
            </a:custGeom>
            <a:ln w="50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341905" y="4761941"/>
              <a:ext cx="358140" cy="340995"/>
            </a:xfrm>
            <a:custGeom>
              <a:avLst/>
              <a:gdLst/>
              <a:ahLst/>
              <a:cxnLst/>
              <a:rect l="l" t="t" r="r" b="b"/>
              <a:pathLst>
                <a:path w="358139" h="340995">
                  <a:moveTo>
                    <a:pt x="357505" y="128879"/>
                  </a:moveTo>
                  <a:lnTo>
                    <a:pt x="584" y="128879"/>
                  </a:lnTo>
                  <a:lnTo>
                    <a:pt x="216" y="129882"/>
                  </a:lnTo>
                  <a:lnTo>
                    <a:pt x="101" y="130276"/>
                  </a:lnTo>
                  <a:lnTo>
                    <a:pt x="0" y="131267"/>
                  </a:lnTo>
                  <a:lnTo>
                    <a:pt x="188" y="131267"/>
                  </a:lnTo>
                  <a:lnTo>
                    <a:pt x="109474" y="210591"/>
                  </a:lnTo>
                  <a:lnTo>
                    <a:pt x="67691" y="338975"/>
                  </a:lnTo>
                  <a:lnTo>
                    <a:pt x="67691" y="339445"/>
                  </a:lnTo>
                  <a:lnTo>
                    <a:pt x="68859" y="340334"/>
                  </a:lnTo>
                  <a:lnTo>
                    <a:pt x="69215" y="340550"/>
                  </a:lnTo>
                  <a:lnTo>
                    <a:pt x="69850" y="340550"/>
                  </a:lnTo>
                  <a:lnTo>
                    <a:pt x="179057" y="261124"/>
                  </a:lnTo>
                  <a:lnTo>
                    <a:pt x="265076" y="261124"/>
                  </a:lnTo>
                  <a:lnTo>
                    <a:pt x="248632" y="210591"/>
                  </a:lnTo>
                  <a:lnTo>
                    <a:pt x="357899" y="131267"/>
                  </a:lnTo>
                  <a:lnTo>
                    <a:pt x="358013" y="130276"/>
                  </a:lnTo>
                  <a:lnTo>
                    <a:pt x="357746" y="129489"/>
                  </a:lnTo>
                  <a:lnTo>
                    <a:pt x="357581" y="129108"/>
                  </a:lnTo>
                  <a:lnTo>
                    <a:pt x="357505" y="128879"/>
                  </a:lnTo>
                  <a:close/>
                </a:path>
                <a:path w="358139" h="340995">
                  <a:moveTo>
                    <a:pt x="265076" y="261124"/>
                  </a:moveTo>
                  <a:lnTo>
                    <a:pt x="179057" y="261124"/>
                  </a:lnTo>
                  <a:lnTo>
                    <a:pt x="288252" y="340550"/>
                  </a:lnTo>
                  <a:lnTo>
                    <a:pt x="288887" y="340550"/>
                  </a:lnTo>
                  <a:lnTo>
                    <a:pt x="289903" y="339851"/>
                  </a:lnTo>
                  <a:lnTo>
                    <a:pt x="290395" y="339445"/>
                  </a:lnTo>
                  <a:lnTo>
                    <a:pt x="290411" y="338975"/>
                  </a:lnTo>
                  <a:lnTo>
                    <a:pt x="265076" y="261124"/>
                  </a:lnTo>
                  <a:close/>
                </a:path>
                <a:path w="358139" h="340995">
                  <a:moveTo>
                    <a:pt x="180111" y="0"/>
                  </a:moveTo>
                  <a:lnTo>
                    <a:pt x="177990" y="0"/>
                  </a:lnTo>
                  <a:lnTo>
                    <a:pt x="177787" y="139"/>
                  </a:lnTo>
                  <a:lnTo>
                    <a:pt x="136013" y="128879"/>
                  </a:lnTo>
                  <a:lnTo>
                    <a:pt x="222076" y="128879"/>
                  </a:lnTo>
                  <a:lnTo>
                    <a:pt x="180378" y="368"/>
                  </a:lnTo>
                  <a:lnTo>
                    <a:pt x="180314" y="139"/>
                  </a:lnTo>
                  <a:lnTo>
                    <a:pt x="180111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1593" y="5159705"/>
              <a:ext cx="1221955" cy="21866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261654" y="5041303"/>
              <a:ext cx="528320" cy="44450"/>
            </a:xfrm>
            <a:custGeom>
              <a:avLst/>
              <a:gdLst/>
              <a:ahLst/>
              <a:cxnLst/>
              <a:rect l="l" t="t" r="r" b="b"/>
              <a:pathLst>
                <a:path w="528319" h="44450">
                  <a:moveTo>
                    <a:pt x="18897" y="35623"/>
                  </a:moveTo>
                  <a:lnTo>
                    <a:pt x="9283" y="35623"/>
                  </a:lnTo>
                  <a:lnTo>
                    <a:pt x="9283" y="25933"/>
                  </a:lnTo>
                  <a:lnTo>
                    <a:pt x="17640" y="25933"/>
                  </a:lnTo>
                  <a:lnTo>
                    <a:pt x="17640" y="17970"/>
                  </a:lnTo>
                  <a:lnTo>
                    <a:pt x="9283" y="17970"/>
                  </a:lnTo>
                  <a:lnTo>
                    <a:pt x="9283" y="8597"/>
                  </a:lnTo>
                  <a:lnTo>
                    <a:pt x="18808" y="8597"/>
                  </a:lnTo>
                  <a:lnTo>
                    <a:pt x="18808" y="635"/>
                  </a:lnTo>
                  <a:lnTo>
                    <a:pt x="0" y="635"/>
                  </a:lnTo>
                  <a:lnTo>
                    <a:pt x="0" y="43624"/>
                  </a:lnTo>
                  <a:lnTo>
                    <a:pt x="18897" y="43624"/>
                  </a:lnTo>
                  <a:lnTo>
                    <a:pt x="18897" y="35623"/>
                  </a:lnTo>
                  <a:close/>
                </a:path>
                <a:path w="528319" h="44450">
                  <a:moveTo>
                    <a:pt x="59093" y="19240"/>
                  </a:moveTo>
                  <a:lnTo>
                    <a:pt x="44881" y="18821"/>
                  </a:lnTo>
                  <a:lnTo>
                    <a:pt x="44881" y="9194"/>
                  </a:lnTo>
                  <a:lnTo>
                    <a:pt x="46761" y="7543"/>
                  </a:lnTo>
                  <a:lnTo>
                    <a:pt x="52184" y="7543"/>
                  </a:lnTo>
                  <a:lnTo>
                    <a:pt x="54444" y="8826"/>
                  </a:lnTo>
                  <a:lnTo>
                    <a:pt x="56400" y="10325"/>
                  </a:lnTo>
                  <a:lnTo>
                    <a:pt x="56400" y="2032"/>
                  </a:lnTo>
                  <a:lnTo>
                    <a:pt x="53746" y="711"/>
                  </a:lnTo>
                  <a:lnTo>
                    <a:pt x="51104" y="0"/>
                  </a:lnTo>
                  <a:lnTo>
                    <a:pt x="40043" y="0"/>
                  </a:lnTo>
                  <a:lnTo>
                    <a:pt x="35763" y="5765"/>
                  </a:lnTo>
                  <a:lnTo>
                    <a:pt x="35763" y="18821"/>
                  </a:lnTo>
                  <a:lnTo>
                    <a:pt x="39027" y="22034"/>
                  </a:lnTo>
                  <a:lnTo>
                    <a:pt x="44437" y="25323"/>
                  </a:lnTo>
                  <a:lnTo>
                    <a:pt x="47015" y="27127"/>
                  </a:lnTo>
                  <a:lnTo>
                    <a:pt x="49961" y="28321"/>
                  </a:lnTo>
                  <a:lnTo>
                    <a:pt x="49961" y="34467"/>
                  </a:lnTo>
                  <a:lnTo>
                    <a:pt x="47612" y="36296"/>
                  </a:lnTo>
                  <a:lnTo>
                    <a:pt x="41833" y="36296"/>
                  </a:lnTo>
                  <a:lnTo>
                    <a:pt x="39636" y="35420"/>
                  </a:lnTo>
                  <a:lnTo>
                    <a:pt x="37490" y="33985"/>
                  </a:lnTo>
                  <a:lnTo>
                    <a:pt x="37490" y="42151"/>
                  </a:lnTo>
                  <a:lnTo>
                    <a:pt x="39636" y="43548"/>
                  </a:lnTo>
                  <a:lnTo>
                    <a:pt x="42875" y="44335"/>
                  </a:lnTo>
                  <a:lnTo>
                    <a:pt x="54254" y="44335"/>
                  </a:lnTo>
                  <a:lnTo>
                    <a:pt x="59093" y="38531"/>
                  </a:lnTo>
                  <a:lnTo>
                    <a:pt x="59093" y="19240"/>
                  </a:lnTo>
                  <a:close/>
                </a:path>
                <a:path w="528319" h="44450">
                  <a:moveTo>
                    <a:pt x="96608" y="635"/>
                  </a:moveTo>
                  <a:lnTo>
                    <a:pt x="72593" y="635"/>
                  </a:lnTo>
                  <a:lnTo>
                    <a:pt x="72593" y="8597"/>
                  </a:lnTo>
                  <a:lnTo>
                    <a:pt x="79895" y="8597"/>
                  </a:lnTo>
                  <a:lnTo>
                    <a:pt x="79895" y="43624"/>
                  </a:lnTo>
                  <a:lnTo>
                    <a:pt x="89281" y="43624"/>
                  </a:lnTo>
                  <a:lnTo>
                    <a:pt x="89281" y="8597"/>
                  </a:lnTo>
                  <a:lnTo>
                    <a:pt x="96608" y="8597"/>
                  </a:lnTo>
                  <a:lnTo>
                    <a:pt x="96608" y="635"/>
                  </a:lnTo>
                  <a:close/>
                </a:path>
                <a:path w="528319" h="44450">
                  <a:moveTo>
                    <a:pt x="113703" y="35890"/>
                  </a:moveTo>
                  <a:lnTo>
                    <a:pt x="111391" y="33502"/>
                  </a:lnTo>
                  <a:lnTo>
                    <a:pt x="108394" y="33502"/>
                  </a:lnTo>
                  <a:lnTo>
                    <a:pt x="105333" y="33502"/>
                  </a:lnTo>
                  <a:lnTo>
                    <a:pt x="102933" y="35890"/>
                  </a:lnTo>
                  <a:lnTo>
                    <a:pt x="102933" y="41871"/>
                  </a:lnTo>
                  <a:lnTo>
                    <a:pt x="105333" y="44335"/>
                  </a:lnTo>
                  <a:lnTo>
                    <a:pt x="111391" y="44335"/>
                  </a:lnTo>
                  <a:lnTo>
                    <a:pt x="113703" y="41871"/>
                  </a:lnTo>
                  <a:lnTo>
                    <a:pt x="113703" y="35890"/>
                  </a:lnTo>
                  <a:close/>
                </a:path>
                <a:path w="528319" h="44450">
                  <a:moveTo>
                    <a:pt x="418363" y="635"/>
                  </a:moveTo>
                  <a:lnTo>
                    <a:pt x="406031" y="635"/>
                  </a:lnTo>
                  <a:lnTo>
                    <a:pt x="406031" y="8013"/>
                  </a:lnTo>
                  <a:lnTo>
                    <a:pt x="410159" y="8013"/>
                  </a:lnTo>
                  <a:lnTo>
                    <a:pt x="410159" y="43624"/>
                  </a:lnTo>
                  <a:lnTo>
                    <a:pt x="418363" y="43624"/>
                  </a:lnTo>
                  <a:lnTo>
                    <a:pt x="418363" y="635"/>
                  </a:lnTo>
                  <a:close/>
                </a:path>
                <a:path w="528319" h="44450">
                  <a:moveTo>
                    <a:pt x="457911" y="36880"/>
                  </a:moveTo>
                  <a:lnTo>
                    <a:pt x="457835" y="26289"/>
                  </a:lnTo>
                  <a:lnTo>
                    <a:pt x="457009" y="24561"/>
                  </a:lnTo>
                  <a:lnTo>
                    <a:pt x="455917" y="22263"/>
                  </a:lnTo>
                  <a:lnTo>
                    <a:pt x="456158" y="22263"/>
                  </a:lnTo>
                  <a:lnTo>
                    <a:pt x="450469" y="20472"/>
                  </a:lnTo>
                  <a:lnTo>
                    <a:pt x="450075" y="20472"/>
                  </a:lnTo>
                  <a:lnTo>
                    <a:pt x="454456" y="19037"/>
                  </a:lnTo>
                  <a:lnTo>
                    <a:pt x="455993" y="16052"/>
                  </a:lnTo>
                  <a:lnTo>
                    <a:pt x="456361" y="15354"/>
                  </a:lnTo>
                  <a:lnTo>
                    <a:pt x="456361" y="6642"/>
                  </a:lnTo>
                  <a:lnTo>
                    <a:pt x="456361" y="4965"/>
                  </a:lnTo>
                  <a:lnTo>
                    <a:pt x="452120" y="0"/>
                  </a:lnTo>
                  <a:lnTo>
                    <a:pt x="449275" y="0"/>
                  </a:lnTo>
                  <a:lnTo>
                    <a:pt x="449275" y="28663"/>
                  </a:lnTo>
                  <a:lnTo>
                    <a:pt x="449249" y="32981"/>
                  </a:lnTo>
                  <a:lnTo>
                    <a:pt x="448449" y="36880"/>
                  </a:lnTo>
                  <a:lnTo>
                    <a:pt x="442595" y="36880"/>
                  </a:lnTo>
                  <a:lnTo>
                    <a:pt x="441998" y="32981"/>
                  </a:lnTo>
                  <a:lnTo>
                    <a:pt x="441998" y="28663"/>
                  </a:lnTo>
                  <a:lnTo>
                    <a:pt x="442595" y="24561"/>
                  </a:lnTo>
                  <a:lnTo>
                    <a:pt x="448259" y="24561"/>
                  </a:lnTo>
                  <a:lnTo>
                    <a:pt x="449275" y="28663"/>
                  </a:lnTo>
                  <a:lnTo>
                    <a:pt x="449275" y="0"/>
                  </a:lnTo>
                  <a:lnTo>
                    <a:pt x="448081" y="0"/>
                  </a:lnTo>
                  <a:lnTo>
                    <a:pt x="448081" y="9626"/>
                  </a:lnTo>
                  <a:lnTo>
                    <a:pt x="448081" y="16052"/>
                  </a:lnTo>
                  <a:lnTo>
                    <a:pt x="443318" y="16052"/>
                  </a:lnTo>
                  <a:lnTo>
                    <a:pt x="443064" y="12763"/>
                  </a:lnTo>
                  <a:lnTo>
                    <a:pt x="443064" y="9626"/>
                  </a:lnTo>
                  <a:lnTo>
                    <a:pt x="443420" y="6642"/>
                  </a:lnTo>
                  <a:lnTo>
                    <a:pt x="447776" y="6642"/>
                  </a:lnTo>
                  <a:lnTo>
                    <a:pt x="448081" y="9626"/>
                  </a:lnTo>
                  <a:lnTo>
                    <a:pt x="448081" y="0"/>
                  </a:lnTo>
                  <a:lnTo>
                    <a:pt x="439051" y="0"/>
                  </a:lnTo>
                  <a:lnTo>
                    <a:pt x="434860" y="4965"/>
                  </a:lnTo>
                  <a:lnTo>
                    <a:pt x="434860" y="15354"/>
                  </a:lnTo>
                  <a:lnTo>
                    <a:pt x="436905" y="19037"/>
                  </a:lnTo>
                  <a:lnTo>
                    <a:pt x="441109" y="20472"/>
                  </a:lnTo>
                  <a:lnTo>
                    <a:pt x="440702" y="20472"/>
                  </a:lnTo>
                  <a:lnTo>
                    <a:pt x="435406" y="22263"/>
                  </a:lnTo>
                  <a:lnTo>
                    <a:pt x="433235" y="26289"/>
                  </a:lnTo>
                  <a:lnTo>
                    <a:pt x="433235" y="38925"/>
                  </a:lnTo>
                  <a:lnTo>
                    <a:pt x="438442" y="44335"/>
                  </a:lnTo>
                  <a:lnTo>
                    <a:pt x="452843" y="44335"/>
                  </a:lnTo>
                  <a:lnTo>
                    <a:pt x="457911" y="38925"/>
                  </a:lnTo>
                  <a:lnTo>
                    <a:pt x="457911" y="36880"/>
                  </a:lnTo>
                  <a:close/>
                </a:path>
                <a:path w="528319" h="44450">
                  <a:moveTo>
                    <a:pt x="494855" y="635"/>
                  </a:moveTo>
                  <a:lnTo>
                    <a:pt x="471639" y="635"/>
                  </a:lnTo>
                  <a:lnTo>
                    <a:pt x="471639" y="8013"/>
                  </a:lnTo>
                  <a:lnTo>
                    <a:pt x="483196" y="8013"/>
                  </a:lnTo>
                  <a:lnTo>
                    <a:pt x="469785" y="43624"/>
                  </a:lnTo>
                  <a:lnTo>
                    <a:pt x="478675" y="43624"/>
                  </a:lnTo>
                  <a:lnTo>
                    <a:pt x="494855" y="635"/>
                  </a:lnTo>
                  <a:close/>
                </a:path>
                <a:path w="528319" h="44450">
                  <a:moveTo>
                    <a:pt x="527786" y="27025"/>
                  </a:moveTo>
                  <a:lnTo>
                    <a:pt x="525970" y="22618"/>
                  </a:lnTo>
                  <a:lnTo>
                    <a:pt x="521195" y="21463"/>
                  </a:lnTo>
                  <a:lnTo>
                    <a:pt x="521195" y="21297"/>
                  </a:lnTo>
                  <a:lnTo>
                    <a:pt x="525360" y="19634"/>
                  </a:lnTo>
                  <a:lnTo>
                    <a:pt x="526453" y="15265"/>
                  </a:lnTo>
                  <a:lnTo>
                    <a:pt x="526453" y="4368"/>
                  </a:lnTo>
                  <a:lnTo>
                    <a:pt x="522478" y="0"/>
                  </a:lnTo>
                  <a:lnTo>
                    <a:pt x="507707" y="0"/>
                  </a:lnTo>
                  <a:lnTo>
                    <a:pt x="505231" y="5727"/>
                  </a:lnTo>
                  <a:lnTo>
                    <a:pt x="505485" y="12674"/>
                  </a:lnTo>
                  <a:lnTo>
                    <a:pt x="512927" y="12674"/>
                  </a:lnTo>
                  <a:lnTo>
                    <a:pt x="512927" y="9893"/>
                  </a:lnTo>
                  <a:lnTo>
                    <a:pt x="513321" y="7315"/>
                  </a:lnTo>
                  <a:lnTo>
                    <a:pt x="518261" y="7315"/>
                  </a:lnTo>
                  <a:lnTo>
                    <a:pt x="518718" y="9804"/>
                  </a:lnTo>
                  <a:lnTo>
                    <a:pt x="518718" y="16471"/>
                  </a:lnTo>
                  <a:lnTo>
                    <a:pt x="516788" y="17386"/>
                  </a:lnTo>
                  <a:lnTo>
                    <a:pt x="512140" y="17386"/>
                  </a:lnTo>
                  <a:lnTo>
                    <a:pt x="512140" y="24815"/>
                  </a:lnTo>
                  <a:lnTo>
                    <a:pt x="516991" y="24638"/>
                  </a:lnTo>
                  <a:lnTo>
                    <a:pt x="518604" y="25984"/>
                  </a:lnTo>
                  <a:lnTo>
                    <a:pt x="518604" y="33337"/>
                  </a:lnTo>
                  <a:lnTo>
                    <a:pt x="518388" y="36880"/>
                  </a:lnTo>
                  <a:lnTo>
                    <a:pt x="512635" y="36880"/>
                  </a:lnTo>
                  <a:lnTo>
                    <a:pt x="511708" y="34950"/>
                  </a:lnTo>
                  <a:lnTo>
                    <a:pt x="511708" y="33540"/>
                  </a:lnTo>
                  <a:lnTo>
                    <a:pt x="511784" y="32346"/>
                  </a:lnTo>
                  <a:lnTo>
                    <a:pt x="503770" y="32346"/>
                  </a:lnTo>
                  <a:lnTo>
                    <a:pt x="503466" y="39522"/>
                  </a:lnTo>
                  <a:lnTo>
                    <a:pt x="507822" y="44335"/>
                  </a:lnTo>
                  <a:lnTo>
                    <a:pt x="522998" y="44335"/>
                  </a:lnTo>
                  <a:lnTo>
                    <a:pt x="527786" y="39522"/>
                  </a:lnTo>
                  <a:lnTo>
                    <a:pt x="527786" y="27025"/>
                  </a:lnTo>
                  <a:close/>
                </a:path>
              </a:pathLst>
            </a:custGeom>
            <a:solidFill>
              <a:srgbClr val="BFBDB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3537534" y="4676826"/>
            <a:ext cx="1441450" cy="854075"/>
            <a:chOff x="3537534" y="4676826"/>
            <a:chExt cx="1441450" cy="854075"/>
          </a:xfrm>
        </p:grpSpPr>
        <p:sp>
          <p:nvSpPr>
            <p:cNvPr id="25" name="object 25" descr=""/>
            <p:cNvSpPr/>
            <p:nvPr/>
          </p:nvSpPr>
          <p:spPr>
            <a:xfrm>
              <a:off x="3542563" y="4681855"/>
              <a:ext cx="1431290" cy="844550"/>
            </a:xfrm>
            <a:custGeom>
              <a:avLst/>
              <a:gdLst/>
              <a:ahLst/>
              <a:cxnLst/>
              <a:rect l="l" t="t" r="r" b="b"/>
              <a:pathLst>
                <a:path w="1431289" h="844550">
                  <a:moveTo>
                    <a:pt x="1350987" y="0"/>
                  </a:moveTo>
                  <a:lnTo>
                    <a:pt x="79806" y="0"/>
                  </a:lnTo>
                  <a:lnTo>
                    <a:pt x="33668" y="1246"/>
                  </a:lnTo>
                  <a:lnTo>
                    <a:pt x="9975" y="9975"/>
                  </a:lnTo>
                  <a:lnTo>
                    <a:pt x="1246" y="33668"/>
                  </a:lnTo>
                  <a:lnTo>
                    <a:pt x="0" y="79806"/>
                  </a:lnTo>
                  <a:lnTo>
                    <a:pt x="0" y="764209"/>
                  </a:lnTo>
                  <a:lnTo>
                    <a:pt x="1246" y="810340"/>
                  </a:lnTo>
                  <a:lnTo>
                    <a:pt x="9975" y="834029"/>
                  </a:lnTo>
                  <a:lnTo>
                    <a:pt x="33668" y="842757"/>
                  </a:lnTo>
                  <a:lnTo>
                    <a:pt x="79806" y="844003"/>
                  </a:lnTo>
                  <a:lnTo>
                    <a:pt x="1350987" y="844003"/>
                  </a:lnTo>
                  <a:lnTo>
                    <a:pt x="1397118" y="842757"/>
                  </a:lnTo>
                  <a:lnTo>
                    <a:pt x="1420807" y="834029"/>
                  </a:lnTo>
                  <a:lnTo>
                    <a:pt x="1429535" y="810340"/>
                  </a:lnTo>
                  <a:lnTo>
                    <a:pt x="1430782" y="764209"/>
                  </a:lnTo>
                  <a:lnTo>
                    <a:pt x="1430782" y="79806"/>
                  </a:lnTo>
                  <a:lnTo>
                    <a:pt x="1429535" y="33668"/>
                  </a:lnTo>
                  <a:lnTo>
                    <a:pt x="1420807" y="9975"/>
                  </a:lnTo>
                  <a:lnTo>
                    <a:pt x="1397118" y="1246"/>
                  </a:lnTo>
                  <a:lnTo>
                    <a:pt x="1350987" y="0"/>
                  </a:lnTo>
                  <a:close/>
                </a:path>
              </a:pathLst>
            </a:custGeom>
            <a:solidFill>
              <a:srgbClr val="007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542563" y="4681855"/>
              <a:ext cx="1431290" cy="844550"/>
            </a:xfrm>
            <a:custGeom>
              <a:avLst/>
              <a:gdLst/>
              <a:ahLst/>
              <a:cxnLst/>
              <a:rect l="l" t="t" r="r" b="b"/>
              <a:pathLst>
                <a:path w="1431289" h="844550">
                  <a:moveTo>
                    <a:pt x="79806" y="0"/>
                  </a:moveTo>
                  <a:lnTo>
                    <a:pt x="33668" y="1246"/>
                  </a:lnTo>
                  <a:lnTo>
                    <a:pt x="9975" y="9975"/>
                  </a:lnTo>
                  <a:lnTo>
                    <a:pt x="1246" y="33668"/>
                  </a:lnTo>
                  <a:lnTo>
                    <a:pt x="0" y="79806"/>
                  </a:lnTo>
                  <a:lnTo>
                    <a:pt x="0" y="764209"/>
                  </a:lnTo>
                  <a:lnTo>
                    <a:pt x="1246" y="810340"/>
                  </a:lnTo>
                  <a:lnTo>
                    <a:pt x="9975" y="834029"/>
                  </a:lnTo>
                  <a:lnTo>
                    <a:pt x="33668" y="842757"/>
                  </a:lnTo>
                  <a:lnTo>
                    <a:pt x="79806" y="844003"/>
                  </a:lnTo>
                  <a:lnTo>
                    <a:pt x="1350987" y="844003"/>
                  </a:lnTo>
                  <a:lnTo>
                    <a:pt x="1397118" y="842757"/>
                  </a:lnTo>
                  <a:lnTo>
                    <a:pt x="1420807" y="834029"/>
                  </a:lnTo>
                  <a:lnTo>
                    <a:pt x="1429535" y="810340"/>
                  </a:lnTo>
                  <a:lnTo>
                    <a:pt x="1430782" y="764209"/>
                  </a:lnTo>
                  <a:lnTo>
                    <a:pt x="1430782" y="79806"/>
                  </a:lnTo>
                  <a:lnTo>
                    <a:pt x="1429535" y="33668"/>
                  </a:lnTo>
                  <a:lnTo>
                    <a:pt x="1420807" y="9975"/>
                  </a:lnTo>
                  <a:lnTo>
                    <a:pt x="1397118" y="1246"/>
                  </a:lnTo>
                  <a:lnTo>
                    <a:pt x="1350987" y="0"/>
                  </a:lnTo>
                  <a:lnTo>
                    <a:pt x="79806" y="0"/>
                  </a:lnTo>
                  <a:close/>
                </a:path>
              </a:pathLst>
            </a:custGeom>
            <a:ln w="10058">
              <a:solidFill>
                <a:srgbClr val="007D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69575" y="4747742"/>
              <a:ext cx="1221955" cy="631962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5287327" y="4681842"/>
            <a:ext cx="1431290" cy="844550"/>
            <a:chOff x="5287327" y="4681842"/>
            <a:chExt cx="1431290" cy="844550"/>
          </a:xfrm>
        </p:grpSpPr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87327" y="4681842"/>
              <a:ext cx="1430769" cy="84402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11838" y="4747742"/>
              <a:ext cx="1221955" cy="631962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7014426" y="3036090"/>
            <a:ext cx="1515745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91135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000"/>
              </a:lnSpc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alluminium/inox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BRAND_1_C1_PMS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27430" y="4679340"/>
            <a:ext cx="1435811" cy="849033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7025847" y="5592731"/>
            <a:ext cx="1591310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and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alluminium/inox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background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00">
              <a:latin typeface="Palatino Linotype"/>
              <a:cs typeface="Palatino Linotype"/>
            </a:endParaRPr>
          </a:p>
          <a:p>
            <a:pPr marL="12700" marR="845819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BRAND_2_C1_PMS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509516" y="3036090"/>
            <a:ext cx="1388745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brand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endParaRPr sz="600">
              <a:latin typeface="Palatino Linotype"/>
              <a:cs typeface="Palatino Linotype"/>
            </a:endParaRPr>
          </a:p>
          <a:p>
            <a:pPr marL="12700" marR="564515">
              <a:lnSpc>
                <a:spcPct val="132000"/>
              </a:lnSpc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BRAND_1_E_1COLOR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8754520" y="3036090"/>
            <a:ext cx="154495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brand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BRAND_1_D_1COLOR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765942" y="5592731"/>
            <a:ext cx="154495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brand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BRAND_2_D_1COLOR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0513055" y="5592731"/>
            <a:ext cx="1406525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brand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endParaRPr sz="600">
              <a:latin typeface="Palatino Linotype"/>
              <a:cs typeface="Palatino Linotype"/>
            </a:endParaRPr>
          </a:p>
          <a:p>
            <a:pPr marL="12700" marR="573405">
              <a:lnSpc>
                <a:spcPct val="132000"/>
              </a:lnSpc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BRAND_2_E_1COLOR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511942" y="4681855"/>
            <a:ext cx="1430769" cy="844003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67521" y="4679340"/>
            <a:ext cx="1435811" cy="849033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511942" y="2145004"/>
            <a:ext cx="1430769" cy="844003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767521" y="2142490"/>
            <a:ext cx="1435811" cy="849033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1812950" y="3993388"/>
            <a:ext cx="10589260" cy="0"/>
          </a:xfrm>
          <a:custGeom>
            <a:avLst/>
            <a:gdLst/>
            <a:ahLst/>
            <a:cxnLst/>
            <a:rect l="l" t="t" r="r" b="b"/>
            <a:pathLst>
              <a:path w="10589260" h="0">
                <a:moveTo>
                  <a:pt x="0" y="0"/>
                </a:moveTo>
                <a:lnTo>
                  <a:pt x="10588866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0" y="1224000"/>
            <a:ext cx="5328285" cy="12700"/>
          </a:xfrm>
          <a:custGeom>
            <a:avLst/>
            <a:gdLst/>
            <a:ahLst/>
            <a:cxnLst/>
            <a:rect l="l" t="t" r="r" b="b"/>
            <a:pathLst>
              <a:path w="5328285" h="12700">
                <a:moveTo>
                  <a:pt x="5328005" y="0"/>
                </a:moveTo>
                <a:lnTo>
                  <a:pt x="0" y="0"/>
                </a:lnTo>
                <a:lnTo>
                  <a:pt x="0" y="12700"/>
                </a:lnTo>
                <a:lnTo>
                  <a:pt x="5328005" y="12700"/>
                </a:lnTo>
                <a:lnTo>
                  <a:pt x="5328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00"/>
              <a:t> </a:t>
            </a:r>
            <a:r>
              <a:rPr dirty="0" sz="2600" spc="130"/>
              <a:t>brand</a:t>
            </a:r>
            <a:r>
              <a:rPr dirty="0" sz="2600" spc="-20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46" name="object 46" descr=""/>
          <p:cNvSpPr txBox="1"/>
          <p:nvPr/>
        </p:nvSpPr>
        <p:spPr>
          <a:xfrm>
            <a:off x="1786851" y="6703834"/>
            <a:ext cx="4058920" cy="13779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horizontally.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areas/applications.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45" name="object 45" descr=""/>
          <p:cNvSpPr txBox="1"/>
          <p:nvPr/>
        </p:nvSpPr>
        <p:spPr>
          <a:xfrm>
            <a:off x="4666818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408312" y="4728273"/>
            <a:ext cx="467359" cy="1590675"/>
            <a:chOff x="9408312" y="4728273"/>
            <a:chExt cx="467359" cy="1590675"/>
          </a:xfrm>
        </p:grpSpPr>
        <p:sp>
          <p:nvSpPr>
            <p:cNvPr id="5" name="object 5" descr=""/>
            <p:cNvSpPr/>
            <p:nvPr/>
          </p:nvSpPr>
          <p:spPr>
            <a:xfrm>
              <a:off x="9408312" y="4728273"/>
              <a:ext cx="467359" cy="1590675"/>
            </a:xfrm>
            <a:custGeom>
              <a:avLst/>
              <a:gdLst/>
              <a:ahLst/>
              <a:cxnLst/>
              <a:rect l="l" t="t" r="r" b="b"/>
              <a:pathLst>
                <a:path w="467359" h="1590675">
                  <a:moveTo>
                    <a:pt x="409917" y="0"/>
                  </a:moveTo>
                  <a:lnTo>
                    <a:pt x="57111" y="0"/>
                  </a:lnTo>
                  <a:lnTo>
                    <a:pt x="24094" y="893"/>
                  </a:lnTo>
                  <a:lnTo>
                    <a:pt x="7138" y="7146"/>
                  </a:lnTo>
                  <a:lnTo>
                    <a:pt x="892" y="24120"/>
                  </a:lnTo>
                  <a:lnTo>
                    <a:pt x="0" y="57175"/>
                  </a:lnTo>
                  <a:lnTo>
                    <a:pt x="0" y="1533245"/>
                  </a:lnTo>
                  <a:lnTo>
                    <a:pt x="892" y="1566270"/>
                  </a:lnTo>
                  <a:lnTo>
                    <a:pt x="7138" y="1583229"/>
                  </a:lnTo>
                  <a:lnTo>
                    <a:pt x="24094" y="1589477"/>
                  </a:lnTo>
                  <a:lnTo>
                    <a:pt x="57111" y="1590370"/>
                  </a:lnTo>
                  <a:lnTo>
                    <a:pt x="409917" y="1590370"/>
                  </a:lnTo>
                  <a:lnTo>
                    <a:pt x="442957" y="1589477"/>
                  </a:lnTo>
                  <a:lnTo>
                    <a:pt x="459924" y="1583229"/>
                  </a:lnTo>
                  <a:lnTo>
                    <a:pt x="466174" y="1566270"/>
                  </a:lnTo>
                  <a:lnTo>
                    <a:pt x="467067" y="1533245"/>
                  </a:lnTo>
                  <a:lnTo>
                    <a:pt x="467067" y="57175"/>
                  </a:lnTo>
                  <a:lnTo>
                    <a:pt x="466174" y="24120"/>
                  </a:lnTo>
                  <a:lnTo>
                    <a:pt x="459924" y="7146"/>
                  </a:lnTo>
                  <a:lnTo>
                    <a:pt x="442957" y="893"/>
                  </a:lnTo>
                  <a:lnTo>
                    <a:pt x="4099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1050" y="5132248"/>
              <a:ext cx="191185" cy="106844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9501200" y="4806023"/>
              <a:ext cx="294640" cy="280035"/>
            </a:xfrm>
            <a:custGeom>
              <a:avLst/>
              <a:gdLst/>
              <a:ahLst/>
              <a:cxnLst/>
              <a:rect l="l" t="t" r="r" b="b"/>
              <a:pathLst>
                <a:path w="294640" h="280035">
                  <a:moveTo>
                    <a:pt x="294208" y="107683"/>
                  </a:moveTo>
                  <a:lnTo>
                    <a:pt x="294093" y="106222"/>
                  </a:lnTo>
                  <a:lnTo>
                    <a:pt x="293941" y="105930"/>
                  </a:lnTo>
                  <a:lnTo>
                    <a:pt x="293865" y="105702"/>
                  </a:lnTo>
                  <a:lnTo>
                    <a:pt x="182562" y="105702"/>
                  </a:lnTo>
                  <a:lnTo>
                    <a:pt x="148297" y="165"/>
                  </a:lnTo>
                  <a:lnTo>
                    <a:pt x="148196" y="0"/>
                  </a:lnTo>
                  <a:lnTo>
                    <a:pt x="146151" y="0"/>
                  </a:lnTo>
                  <a:lnTo>
                    <a:pt x="111810" y="105702"/>
                  </a:lnTo>
                  <a:lnTo>
                    <a:pt x="508" y="105702"/>
                  </a:lnTo>
                  <a:lnTo>
                    <a:pt x="431" y="105930"/>
                  </a:lnTo>
                  <a:lnTo>
                    <a:pt x="317" y="106222"/>
                  </a:lnTo>
                  <a:lnTo>
                    <a:pt x="228" y="106514"/>
                  </a:lnTo>
                  <a:lnTo>
                    <a:pt x="88" y="106807"/>
                  </a:lnTo>
                  <a:lnTo>
                    <a:pt x="0" y="107683"/>
                  </a:lnTo>
                  <a:lnTo>
                    <a:pt x="203" y="107683"/>
                  </a:lnTo>
                  <a:lnTo>
                    <a:pt x="89966" y="172808"/>
                  </a:lnTo>
                  <a:lnTo>
                    <a:pt x="55651" y="278257"/>
                  </a:lnTo>
                  <a:lnTo>
                    <a:pt x="55651" y="278625"/>
                  </a:lnTo>
                  <a:lnTo>
                    <a:pt x="55803" y="278790"/>
                  </a:lnTo>
                  <a:lnTo>
                    <a:pt x="56057" y="279006"/>
                  </a:lnTo>
                  <a:lnTo>
                    <a:pt x="56337" y="279184"/>
                  </a:lnTo>
                  <a:lnTo>
                    <a:pt x="56591" y="279387"/>
                  </a:lnTo>
                  <a:lnTo>
                    <a:pt x="56921" y="279527"/>
                  </a:lnTo>
                  <a:lnTo>
                    <a:pt x="57416" y="279527"/>
                  </a:lnTo>
                  <a:lnTo>
                    <a:pt x="147180" y="214337"/>
                  </a:lnTo>
                  <a:lnTo>
                    <a:pt x="236943" y="279527"/>
                  </a:lnTo>
                  <a:lnTo>
                    <a:pt x="237490" y="279527"/>
                  </a:lnTo>
                  <a:lnTo>
                    <a:pt x="237756" y="279387"/>
                  </a:lnTo>
                  <a:lnTo>
                    <a:pt x="238023" y="279184"/>
                  </a:lnTo>
                  <a:lnTo>
                    <a:pt x="238315" y="279006"/>
                  </a:lnTo>
                  <a:lnTo>
                    <a:pt x="238582" y="278790"/>
                  </a:lnTo>
                  <a:lnTo>
                    <a:pt x="238734" y="278625"/>
                  </a:lnTo>
                  <a:lnTo>
                    <a:pt x="238734" y="278257"/>
                  </a:lnTo>
                  <a:lnTo>
                    <a:pt x="217919" y="214337"/>
                  </a:lnTo>
                  <a:lnTo>
                    <a:pt x="204406" y="172808"/>
                  </a:lnTo>
                  <a:lnTo>
                    <a:pt x="294208" y="1076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4031970" y="4728273"/>
            <a:ext cx="467359" cy="1590675"/>
            <a:chOff x="4031970" y="4728273"/>
            <a:chExt cx="467359" cy="1590675"/>
          </a:xfrm>
        </p:grpSpPr>
        <p:sp>
          <p:nvSpPr>
            <p:cNvPr id="9" name="object 9" descr=""/>
            <p:cNvSpPr/>
            <p:nvPr/>
          </p:nvSpPr>
          <p:spPr>
            <a:xfrm>
              <a:off x="4031970" y="4728273"/>
              <a:ext cx="467359" cy="1590675"/>
            </a:xfrm>
            <a:custGeom>
              <a:avLst/>
              <a:gdLst/>
              <a:ahLst/>
              <a:cxnLst/>
              <a:rect l="l" t="t" r="r" b="b"/>
              <a:pathLst>
                <a:path w="467360" h="1590675">
                  <a:moveTo>
                    <a:pt x="409917" y="0"/>
                  </a:moveTo>
                  <a:lnTo>
                    <a:pt x="57111" y="0"/>
                  </a:lnTo>
                  <a:lnTo>
                    <a:pt x="24094" y="893"/>
                  </a:lnTo>
                  <a:lnTo>
                    <a:pt x="7138" y="7146"/>
                  </a:lnTo>
                  <a:lnTo>
                    <a:pt x="892" y="24120"/>
                  </a:lnTo>
                  <a:lnTo>
                    <a:pt x="0" y="57175"/>
                  </a:lnTo>
                  <a:lnTo>
                    <a:pt x="0" y="1533245"/>
                  </a:lnTo>
                  <a:lnTo>
                    <a:pt x="892" y="1566270"/>
                  </a:lnTo>
                  <a:lnTo>
                    <a:pt x="7138" y="1583229"/>
                  </a:lnTo>
                  <a:lnTo>
                    <a:pt x="24094" y="1589477"/>
                  </a:lnTo>
                  <a:lnTo>
                    <a:pt x="57111" y="1590370"/>
                  </a:lnTo>
                  <a:lnTo>
                    <a:pt x="409917" y="1590370"/>
                  </a:lnTo>
                  <a:lnTo>
                    <a:pt x="442957" y="1589477"/>
                  </a:lnTo>
                  <a:lnTo>
                    <a:pt x="459924" y="1583229"/>
                  </a:lnTo>
                  <a:lnTo>
                    <a:pt x="466174" y="1566270"/>
                  </a:lnTo>
                  <a:lnTo>
                    <a:pt x="467067" y="1533245"/>
                  </a:lnTo>
                  <a:lnTo>
                    <a:pt x="467067" y="57175"/>
                  </a:lnTo>
                  <a:lnTo>
                    <a:pt x="466174" y="24120"/>
                  </a:lnTo>
                  <a:lnTo>
                    <a:pt x="459924" y="7146"/>
                  </a:lnTo>
                  <a:lnTo>
                    <a:pt x="442957" y="893"/>
                  </a:lnTo>
                  <a:lnTo>
                    <a:pt x="409917" y="0"/>
                  </a:lnTo>
                  <a:close/>
                </a:path>
              </a:pathLst>
            </a:custGeom>
            <a:solidFill>
              <a:srgbClr val="007D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2117" y="5123459"/>
              <a:ext cx="191185" cy="10683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122236" y="4797018"/>
              <a:ext cx="294640" cy="280035"/>
            </a:xfrm>
            <a:custGeom>
              <a:avLst/>
              <a:gdLst/>
              <a:ahLst/>
              <a:cxnLst/>
              <a:rect l="l" t="t" r="r" b="b"/>
              <a:pathLst>
                <a:path w="294639" h="280035">
                  <a:moveTo>
                    <a:pt x="293921" y="105892"/>
                  </a:moveTo>
                  <a:lnTo>
                    <a:pt x="522" y="105892"/>
                  </a:lnTo>
                  <a:lnTo>
                    <a:pt x="462" y="106095"/>
                  </a:lnTo>
                  <a:lnTo>
                    <a:pt x="348" y="106375"/>
                  </a:lnTo>
                  <a:lnTo>
                    <a:pt x="234" y="106705"/>
                  </a:lnTo>
                  <a:lnTo>
                    <a:pt x="119" y="107010"/>
                  </a:lnTo>
                  <a:lnTo>
                    <a:pt x="0" y="107848"/>
                  </a:lnTo>
                  <a:lnTo>
                    <a:pt x="221" y="107848"/>
                  </a:lnTo>
                  <a:lnTo>
                    <a:pt x="90010" y="172999"/>
                  </a:lnTo>
                  <a:lnTo>
                    <a:pt x="55656" y="278472"/>
                  </a:lnTo>
                  <a:lnTo>
                    <a:pt x="55656" y="278930"/>
                  </a:lnTo>
                  <a:lnTo>
                    <a:pt x="55821" y="278930"/>
                  </a:lnTo>
                  <a:lnTo>
                    <a:pt x="56075" y="279158"/>
                  </a:lnTo>
                  <a:lnTo>
                    <a:pt x="56406" y="279361"/>
                  </a:lnTo>
                  <a:lnTo>
                    <a:pt x="56660" y="279577"/>
                  </a:lnTo>
                  <a:lnTo>
                    <a:pt x="57109" y="279869"/>
                  </a:lnTo>
                  <a:lnTo>
                    <a:pt x="57272" y="279869"/>
                  </a:lnTo>
                  <a:lnTo>
                    <a:pt x="147211" y="214503"/>
                  </a:lnTo>
                  <a:lnTo>
                    <a:pt x="217912" y="214503"/>
                  </a:lnTo>
                  <a:lnTo>
                    <a:pt x="204399" y="172999"/>
                  </a:lnTo>
                  <a:lnTo>
                    <a:pt x="294251" y="107848"/>
                  </a:lnTo>
                  <a:lnTo>
                    <a:pt x="294213" y="106705"/>
                  </a:lnTo>
                  <a:lnTo>
                    <a:pt x="294099" y="106375"/>
                  </a:lnTo>
                  <a:lnTo>
                    <a:pt x="293972" y="106095"/>
                  </a:lnTo>
                  <a:lnTo>
                    <a:pt x="293921" y="105892"/>
                  </a:lnTo>
                  <a:close/>
                </a:path>
                <a:path w="294639" h="280035">
                  <a:moveTo>
                    <a:pt x="217912" y="214503"/>
                  </a:moveTo>
                  <a:lnTo>
                    <a:pt x="147211" y="214503"/>
                  </a:lnTo>
                  <a:lnTo>
                    <a:pt x="237177" y="279869"/>
                  </a:lnTo>
                  <a:lnTo>
                    <a:pt x="237313" y="279869"/>
                  </a:lnTo>
                  <a:lnTo>
                    <a:pt x="238041" y="279361"/>
                  </a:lnTo>
                  <a:lnTo>
                    <a:pt x="238384" y="279158"/>
                  </a:lnTo>
                  <a:lnTo>
                    <a:pt x="238587" y="278930"/>
                  </a:lnTo>
                  <a:lnTo>
                    <a:pt x="238740" y="278930"/>
                  </a:lnTo>
                  <a:lnTo>
                    <a:pt x="238740" y="278472"/>
                  </a:lnTo>
                  <a:lnTo>
                    <a:pt x="217912" y="214503"/>
                  </a:lnTo>
                  <a:close/>
                </a:path>
                <a:path w="294639" h="280035">
                  <a:moveTo>
                    <a:pt x="148074" y="0"/>
                  </a:moveTo>
                  <a:lnTo>
                    <a:pt x="146347" y="0"/>
                  </a:lnTo>
                  <a:lnTo>
                    <a:pt x="146169" y="165"/>
                  </a:lnTo>
                  <a:lnTo>
                    <a:pt x="146118" y="368"/>
                  </a:lnTo>
                  <a:lnTo>
                    <a:pt x="111842" y="105892"/>
                  </a:lnTo>
                  <a:lnTo>
                    <a:pt x="182592" y="105892"/>
                  </a:lnTo>
                  <a:lnTo>
                    <a:pt x="148277" y="368"/>
                  </a:lnTo>
                  <a:lnTo>
                    <a:pt x="148227" y="165"/>
                  </a:lnTo>
                  <a:lnTo>
                    <a:pt x="148074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08907" y="4784331"/>
              <a:ext cx="321310" cy="305435"/>
            </a:xfrm>
            <a:custGeom>
              <a:avLst/>
              <a:gdLst/>
              <a:ahLst/>
              <a:cxnLst/>
              <a:rect l="l" t="t" r="r" b="b"/>
              <a:pathLst>
                <a:path w="321310" h="305435">
                  <a:moveTo>
                    <a:pt x="163258" y="0"/>
                  </a:moveTo>
                  <a:lnTo>
                    <a:pt x="157822" y="0"/>
                  </a:lnTo>
                  <a:lnTo>
                    <a:pt x="155194" y="228"/>
                  </a:lnTo>
                  <a:lnTo>
                    <a:pt x="151853" y="2133"/>
                  </a:lnTo>
                  <a:lnTo>
                    <a:pt x="150639" y="5511"/>
                  </a:lnTo>
                  <a:lnTo>
                    <a:pt x="149098" y="9245"/>
                  </a:lnTo>
                  <a:lnTo>
                    <a:pt x="146812" y="15659"/>
                  </a:lnTo>
                  <a:lnTo>
                    <a:pt x="139526" y="35740"/>
                  </a:lnTo>
                  <a:lnTo>
                    <a:pt x="130988" y="59497"/>
                  </a:lnTo>
                  <a:lnTo>
                    <a:pt x="122447" y="83605"/>
                  </a:lnTo>
                  <a:lnTo>
                    <a:pt x="115150" y="104736"/>
                  </a:lnTo>
                  <a:lnTo>
                    <a:pt x="92668" y="105126"/>
                  </a:lnTo>
                  <a:lnTo>
                    <a:pt x="13843" y="107467"/>
                  </a:lnTo>
                  <a:lnTo>
                    <a:pt x="9779" y="107772"/>
                  </a:lnTo>
                  <a:lnTo>
                    <a:pt x="6019" y="107962"/>
                  </a:lnTo>
                  <a:lnTo>
                    <a:pt x="3289" y="110528"/>
                  </a:lnTo>
                  <a:lnTo>
                    <a:pt x="2311" y="112864"/>
                  </a:lnTo>
                  <a:lnTo>
                    <a:pt x="1827" y="113893"/>
                  </a:lnTo>
                  <a:lnTo>
                    <a:pt x="1701" y="114160"/>
                  </a:lnTo>
                  <a:lnTo>
                    <a:pt x="1397" y="114934"/>
                  </a:lnTo>
                  <a:lnTo>
                    <a:pt x="1333" y="115506"/>
                  </a:lnTo>
                  <a:lnTo>
                    <a:pt x="1204" y="115950"/>
                  </a:lnTo>
                  <a:lnTo>
                    <a:pt x="850" y="116839"/>
                  </a:lnTo>
                  <a:lnTo>
                    <a:pt x="0" y="120599"/>
                  </a:lnTo>
                  <a:lnTo>
                    <a:pt x="812" y="124371"/>
                  </a:lnTo>
                  <a:lnTo>
                    <a:pt x="3651" y="126606"/>
                  </a:lnTo>
                  <a:lnTo>
                    <a:pt x="6756" y="129260"/>
                  </a:lnTo>
                  <a:lnTo>
                    <a:pt x="69236" y="177474"/>
                  </a:lnTo>
                  <a:lnTo>
                    <a:pt x="87109" y="190969"/>
                  </a:lnTo>
                  <a:lnTo>
                    <a:pt x="80557" y="212426"/>
                  </a:lnTo>
                  <a:lnTo>
                    <a:pt x="66195" y="261121"/>
                  </a:lnTo>
                  <a:lnTo>
                    <a:pt x="56464" y="295668"/>
                  </a:lnTo>
                  <a:lnTo>
                    <a:pt x="58064" y="299084"/>
                  </a:lnTo>
                  <a:lnTo>
                    <a:pt x="61061" y="301675"/>
                  </a:lnTo>
                  <a:lnTo>
                    <a:pt x="61683" y="302145"/>
                  </a:lnTo>
                  <a:lnTo>
                    <a:pt x="62115" y="302399"/>
                  </a:lnTo>
                  <a:lnTo>
                    <a:pt x="62331" y="302602"/>
                  </a:lnTo>
                  <a:lnTo>
                    <a:pt x="63258" y="303237"/>
                  </a:lnTo>
                  <a:lnTo>
                    <a:pt x="65557" y="304685"/>
                  </a:lnTo>
                  <a:lnTo>
                    <a:pt x="67170" y="305066"/>
                  </a:lnTo>
                  <a:lnTo>
                    <a:pt x="70434" y="305066"/>
                  </a:lnTo>
                  <a:lnTo>
                    <a:pt x="71788" y="304685"/>
                  </a:lnTo>
                  <a:lnTo>
                    <a:pt x="71946" y="304685"/>
                  </a:lnTo>
                  <a:lnTo>
                    <a:pt x="73367" y="303733"/>
                  </a:lnTo>
                  <a:lnTo>
                    <a:pt x="76906" y="301523"/>
                  </a:lnTo>
                  <a:lnTo>
                    <a:pt x="82575" y="297751"/>
                  </a:lnTo>
                  <a:lnTo>
                    <a:pt x="142156" y="257062"/>
                  </a:lnTo>
                  <a:lnTo>
                    <a:pt x="160528" y="244233"/>
                  </a:lnTo>
                  <a:lnTo>
                    <a:pt x="249910" y="244233"/>
                  </a:lnTo>
                  <a:lnTo>
                    <a:pt x="247784" y="236950"/>
                  </a:lnTo>
                  <a:lnTo>
                    <a:pt x="240513" y="212426"/>
                  </a:lnTo>
                  <a:lnTo>
                    <a:pt x="233972" y="190969"/>
                  </a:lnTo>
                  <a:lnTo>
                    <a:pt x="251845" y="177474"/>
                  </a:lnTo>
                  <a:lnTo>
                    <a:pt x="313791" y="129616"/>
                  </a:lnTo>
                  <a:lnTo>
                    <a:pt x="316890" y="127012"/>
                  </a:lnTo>
                  <a:lnTo>
                    <a:pt x="317449" y="126606"/>
                  </a:lnTo>
                  <a:lnTo>
                    <a:pt x="320218" y="124371"/>
                  </a:lnTo>
                  <a:lnTo>
                    <a:pt x="321014" y="120599"/>
                  </a:lnTo>
                  <a:lnTo>
                    <a:pt x="320509" y="118008"/>
                  </a:lnTo>
                  <a:lnTo>
                    <a:pt x="320174" y="116839"/>
                  </a:lnTo>
                  <a:lnTo>
                    <a:pt x="320001" y="115950"/>
                  </a:lnTo>
                  <a:lnTo>
                    <a:pt x="319793" y="115506"/>
                  </a:lnTo>
                  <a:lnTo>
                    <a:pt x="319722" y="115354"/>
                  </a:lnTo>
                  <a:lnTo>
                    <a:pt x="319611" y="114934"/>
                  </a:lnTo>
                  <a:lnTo>
                    <a:pt x="319335" y="114160"/>
                  </a:lnTo>
                  <a:lnTo>
                    <a:pt x="319239" y="113893"/>
                  </a:lnTo>
                  <a:lnTo>
                    <a:pt x="317804" y="110528"/>
                  </a:lnTo>
                  <a:lnTo>
                    <a:pt x="315101" y="107962"/>
                  </a:lnTo>
                  <a:lnTo>
                    <a:pt x="315650" y="107962"/>
                  </a:lnTo>
                  <a:lnTo>
                    <a:pt x="311327" y="107772"/>
                  </a:lnTo>
                  <a:lnTo>
                    <a:pt x="307263" y="107467"/>
                  </a:lnTo>
                  <a:lnTo>
                    <a:pt x="228326" y="105126"/>
                  </a:lnTo>
                  <a:lnTo>
                    <a:pt x="205867" y="104736"/>
                  </a:lnTo>
                  <a:lnTo>
                    <a:pt x="198606" y="83605"/>
                  </a:lnTo>
                  <a:lnTo>
                    <a:pt x="190071" y="59497"/>
                  </a:lnTo>
                  <a:lnTo>
                    <a:pt x="181531" y="35740"/>
                  </a:lnTo>
                  <a:lnTo>
                    <a:pt x="172300" y="10236"/>
                  </a:lnTo>
                  <a:lnTo>
                    <a:pt x="170434" y="5511"/>
                  </a:lnTo>
                  <a:lnTo>
                    <a:pt x="169143" y="2133"/>
                  </a:lnTo>
                  <a:lnTo>
                    <a:pt x="169075" y="1955"/>
                  </a:lnTo>
                  <a:lnTo>
                    <a:pt x="165760" y="228"/>
                  </a:lnTo>
                  <a:lnTo>
                    <a:pt x="163258" y="0"/>
                  </a:lnTo>
                  <a:close/>
                </a:path>
                <a:path w="321310" h="305435">
                  <a:moveTo>
                    <a:pt x="249910" y="244233"/>
                  </a:moveTo>
                  <a:lnTo>
                    <a:pt x="160528" y="244233"/>
                  </a:lnTo>
                  <a:lnTo>
                    <a:pt x="179854" y="257735"/>
                  </a:lnTo>
                  <a:lnTo>
                    <a:pt x="244155" y="301523"/>
                  </a:lnTo>
                  <a:lnTo>
                    <a:pt x="247637" y="303733"/>
                  </a:lnTo>
                  <a:lnTo>
                    <a:pt x="249086" y="304685"/>
                  </a:lnTo>
                  <a:lnTo>
                    <a:pt x="249250" y="304685"/>
                  </a:lnTo>
                  <a:lnTo>
                    <a:pt x="250647" y="305066"/>
                  </a:lnTo>
                  <a:lnTo>
                    <a:pt x="253898" y="305066"/>
                  </a:lnTo>
                  <a:lnTo>
                    <a:pt x="255498" y="304685"/>
                  </a:lnTo>
                  <a:lnTo>
                    <a:pt x="258533" y="302793"/>
                  </a:lnTo>
                  <a:lnTo>
                    <a:pt x="259293" y="302145"/>
                  </a:lnTo>
                  <a:lnTo>
                    <a:pt x="260184" y="301523"/>
                  </a:lnTo>
                  <a:lnTo>
                    <a:pt x="262978" y="299084"/>
                  </a:lnTo>
                  <a:lnTo>
                    <a:pt x="264591" y="295668"/>
                  </a:lnTo>
                  <a:lnTo>
                    <a:pt x="263613" y="292150"/>
                  </a:lnTo>
                  <a:lnTo>
                    <a:pt x="262648" y="288124"/>
                  </a:lnTo>
                  <a:lnTo>
                    <a:pt x="254839" y="261121"/>
                  </a:lnTo>
                  <a:lnTo>
                    <a:pt x="249910" y="2442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122236" y="4797018"/>
              <a:ext cx="294640" cy="280035"/>
            </a:xfrm>
            <a:custGeom>
              <a:avLst/>
              <a:gdLst/>
              <a:ahLst/>
              <a:cxnLst/>
              <a:rect l="l" t="t" r="r" b="b"/>
              <a:pathLst>
                <a:path w="294639" h="280035">
                  <a:moveTo>
                    <a:pt x="293921" y="105892"/>
                  </a:moveTo>
                  <a:lnTo>
                    <a:pt x="522" y="105892"/>
                  </a:lnTo>
                  <a:lnTo>
                    <a:pt x="462" y="106095"/>
                  </a:lnTo>
                  <a:lnTo>
                    <a:pt x="348" y="106375"/>
                  </a:lnTo>
                  <a:lnTo>
                    <a:pt x="234" y="106705"/>
                  </a:lnTo>
                  <a:lnTo>
                    <a:pt x="119" y="107010"/>
                  </a:lnTo>
                  <a:lnTo>
                    <a:pt x="0" y="107848"/>
                  </a:lnTo>
                  <a:lnTo>
                    <a:pt x="221" y="107848"/>
                  </a:lnTo>
                  <a:lnTo>
                    <a:pt x="90010" y="172999"/>
                  </a:lnTo>
                  <a:lnTo>
                    <a:pt x="55656" y="278472"/>
                  </a:lnTo>
                  <a:lnTo>
                    <a:pt x="55656" y="278930"/>
                  </a:lnTo>
                  <a:lnTo>
                    <a:pt x="55821" y="278930"/>
                  </a:lnTo>
                  <a:lnTo>
                    <a:pt x="56075" y="279158"/>
                  </a:lnTo>
                  <a:lnTo>
                    <a:pt x="56406" y="279361"/>
                  </a:lnTo>
                  <a:lnTo>
                    <a:pt x="56660" y="279577"/>
                  </a:lnTo>
                  <a:lnTo>
                    <a:pt x="57109" y="279869"/>
                  </a:lnTo>
                  <a:lnTo>
                    <a:pt x="57272" y="279869"/>
                  </a:lnTo>
                  <a:lnTo>
                    <a:pt x="147211" y="214503"/>
                  </a:lnTo>
                  <a:lnTo>
                    <a:pt x="217912" y="214503"/>
                  </a:lnTo>
                  <a:lnTo>
                    <a:pt x="204399" y="172999"/>
                  </a:lnTo>
                  <a:lnTo>
                    <a:pt x="294251" y="107848"/>
                  </a:lnTo>
                  <a:lnTo>
                    <a:pt x="294213" y="106705"/>
                  </a:lnTo>
                  <a:lnTo>
                    <a:pt x="294099" y="106375"/>
                  </a:lnTo>
                  <a:lnTo>
                    <a:pt x="293972" y="106095"/>
                  </a:lnTo>
                  <a:lnTo>
                    <a:pt x="293921" y="105892"/>
                  </a:lnTo>
                  <a:close/>
                </a:path>
                <a:path w="294639" h="280035">
                  <a:moveTo>
                    <a:pt x="217912" y="214503"/>
                  </a:moveTo>
                  <a:lnTo>
                    <a:pt x="147211" y="214503"/>
                  </a:lnTo>
                  <a:lnTo>
                    <a:pt x="237177" y="279869"/>
                  </a:lnTo>
                  <a:lnTo>
                    <a:pt x="237313" y="279869"/>
                  </a:lnTo>
                  <a:lnTo>
                    <a:pt x="238041" y="279361"/>
                  </a:lnTo>
                  <a:lnTo>
                    <a:pt x="238384" y="279158"/>
                  </a:lnTo>
                  <a:lnTo>
                    <a:pt x="238587" y="278930"/>
                  </a:lnTo>
                  <a:lnTo>
                    <a:pt x="238740" y="278930"/>
                  </a:lnTo>
                  <a:lnTo>
                    <a:pt x="238740" y="278472"/>
                  </a:lnTo>
                  <a:lnTo>
                    <a:pt x="217912" y="214503"/>
                  </a:lnTo>
                  <a:close/>
                </a:path>
                <a:path w="294639" h="280035">
                  <a:moveTo>
                    <a:pt x="148074" y="0"/>
                  </a:moveTo>
                  <a:lnTo>
                    <a:pt x="146347" y="0"/>
                  </a:lnTo>
                  <a:lnTo>
                    <a:pt x="146169" y="165"/>
                  </a:lnTo>
                  <a:lnTo>
                    <a:pt x="146118" y="368"/>
                  </a:lnTo>
                  <a:lnTo>
                    <a:pt x="111842" y="105892"/>
                  </a:lnTo>
                  <a:lnTo>
                    <a:pt x="182592" y="105892"/>
                  </a:lnTo>
                  <a:lnTo>
                    <a:pt x="148277" y="368"/>
                  </a:lnTo>
                  <a:lnTo>
                    <a:pt x="148227" y="165"/>
                  </a:lnTo>
                  <a:lnTo>
                    <a:pt x="148074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8777166" y="1984140"/>
            <a:ext cx="467995" cy="1593850"/>
            <a:chOff x="8777166" y="1984140"/>
            <a:chExt cx="467995" cy="1593850"/>
          </a:xfrm>
        </p:grpSpPr>
        <p:sp>
          <p:nvSpPr>
            <p:cNvPr id="15" name="object 15" descr=""/>
            <p:cNvSpPr/>
            <p:nvPr/>
          </p:nvSpPr>
          <p:spPr>
            <a:xfrm>
              <a:off x="8779687" y="1986661"/>
              <a:ext cx="462915" cy="1588770"/>
            </a:xfrm>
            <a:custGeom>
              <a:avLst/>
              <a:gdLst/>
              <a:ahLst/>
              <a:cxnLst/>
              <a:rect l="l" t="t" r="r" b="b"/>
              <a:pathLst>
                <a:path w="462915" h="1588770">
                  <a:moveTo>
                    <a:pt x="57150" y="0"/>
                  </a:moveTo>
                  <a:lnTo>
                    <a:pt x="24110" y="893"/>
                  </a:lnTo>
                  <a:lnTo>
                    <a:pt x="7143" y="7146"/>
                  </a:lnTo>
                  <a:lnTo>
                    <a:pt x="892" y="24120"/>
                  </a:lnTo>
                  <a:lnTo>
                    <a:pt x="0" y="57175"/>
                  </a:lnTo>
                  <a:lnTo>
                    <a:pt x="0" y="1531061"/>
                  </a:lnTo>
                  <a:lnTo>
                    <a:pt x="892" y="1564093"/>
                  </a:lnTo>
                  <a:lnTo>
                    <a:pt x="7143" y="1581056"/>
                  </a:lnTo>
                  <a:lnTo>
                    <a:pt x="24110" y="1587305"/>
                  </a:lnTo>
                  <a:lnTo>
                    <a:pt x="57150" y="1588198"/>
                  </a:lnTo>
                  <a:lnTo>
                    <a:pt x="405561" y="1588198"/>
                  </a:lnTo>
                  <a:lnTo>
                    <a:pt x="438586" y="1587305"/>
                  </a:lnTo>
                  <a:lnTo>
                    <a:pt x="455545" y="1581056"/>
                  </a:lnTo>
                  <a:lnTo>
                    <a:pt x="461793" y="1564093"/>
                  </a:lnTo>
                  <a:lnTo>
                    <a:pt x="462686" y="1531061"/>
                  </a:lnTo>
                  <a:lnTo>
                    <a:pt x="462686" y="57175"/>
                  </a:lnTo>
                  <a:lnTo>
                    <a:pt x="461793" y="24120"/>
                  </a:lnTo>
                  <a:lnTo>
                    <a:pt x="455545" y="7146"/>
                  </a:lnTo>
                  <a:lnTo>
                    <a:pt x="438586" y="893"/>
                  </a:lnTo>
                  <a:lnTo>
                    <a:pt x="405561" y="0"/>
                  </a:lnTo>
                  <a:lnTo>
                    <a:pt x="57150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54084" y="2060549"/>
              <a:ext cx="315404" cy="1393926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9408312" y="1986661"/>
            <a:ext cx="467359" cy="1590675"/>
            <a:chOff x="9408312" y="1986661"/>
            <a:chExt cx="467359" cy="1590675"/>
          </a:xfrm>
        </p:grpSpPr>
        <p:sp>
          <p:nvSpPr>
            <p:cNvPr id="18" name="object 18" descr=""/>
            <p:cNvSpPr/>
            <p:nvPr/>
          </p:nvSpPr>
          <p:spPr>
            <a:xfrm>
              <a:off x="9408312" y="1986661"/>
              <a:ext cx="467359" cy="1590675"/>
            </a:xfrm>
            <a:custGeom>
              <a:avLst/>
              <a:gdLst/>
              <a:ahLst/>
              <a:cxnLst/>
              <a:rect l="l" t="t" r="r" b="b"/>
              <a:pathLst>
                <a:path w="467359" h="1590675">
                  <a:moveTo>
                    <a:pt x="409917" y="0"/>
                  </a:moveTo>
                  <a:lnTo>
                    <a:pt x="57111" y="0"/>
                  </a:lnTo>
                  <a:lnTo>
                    <a:pt x="24094" y="893"/>
                  </a:lnTo>
                  <a:lnTo>
                    <a:pt x="7138" y="7146"/>
                  </a:lnTo>
                  <a:lnTo>
                    <a:pt x="892" y="24120"/>
                  </a:lnTo>
                  <a:lnTo>
                    <a:pt x="0" y="57175"/>
                  </a:lnTo>
                  <a:lnTo>
                    <a:pt x="0" y="1533245"/>
                  </a:lnTo>
                  <a:lnTo>
                    <a:pt x="892" y="1566270"/>
                  </a:lnTo>
                  <a:lnTo>
                    <a:pt x="7138" y="1583229"/>
                  </a:lnTo>
                  <a:lnTo>
                    <a:pt x="24094" y="1589477"/>
                  </a:lnTo>
                  <a:lnTo>
                    <a:pt x="57111" y="1590370"/>
                  </a:lnTo>
                  <a:lnTo>
                    <a:pt x="409917" y="1590370"/>
                  </a:lnTo>
                  <a:lnTo>
                    <a:pt x="442957" y="1589477"/>
                  </a:lnTo>
                  <a:lnTo>
                    <a:pt x="459924" y="1583229"/>
                  </a:lnTo>
                  <a:lnTo>
                    <a:pt x="466174" y="1566270"/>
                  </a:lnTo>
                  <a:lnTo>
                    <a:pt x="467067" y="1533245"/>
                  </a:lnTo>
                  <a:lnTo>
                    <a:pt x="467067" y="57175"/>
                  </a:lnTo>
                  <a:lnTo>
                    <a:pt x="466174" y="24120"/>
                  </a:lnTo>
                  <a:lnTo>
                    <a:pt x="459924" y="7146"/>
                  </a:lnTo>
                  <a:lnTo>
                    <a:pt x="442957" y="893"/>
                  </a:lnTo>
                  <a:lnTo>
                    <a:pt x="4099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90710" y="2064613"/>
              <a:ext cx="315518" cy="139471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751088" y="1414238"/>
            <a:ext cx="1449705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3: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VERTICAL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VER</a:t>
            </a: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51088" y="4146425"/>
            <a:ext cx="3492500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75">
                <a:solidFill>
                  <a:srgbClr val="007F2D"/>
                </a:solidFill>
                <a:latin typeface="Palatino Linotype"/>
                <a:cs typeface="Palatino Linotype"/>
              </a:rPr>
              <a:t>4: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VERTICAL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applications,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difficult</a:t>
            </a:r>
            <a:r>
              <a:rPr dirty="0" sz="8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&lt;35mm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626463" y="3982859"/>
            <a:ext cx="10769600" cy="0"/>
          </a:xfrm>
          <a:custGeom>
            <a:avLst/>
            <a:gdLst/>
            <a:ahLst/>
            <a:cxnLst/>
            <a:rect l="l" t="t" r="r" b="b"/>
            <a:pathLst>
              <a:path w="10769600" h="0">
                <a:moveTo>
                  <a:pt x="0" y="0"/>
                </a:moveTo>
                <a:lnTo>
                  <a:pt x="10769041" y="0"/>
                </a:lnTo>
              </a:path>
            </a:pathLst>
          </a:custGeom>
          <a:ln w="10083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1741074" y="4725752"/>
            <a:ext cx="467995" cy="1593850"/>
            <a:chOff x="1741074" y="4725752"/>
            <a:chExt cx="467995" cy="1593850"/>
          </a:xfrm>
        </p:grpSpPr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8490" y="4801247"/>
              <a:ext cx="294225" cy="1394678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743595" y="4728273"/>
              <a:ext cx="462915" cy="1588770"/>
            </a:xfrm>
            <a:custGeom>
              <a:avLst/>
              <a:gdLst/>
              <a:ahLst/>
              <a:cxnLst/>
              <a:rect l="l" t="t" r="r" b="b"/>
              <a:pathLst>
                <a:path w="462914" h="1588770">
                  <a:moveTo>
                    <a:pt x="57150" y="0"/>
                  </a:moveTo>
                  <a:lnTo>
                    <a:pt x="24110" y="893"/>
                  </a:lnTo>
                  <a:lnTo>
                    <a:pt x="7143" y="7146"/>
                  </a:lnTo>
                  <a:lnTo>
                    <a:pt x="892" y="24120"/>
                  </a:lnTo>
                  <a:lnTo>
                    <a:pt x="0" y="57175"/>
                  </a:lnTo>
                  <a:lnTo>
                    <a:pt x="0" y="1531061"/>
                  </a:lnTo>
                  <a:lnTo>
                    <a:pt x="892" y="1564093"/>
                  </a:lnTo>
                  <a:lnTo>
                    <a:pt x="7143" y="1581056"/>
                  </a:lnTo>
                  <a:lnTo>
                    <a:pt x="24110" y="1587305"/>
                  </a:lnTo>
                  <a:lnTo>
                    <a:pt x="57150" y="1588198"/>
                  </a:lnTo>
                  <a:lnTo>
                    <a:pt x="405561" y="1588198"/>
                  </a:lnTo>
                  <a:lnTo>
                    <a:pt x="438586" y="1587305"/>
                  </a:lnTo>
                  <a:lnTo>
                    <a:pt x="455545" y="1581056"/>
                  </a:lnTo>
                  <a:lnTo>
                    <a:pt x="461793" y="1564093"/>
                  </a:lnTo>
                  <a:lnTo>
                    <a:pt x="462686" y="1531061"/>
                  </a:lnTo>
                  <a:lnTo>
                    <a:pt x="462686" y="57175"/>
                  </a:lnTo>
                  <a:lnTo>
                    <a:pt x="461793" y="24120"/>
                  </a:lnTo>
                  <a:lnTo>
                    <a:pt x="455545" y="7146"/>
                  </a:lnTo>
                  <a:lnTo>
                    <a:pt x="438586" y="893"/>
                  </a:lnTo>
                  <a:lnTo>
                    <a:pt x="405561" y="0"/>
                  </a:lnTo>
                  <a:lnTo>
                    <a:pt x="57150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8777166" y="4725752"/>
            <a:ext cx="467995" cy="1593850"/>
            <a:chOff x="8777166" y="4725752"/>
            <a:chExt cx="467995" cy="1593850"/>
          </a:xfrm>
        </p:grpSpPr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64477" y="4801196"/>
              <a:ext cx="294229" cy="139464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779687" y="4728273"/>
              <a:ext cx="462915" cy="1588770"/>
            </a:xfrm>
            <a:custGeom>
              <a:avLst/>
              <a:gdLst/>
              <a:ahLst/>
              <a:cxnLst/>
              <a:rect l="l" t="t" r="r" b="b"/>
              <a:pathLst>
                <a:path w="462915" h="1588770">
                  <a:moveTo>
                    <a:pt x="57150" y="0"/>
                  </a:moveTo>
                  <a:lnTo>
                    <a:pt x="24110" y="893"/>
                  </a:lnTo>
                  <a:lnTo>
                    <a:pt x="7143" y="7146"/>
                  </a:lnTo>
                  <a:lnTo>
                    <a:pt x="892" y="24120"/>
                  </a:lnTo>
                  <a:lnTo>
                    <a:pt x="0" y="57175"/>
                  </a:lnTo>
                  <a:lnTo>
                    <a:pt x="0" y="1531061"/>
                  </a:lnTo>
                  <a:lnTo>
                    <a:pt x="892" y="1564093"/>
                  </a:lnTo>
                  <a:lnTo>
                    <a:pt x="7143" y="1581056"/>
                  </a:lnTo>
                  <a:lnTo>
                    <a:pt x="24110" y="1587305"/>
                  </a:lnTo>
                  <a:lnTo>
                    <a:pt x="57150" y="1588198"/>
                  </a:lnTo>
                  <a:lnTo>
                    <a:pt x="405561" y="1588198"/>
                  </a:lnTo>
                  <a:lnTo>
                    <a:pt x="438586" y="1587305"/>
                  </a:lnTo>
                  <a:lnTo>
                    <a:pt x="455545" y="1581056"/>
                  </a:lnTo>
                  <a:lnTo>
                    <a:pt x="461793" y="1564093"/>
                  </a:lnTo>
                  <a:lnTo>
                    <a:pt x="462686" y="1531061"/>
                  </a:lnTo>
                  <a:lnTo>
                    <a:pt x="462686" y="57175"/>
                  </a:lnTo>
                  <a:lnTo>
                    <a:pt x="461793" y="24120"/>
                  </a:lnTo>
                  <a:lnTo>
                    <a:pt x="455545" y="7146"/>
                  </a:lnTo>
                  <a:lnTo>
                    <a:pt x="438586" y="893"/>
                  </a:lnTo>
                  <a:lnTo>
                    <a:pt x="405561" y="0"/>
                  </a:lnTo>
                  <a:lnTo>
                    <a:pt x="57150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41074" y="1984140"/>
            <a:ext cx="467728" cy="159324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31970" y="1986661"/>
            <a:ext cx="467067" cy="1590370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6300165" y="4728273"/>
            <a:ext cx="467359" cy="1590675"/>
            <a:chOff x="6300165" y="4728273"/>
            <a:chExt cx="467359" cy="1590675"/>
          </a:xfrm>
        </p:grpSpPr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00165" y="4728273"/>
              <a:ext cx="467067" cy="159037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10312" y="5123459"/>
              <a:ext cx="191185" cy="106837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390431" y="4797018"/>
              <a:ext cx="294640" cy="280035"/>
            </a:xfrm>
            <a:custGeom>
              <a:avLst/>
              <a:gdLst/>
              <a:ahLst/>
              <a:cxnLst/>
              <a:rect l="l" t="t" r="r" b="b"/>
              <a:pathLst>
                <a:path w="294640" h="280035">
                  <a:moveTo>
                    <a:pt x="293921" y="105892"/>
                  </a:moveTo>
                  <a:lnTo>
                    <a:pt x="522" y="105892"/>
                  </a:lnTo>
                  <a:lnTo>
                    <a:pt x="462" y="106095"/>
                  </a:lnTo>
                  <a:lnTo>
                    <a:pt x="348" y="106375"/>
                  </a:lnTo>
                  <a:lnTo>
                    <a:pt x="234" y="106705"/>
                  </a:lnTo>
                  <a:lnTo>
                    <a:pt x="119" y="107010"/>
                  </a:lnTo>
                  <a:lnTo>
                    <a:pt x="0" y="107848"/>
                  </a:lnTo>
                  <a:lnTo>
                    <a:pt x="221" y="107848"/>
                  </a:lnTo>
                  <a:lnTo>
                    <a:pt x="90010" y="172999"/>
                  </a:lnTo>
                  <a:lnTo>
                    <a:pt x="55656" y="278472"/>
                  </a:lnTo>
                  <a:lnTo>
                    <a:pt x="55656" y="278930"/>
                  </a:lnTo>
                  <a:lnTo>
                    <a:pt x="55821" y="278930"/>
                  </a:lnTo>
                  <a:lnTo>
                    <a:pt x="56075" y="279158"/>
                  </a:lnTo>
                  <a:lnTo>
                    <a:pt x="56406" y="279361"/>
                  </a:lnTo>
                  <a:lnTo>
                    <a:pt x="56660" y="279577"/>
                  </a:lnTo>
                  <a:lnTo>
                    <a:pt x="57109" y="279869"/>
                  </a:lnTo>
                  <a:lnTo>
                    <a:pt x="57272" y="279869"/>
                  </a:lnTo>
                  <a:lnTo>
                    <a:pt x="147211" y="214503"/>
                  </a:lnTo>
                  <a:lnTo>
                    <a:pt x="217912" y="214503"/>
                  </a:lnTo>
                  <a:lnTo>
                    <a:pt x="204399" y="172999"/>
                  </a:lnTo>
                  <a:lnTo>
                    <a:pt x="294251" y="107848"/>
                  </a:lnTo>
                  <a:lnTo>
                    <a:pt x="294213" y="106705"/>
                  </a:lnTo>
                  <a:lnTo>
                    <a:pt x="294099" y="106375"/>
                  </a:lnTo>
                  <a:lnTo>
                    <a:pt x="293972" y="106095"/>
                  </a:lnTo>
                  <a:lnTo>
                    <a:pt x="293921" y="105892"/>
                  </a:lnTo>
                  <a:close/>
                </a:path>
                <a:path w="294640" h="280035">
                  <a:moveTo>
                    <a:pt x="217912" y="214503"/>
                  </a:moveTo>
                  <a:lnTo>
                    <a:pt x="147211" y="214503"/>
                  </a:lnTo>
                  <a:lnTo>
                    <a:pt x="237177" y="279869"/>
                  </a:lnTo>
                  <a:lnTo>
                    <a:pt x="237313" y="279869"/>
                  </a:lnTo>
                  <a:lnTo>
                    <a:pt x="238041" y="279361"/>
                  </a:lnTo>
                  <a:lnTo>
                    <a:pt x="238384" y="279158"/>
                  </a:lnTo>
                  <a:lnTo>
                    <a:pt x="238587" y="278930"/>
                  </a:lnTo>
                  <a:lnTo>
                    <a:pt x="238740" y="278930"/>
                  </a:lnTo>
                  <a:lnTo>
                    <a:pt x="238740" y="278472"/>
                  </a:lnTo>
                  <a:lnTo>
                    <a:pt x="217912" y="214503"/>
                  </a:lnTo>
                  <a:close/>
                </a:path>
                <a:path w="294640" h="280035">
                  <a:moveTo>
                    <a:pt x="148074" y="0"/>
                  </a:moveTo>
                  <a:lnTo>
                    <a:pt x="146347" y="0"/>
                  </a:lnTo>
                  <a:lnTo>
                    <a:pt x="146169" y="165"/>
                  </a:lnTo>
                  <a:lnTo>
                    <a:pt x="146118" y="368"/>
                  </a:lnTo>
                  <a:lnTo>
                    <a:pt x="111842" y="105892"/>
                  </a:lnTo>
                  <a:lnTo>
                    <a:pt x="182592" y="105892"/>
                  </a:lnTo>
                  <a:lnTo>
                    <a:pt x="148277" y="368"/>
                  </a:lnTo>
                  <a:lnTo>
                    <a:pt x="148227" y="165"/>
                  </a:lnTo>
                  <a:lnTo>
                    <a:pt x="148074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377101" y="4784331"/>
              <a:ext cx="321310" cy="305435"/>
            </a:xfrm>
            <a:custGeom>
              <a:avLst/>
              <a:gdLst/>
              <a:ahLst/>
              <a:cxnLst/>
              <a:rect l="l" t="t" r="r" b="b"/>
              <a:pathLst>
                <a:path w="321309" h="305435">
                  <a:moveTo>
                    <a:pt x="163258" y="0"/>
                  </a:moveTo>
                  <a:lnTo>
                    <a:pt x="157822" y="0"/>
                  </a:lnTo>
                  <a:lnTo>
                    <a:pt x="155194" y="228"/>
                  </a:lnTo>
                  <a:lnTo>
                    <a:pt x="151853" y="2133"/>
                  </a:lnTo>
                  <a:lnTo>
                    <a:pt x="150639" y="5511"/>
                  </a:lnTo>
                  <a:lnTo>
                    <a:pt x="149098" y="9245"/>
                  </a:lnTo>
                  <a:lnTo>
                    <a:pt x="146812" y="15659"/>
                  </a:lnTo>
                  <a:lnTo>
                    <a:pt x="139526" y="35740"/>
                  </a:lnTo>
                  <a:lnTo>
                    <a:pt x="130988" y="59497"/>
                  </a:lnTo>
                  <a:lnTo>
                    <a:pt x="122447" y="83605"/>
                  </a:lnTo>
                  <a:lnTo>
                    <a:pt x="115150" y="104736"/>
                  </a:lnTo>
                  <a:lnTo>
                    <a:pt x="92668" y="105126"/>
                  </a:lnTo>
                  <a:lnTo>
                    <a:pt x="13843" y="107467"/>
                  </a:lnTo>
                  <a:lnTo>
                    <a:pt x="9779" y="107772"/>
                  </a:lnTo>
                  <a:lnTo>
                    <a:pt x="6019" y="107962"/>
                  </a:lnTo>
                  <a:lnTo>
                    <a:pt x="3289" y="110528"/>
                  </a:lnTo>
                  <a:lnTo>
                    <a:pt x="2311" y="112864"/>
                  </a:lnTo>
                  <a:lnTo>
                    <a:pt x="1827" y="113893"/>
                  </a:lnTo>
                  <a:lnTo>
                    <a:pt x="1701" y="114160"/>
                  </a:lnTo>
                  <a:lnTo>
                    <a:pt x="1397" y="114934"/>
                  </a:lnTo>
                  <a:lnTo>
                    <a:pt x="1333" y="115506"/>
                  </a:lnTo>
                  <a:lnTo>
                    <a:pt x="1204" y="115950"/>
                  </a:lnTo>
                  <a:lnTo>
                    <a:pt x="850" y="116839"/>
                  </a:lnTo>
                  <a:lnTo>
                    <a:pt x="0" y="120599"/>
                  </a:lnTo>
                  <a:lnTo>
                    <a:pt x="812" y="124371"/>
                  </a:lnTo>
                  <a:lnTo>
                    <a:pt x="3651" y="126606"/>
                  </a:lnTo>
                  <a:lnTo>
                    <a:pt x="6756" y="129260"/>
                  </a:lnTo>
                  <a:lnTo>
                    <a:pt x="69236" y="177474"/>
                  </a:lnTo>
                  <a:lnTo>
                    <a:pt x="87109" y="190969"/>
                  </a:lnTo>
                  <a:lnTo>
                    <a:pt x="80557" y="212426"/>
                  </a:lnTo>
                  <a:lnTo>
                    <a:pt x="66195" y="261121"/>
                  </a:lnTo>
                  <a:lnTo>
                    <a:pt x="56464" y="295668"/>
                  </a:lnTo>
                  <a:lnTo>
                    <a:pt x="58064" y="299084"/>
                  </a:lnTo>
                  <a:lnTo>
                    <a:pt x="61061" y="301675"/>
                  </a:lnTo>
                  <a:lnTo>
                    <a:pt x="61683" y="302145"/>
                  </a:lnTo>
                  <a:lnTo>
                    <a:pt x="62115" y="302399"/>
                  </a:lnTo>
                  <a:lnTo>
                    <a:pt x="62331" y="302602"/>
                  </a:lnTo>
                  <a:lnTo>
                    <a:pt x="63258" y="303237"/>
                  </a:lnTo>
                  <a:lnTo>
                    <a:pt x="65557" y="304685"/>
                  </a:lnTo>
                  <a:lnTo>
                    <a:pt x="67170" y="305066"/>
                  </a:lnTo>
                  <a:lnTo>
                    <a:pt x="70434" y="305066"/>
                  </a:lnTo>
                  <a:lnTo>
                    <a:pt x="71788" y="304685"/>
                  </a:lnTo>
                  <a:lnTo>
                    <a:pt x="71946" y="304685"/>
                  </a:lnTo>
                  <a:lnTo>
                    <a:pt x="73367" y="303733"/>
                  </a:lnTo>
                  <a:lnTo>
                    <a:pt x="76906" y="301523"/>
                  </a:lnTo>
                  <a:lnTo>
                    <a:pt x="82575" y="297751"/>
                  </a:lnTo>
                  <a:lnTo>
                    <a:pt x="142156" y="257062"/>
                  </a:lnTo>
                  <a:lnTo>
                    <a:pt x="160528" y="244233"/>
                  </a:lnTo>
                  <a:lnTo>
                    <a:pt x="249910" y="244233"/>
                  </a:lnTo>
                  <a:lnTo>
                    <a:pt x="247784" y="236950"/>
                  </a:lnTo>
                  <a:lnTo>
                    <a:pt x="240513" y="212426"/>
                  </a:lnTo>
                  <a:lnTo>
                    <a:pt x="233972" y="190969"/>
                  </a:lnTo>
                  <a:lnTo>
                    <a:pt x="251845" y="177474"/>
                  </a:lnTo>
                  <a:lnTo>
                    <a:pt x="313791" y="129616"/>
                  </a:lnTo>
                  <a:lnTo>
                    <a:pt x="316890" y="127012"/>
                  </a:lnTo>
                  <a:lnTo>
                    <a:pt x="317449" y="126606"/>
                  </a:lnTo>
                  <a:lnTo>
                    <a:pt x="320218" y="124371"/>
                  </a:lnTo>
                  <a:lnTo>
                    <a:pt x="321014" y="120599"/>
                  </a:lnTo>
                  <a:lnTo>
                    <a:pt x="320509" y="118008"/>
                  </a:lnTo>
                  <a:lnTo>
                    <a:pt x="320174" y="116839"/>
                  </a:lnTo>
                  <a:lnTo>
                    <a:pt x="320001" y="115950"/>
                  </a:lnTo>
                  <a:lnTo>
                    <a:pt x="319793" y="115506"/>
                  </a:lnTo>
                  <a:lnTo>
                    <a:pt x="319722" y="115354"/>
                  </a:lnTo>
                  <a:lnTo>
                    <a:pt x="319611" y="114934"/>
                  </a:lnTo>
                  <a:lnTo>
                    <a:pt x="319335" y="114160"/>
                  </a:lnTo>
                  <a:lnTo>
                    <a:pt x="319239" y="113893"/>
                  </a:lnTo>
                  <a:lnTo>
                    <a:pt x="317804" y="110528"/>
                  </a:lnTo>
                  <a:lnTo>
                    <a:pt x="315101" y="107962"/>
                  </a:lnTo>
                  <a:lnTo>
                    <a:pt x="315650" y="107962"/>
                  </a:lnTo>
                  <a:lnTo>
                    <a:pt x="311327" y="107772"/>
                  </a:lnTo>
                  <a:lnTo>
                    <a:pt x="307276" y="107467"/>
                  </a:lnTo>
                  <a:lnTo>
                    <a:pt x="228326" y="105126"/>
                  </a:lnTo>
                  <a:lnTo>
                    <a:pt x="205867" y="104736"/>
                  </a:lnTo>
                  <a:lnTo>
                    <a:pt x="198606" y="83605"/>
                  </a:lnTo>
                  <a:lnTo>
                    <a:pt x="190071" y="59497"/>
                  </a:lnTo>
                  <a:lnTo>
                    <a:pt x="181531" y="35740"/>
                  </a:lnTo>
                  <a:lnTo>
                    <a:pt x="172300" y="10236"/>
                  </a:lnTo>
                  <a:lnTo>
                    <a:pt x="170434" y="5511"/>
                  </a:lnTo>
                  <a:lnTo>
                    <a:pt x="169143" y="2133"/>
                  </a:lnTo>
                  <a:lnTo>
                    <a:pt x="169075" y="1955"/>
                  </a:lnTo>
                  <a:lnTo>
                    <a:pt x="165760" y="228"/>
                  </a:lnTo>
                  <a:lnTo>
                    <a:pt x="163258" y="0"/>
                  </a:lnTo>
                  <a:close/>
                </a:path>
                <a:path w="321309" h="305435">
                  <a:moveTo>
                    <a:pt x="249910" y="244233"/>
                  </a:moveTo>
                  <a:lnTo>
                    <a:pt x="160528" y="244233"/>
                  </a:lnTo>
                  <a:lnTo>
                    <a:pt x="179854" y="257735"/>
                  </a:lnTo>
                  <a:lnTo>
                    <a:pt x="244155" y="301523"/>
                  </a:lnTo>
                  <a:lnTo>
                    <a:pt x="247637" y="303733"/>
                  </a:lnTo>
                  <a:lnTo>
                    <a:pt x="249086" y="304685"/>
                  </a:lnTo>
                  <a:lnTo>
                    <a:pt x="249250" y="304685"/>
                  </a:lnTo>
                  <a:lnTo>
                    <a:pt x="250647" y="305066"/>
                  </a:lnTo>
                  <a:lnTo>
                    <a:pt x="253898" y="305066"/>
                  </a:lnTo>
                  <a:lnTo>
                    <a:pt x="255498" y="304685"/>
                  </a:lnTo>
                  <a:lnTo>
                    <a:pt x="258533" y="302793"/>
                  </a:lnTo>
                  <a:lnTo>
                    <a:pt x="259293" y="302145"/>
                  </a:lnTo>
                  <a:lnTo>
                    <a:pt x="260184" y="301523"/>
                  </a:lnTo>
                  <a:lnTo>
                    <a:pt x="262978" y="299084"/>
                  </a:lnTo>
                  <a:lnTo>
                    <a:pt x="264591" y="295668"/>
                  </a:lnTo>
                  <a:lnTo>
                    <a:pt x="263613" y="292150"/>
                  </a:lnTo>
                  <a:lnTo>
                    <a:pt x="262648" y="288124"/>
                  </a:lnTo>
                  <a:lnTo>
                    <a:pt x="254839" y="261121"/>
                  </a:lnTo>
                  <a:lnTo>
                    <a:pt x="249910" y="2442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390431" y="4797018"/>
              <a:ext cx="294640" cy="280035"/>
            </a:xfrm>
            <a:custGeom>
              <a:avLst/>
              <a:gdLst/>
              <a:ahLst/>
              <a:cxnLst/>
              <a:rect l="l" t="t" r="r" b="b"/>
              <a:pathLst>
                <a:path w="294640" h="280035">
                  <a:moveTo>
                    <a:pt x="293921" y="105892"/>
                  </a:moveTo>
                  <a:lnTo>
                    <a:pt x="522" y="105892"/>
                  </a:lnTo>
                  <a:lnTo>
                    <a:pt x="462" y="106095"/>
                  </a:lnTo>
                  <a:lnTo>
                    <a:pt x="348" y="106375"/>
                  </a:lnTo>
                  <a:lnTo>
                    <a:pt x="234" y="106705"/>
                  </a:lnTo>
                  <a:lnTo>
                    <a:pt x="119" y="107010"/>
                  </a:lnTo>
                  <a:lnTo>
                    <a:pt x="0" y="107848"/>
                  </a:lnTo>
                  <a:lnTo>
                    <a:pt x="221" y="107848"/>
                  </a:lnTo>
                  <a:lnTo>
                    <a:pt x="90010" y="172999"/>
                  </a:lnTo>
                  <a:lnTo>
                    <a:pt x="55656" y="278472"/>
                  </a:lnTo>
                  <a:lnTo>
                    <a:pt x="55656" y="278930"/>
                  </a:lnTo>
                  <a:lnTo>
                    <a:pt x="55821" y="278930"/>
                  </a:lnTo>
                  <a:lnTo>
                    <a:pt x="56075" y="279158"/>
                  </a:lnTo>
                  <a:lnTo>
                    <a:pt x="56406" y="279361"/>
                  </a:lnTo>
                  <a:lnTo>
                    <a:pt x="56660" y="279577"/>
                  </a:lnTo>
                  <a:lnTo>
                    <a:pt x="57109" y="279869"/>
                  </a:lnTo>
                  <a:lnTo>
                    <a:pt x="57272" y="279869"/>
                  </a:lnTo>
                  <a:lnTo>
                    <a:pt x="147211" y="214503"/>
                  </a:lnTo>
                  <a:lnTo>
                    <a:pt x="217912" y="214503"/>
                  </a:lnTo>
                  <a:lnTo>
                    <a:pt x="204399" y="172999"/>
                  </a:lnTo>
                  <a:lnTo>
                    <a:pt x="294251" y="107848"/>
                  </a:lnTo>
                  <a:lnTo>
                    <a:pt x="294213" y="106705"/>
                  </a:lnTo>
                  <a:lnTo>
                    <a:pt x="294099" y="106375"/>
                  </a:lnTo>
                  <a:lnTo>
                    <a:pt x="293972" y="106095"/>
                  </a:lnTo>
                  <a:lnTo>
                    <a:pt x="293921" y="105892"/>
                  </a:lnTo>
                  <a:close/>
                </a:path>
                <a:path w="294640" h="280035">
                  <a:moveTo>
                    <a:pt x="217912" y="214503"/>
                  </a:moveTo>
                  <a:lnTo>
                    <a:pt x="147211" y="214503"/>
                  </a:lnTo>
                  <a:lnTo>
                    <a:pt x="237177" y="279869"/>
                  </a:lnTo>
                  <a:lnTo>
                    <a:pt x="237313" y="279869"/>
                  </a:lnTo>
                  <a:lnTo>
                    <a:pt x="238041" y="279361"/>
                  </a:lnTo>
                  <a:lnTo>
                    <a:pt x="238384" y="279158"/>
                  </a:lnTo>
                  <a:lnTo>
                    <a:pt x="238587" y="278930"/>
                  </a:lnTo>
                  <a:lnTo>
                    <a:pt x="238740" y="278930"/>
                  </a:lnTo>
                  <a:lnTo>
                    <a:pt x="238740" y="278472"/>
                  </a:lnTo>
                  <a:lnTo>
                    <a:pt x="217912" y="214503"/>
                  </a:lnTo>
                  <a:close/>
                </a:path>
                <a:path w="294640" h="280035">
                  <a:moveTo>
                    <a:pt x="148074" y="0"/>
                  </a:moveTo>
                  <a:lnTo>
                    <a:pt x="146347" y="0"/>
                  </a:lnTo>
                  <a:lnTo>
                    <a:pt x="146169" y="165"/>
                  </a:lnTo>
                  <a:lnTo>
                    <a:pt x="146118" y="368"/>
                  </a:lnTo>
                  <a:lnTo>
                    <a:pt x="111842" y="105892"/>
                  </a:lnTo>
                  <a:lnTo>
                    <a:pt x="182592" y="105892"/>
                  </a:lnTo>
                  <a:lnTo>
                    <a:pt x="148277" y="368"/>
                  </a:lnTo>
                  <a:lnTo>
                    <a:pt x="148227" y="165"/>
                  </a:lnTo>
                  <a:lnTo>
                    <a:pt x="148074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6300165" y="1986648"/>
            <a:ext cx="467359" cy="1590675"/>
            <a:chOff x="6300165" y="1986648"/>
            <a:chExt cx="467359" cy="1590675"/>
          </a:xfrm>
        </p:grpSpPr>
        <p:pic>
          <p:nvPicPr>
            <p:cNvPr id="38" name="object 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00165" y="1986648"/>
              <a:ext cx="467067" cy="159038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15087" y="2410663"/>
              <a:ext cx="186494" cy="103977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380048" y="2045767"/>
              <a:ext cx="315595" cy="300355"/>
            </a:xfrm>
            <a:custGeom>
              <a:avLst/>
              <a:gdLst/>
              <a:ahLst/>
              <a:cxnLst/>
              <a:rect l="l" t="t" r="r" b="b"/>
              <a:pathLst>
                <a:path w="315595" h="300355">
                  <a:moveTo>
                    <a:pt x="310997" y="107759"/>
                  </a:moveTo>
                  <a:lnTo>
                    <a:pt x="4445" y="107759"/>
                  </a:lnTo>
                  <a:lnTo>
                    <a:pt x="2514" y="109702"/>
                  </a:lnTo>
                  <a:lnTo>
                    <a:pt x="1866" y="111163"/>
                  </a:lnTo>
                  <a:lnTo>
                    <a:pt x="1358" y="112382"/>
                  </a:lnTo>
                  <a:lnTo>
                    <a:pt x="1016" y="113512"/>
                  </a:lnTo>
                  <a:lnTo>
                    <a:pt x="647" y="114630"/>
                  </a:lnTo>
                  <a:lnTo>
                    <a:pt x="0" y="117449"/>
                  </a:lnTo>
                  <a:lnTo>
                    <a:pt x="419" y="120154"/>
                  </a:lnTo>
                  <a:lnTo>
                    <a:pt x="2489" y="121792"/>
                  </a:lnTo>
                  <a:lnTo>
                    <a:pt x="5588" y="124396"/>
                  </a:lnTo>
                  <a:lnTo>
                    <a:pt x="10934" y="128600"/>
                  </a:lnTo>
                  <a:lnTo>
                    <a:pt x="68761" y="173228"/>
                  </a:lnTo>
                  <a:lnTo>
                    <a:pt x="87376" y="187248"/>
                  </a:lnTo>
                  <a:lnTo>
                    <a:pt x="80556" y="209495"/>
                  </a:lnTo>
                  <a:lnTo>
                    <a:pt x="72923" y="235184"/>
                  </a:lnTo>
                  <a:lnTo>
                    <a:pt x="65680" y="259979"/>
                  </a:lnTo>
                  <a:lnTo>
                    <a:pt x="58153" y="286042"/>
                  </a:lnTo>
                  <a:lnTo>
                    <a:pt x="57175" y="290055"/>
                  </a:lnTo>
                  <a:lnTo>
                    <a:pt x="56476" y="292569"/>
                  </a:lnTo>
                  <a:lnTo>
                    <a:pt x="57721" y="294970"/>
                  </a:lnTo>
                  <a:lnTo>
                    <a:pt x="58915" y="296036"/>
                  </a:lnTo>
                  <a:lnTo>
                    <a:pt x="59893" y="296875"/>
                  </a:lnTo>
                  <a:lnTo>
                    <a:pt x="60871" y="297535"/>
                  </a:lnTo>
                  <a:lnTo>
                    <a:pt x="61810" y="298259"/>
                  </a:lnTo>
                  <a:lnTo>
                    <a:pt x="62928" y="298932"/>
                  </a:lnTo>
                  <a:lnTo>
                    <a:pt x="64300" y="299796"/>
                  </a:lnTo>
                  <a:lnTo>
                    <a:pt x="67030" y="300189"/>
                  </a:lnTo>
                  <a:lnTo>
                    <a:pt x="69189" y="298742"/>
                  </a:lnTo>
                  <a:lnTo>
                    <a:pt x="72669" y="296583"/>
                  </a:lnTo>
                  <a:lnTo>
                    <a:pt x="138620" y="251645"/>
                  </a:lnTo>
                  <a:lnTo>
                    <a:pt x="157721" y="238290"/>
                  </a:lnTo>
                  <a:lnTo>
                    <a:pt x="243423" y="238290"/>
                  </a:lnTo>
                  <a:lnTo>
                    <a:pt x="234896" y="209495"/>
                  </a:lnTo>
                  <a:lnTo>
                    <a:pt x="228092" y="187248"/>
                  </a:lnTo>
                  <a:lnTo>
                    <a:pt x="246676" y="173228"/>
                  </a:lnTo>
                  <a:lnTo>
                    <a:pt x="304533" y="128600"/>
                  </a:lnTo>
                  <a:lnTo>
                    <a:pt x="309880" y="124396"/>
                  </a:lnTo>
                  <a:lnTo>
                    <a:pt x="312991" y="121792"/>
                  </a:lnTo>
                  <a:lnTo>
                    <a:pt x="315036" y="120154"/>
                  </a:lnTo>
                  <a:lnTo>
                    <a:pt x="315455" y="117449"/>
                  </a:lnTo>
                  <a:lnTo>
                    <a:pt x="314820" y="114630"/>
                  </a:lnTo>
                  <a:lnTo>
                    <a:pt x="314426" y="113512"/>
                  </a:lnTo>
                  <a:lnTo>
                    <a:pt x="314083" y="112382"/>
                  </a:lnTo>
                  <a:lnTo>
                    <a:pt x="312953" y="109702"/>
                  </a:lnTo>
                  <a:lnTo>
                    <a:pt x="310997" y="107759"/>
                  </a:lnTo>
                  <a:close/>
                </a:path>
                <a:path w="315595" h="300355">
                  <a:moveTo>
                    <a:pt x="243423" y="238290"/>
                  </a:moveTo>
                  <a:lnTo>
                    <a:pt x="157721" y="238290"/>
                  </a:lnTo>
                  <a:lnTo>
                    <a:pt x="176807" y="251645"/>
                  </a:lnTo>
                  <a:lnTo>
                    <a:pt x="237147" y="292823"/>
                  </a:lnTo>
                  <a:lnTo>
                    <a:pt x="242785" y="296583"/>
                  </a:lnTo>
                  <a:lnTo>
                    <a:pt x="246253" y="298742"/>
                  </a:lnTo>
                  <a:lnTo>
                    <a:pt x="248412" y="300189"/>
                  </a:lnTo>
                  <a:lnTo>
                    <a:pt x="251117" y="299796"/>
                  </a:lnTo>
                  <a:lnTo>
                    <a:pt x="252488" y="298932"/>
                  </a:lnTo>
                  <a:lnTo>
                    <a:pt x="253606" y="298259"/>
                  </a:lnTo>
                  <a:lnTo>
                    <a:pt x="254546" y="297535"/>
                  </a:lnTo>
                  <a:lnTo>
                    <a:pt x="255536" y="296875"/>
                  </a:lnTo>
                  <a:lnTo>
                    <a:pt x="257733" y="294970"/>
                  </a:lnTo>
                  <a:lnTo>
                    <a:pt x="258953" y="292569"/>
                  </a:lnTo>
                  <a:lnTo>
                    <a:pt x="258267" y="290055"/>
                  </a:lnTo>
                  <a:lnTo>
                    <a:pt x="257289" y="286042"/>
                  </a:lnTo>
                  <a:lnTo>
                    <a:pt x="255435" y="279539"/>
                  </a:lnTo>
                  <a:lnTo>
                    <a:pt x="249758" y="259979"/>
                  </a:lnTo>
                  <a:lnTo>
                    <a:pt x="243423" y="238290"/>
                  </a:lnTo>
                  <a:close/>
                </a:path>
                <a:path w="315595" h="300355">
                  <a:moveTo>
                    <a:pt x="161785" y="0"/>
                  </a:moveTo>
                  <a:lnTo>
                    <a:pt x="153644" y="0"/>
                  </a:lnTo>
                  <a:lnTo>
                    <a:pt x="151193" y="1231"/>
                  </a:lnTo>
                  <a:lnTo>
                    <a:pt x="150279" y="3695"/>
                  </a:lnTo>
                  <a:lnTo>
                    <a:pt x="148780" y="7442"/>
                  </a:lnTo>
                  <a:lnTo>
                    <a:pt x="130778" y="57308"/>
                  </a:lnTo>
                  <a:lnTo>
                    <a:pt x="114236" y="104597"/>
                  </a:lnTo>
                  <a:lnTo>
                    <a:pt x="90941" y="105001"/>
                  </a:lnTo>
                  <a:lnTo>
                    <a:pt x="11125" y="107365"/>
                  </a:lnTo>
                  <a:lnTo>
                    <a:pt x="5380" y="107759"/>
                  </a:lnTo>
                  <a:lnTo>
                    <a:pt x="310067" y="107759"/>
                  </a:lnTo>
                  <a:lnTo>
                    <a:pt x="304304" y="107365"/>
                  </a:lnTo>
                  <a:lnTo>
                    <a:pt x="224512" y="105001"/>
                  </a:lnTo>
                  <a:lnTo>
                    <a:pt x="201206" y="104597"/>
                  </a:lnTo>
                  <a:lnTo>
                    <a:pt x="193621" y="82581"/>
                  </a:lnTo>
                  <a:lnTo>
                    <a:pt x="184680" y="57308"/>
                  </a:lnTo>
                  <a:lnTo>
                    <a:pt x="175952" y="32988"/>
                  </a:lnTo>
                  <a:lnTo>
                    <a:pt x="166712" y="7442"/>
                  </a:lnTo>
                  <a:lnTo>
                    <a:pt x="165138" y="3695"/>
                  </a:lnTo>
                  <a:lnTo>
                    <a:pt x="164223" y="1231"/>
                  </a:lnTo>
                  <a:lnTo>
                    <a:pt x="1617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390741" y="2055863"/>
              <a:ext cx="294640" cy="280035"/>
            </a:xfrm>
            <a:custGeom>
              <a:avLst/>
              <a:gdLst/>
              <a:ahLst/>
              <a:cxnLst/>
              <a:rect l="l" t="t" r="r" b="b"/>
              <a:pathLst>
                <a:path w="294640" h="280035">
                  <a:moveTo>
                    <a:pt x="293725" y="105752"/>
                  </a:moveTo>
                  <a:lnTo>
                    <a:pt x="317" y="105752"/>
                  </a:lnTo>
                  <a:lnTo>
                    <a:pt x="247" y="105930"/>
                  </a:lnTo>
                  <a:lnTo>
                    <a:pt x="126" y="106235"/>
                  </a:lnTo>
                  <a:lnTo>
                    <a:pt x="0" y="107721"/>
                  </a:lnTo>
                  <a:lnTo>
                    <a:pt x="89852" y="172847"/>
                  </a:lnTo>
                  <a:lnTo>
                    <a:pt x="55498" y="278282"/>
                  </a:lnTo>
                  <a:lnTo>
                    <a:pt x="55498" y="278790"/>
                  </a:lnTo>
                  <a:lnTo>
                    <a:pt x="55651" y="278790"/>
                  </a:lnTo>
                  <a:lnTo>
                    <a:pt x="55905" y="279044"/>
                  </a:lnTo>
                  <a:lnTo>
                    <a:pt x="56743" y="279590"/>
                  </a:lnTo>
                  <a:lnTo>
                    <a:pt x="57289" y="279590"/>
                  </a:lnTo>
                  <a:lnTo>
                    <a:pt x="147053" y="214376"/>
                  </a:lnTo>
                  <a:lnTo>
                    <a:pt x="217749" y="214376"/>
                  </a:lnTo>
                  <a:lnTo>
                    <a:pt x="204228" y="172847"/>
                  </a:lnTo>
                  <a:lnTo>
                    <a:pt x="294030" y="107721"/>
                  </a:lnTo>
                  <a:lnTo>
                    <a:pt x="293954" y="106235"/>
                  </a:lnTo>
                  <a:lnTo>
                    <a:pt x="293776" y="105930"/>
                  </a:lnTo>
                  <a:lnTo>
                    <a:pt x="293725" y="105752"/>
                  </a:lnTo>
                  <a:close/>
                </a:path>
                <a:path w="294640" h="280035">
                  <a:moveTo>
                    <a:pt x="217749" y="214376"/>
                  </a:moveTo>
                  <a:lnTo>
                    <a:pt x="147053" y="214376"/>
                  </a:lnTo>
                  <a:lnTo>
                    <a:pt x="236778" y="279590"/>
                  </a:lnTo>
                  <a:lnTo>
                    <a:pt x="237299" y="279590"/>
                  </a:lnTo>
                  <a:lnTo>
                    <a:pt x="238137" y="279044"/>
                  </a:lnTo>
                  <a:lnTo>
                    <a:pt x="238367" y="278790"/>
                  </a:lnTo>
                  <a:lnTo>
                    <a:pt x="238556" y="278790"/>
                  </a:lnTo>
                  <a:lnTo>
                    <a:pt x="238556" y="278282"/>
                  </a:lnTo>
                  <a:lnTo>
                    <a:pt x="217749" y="214376"/>
                  </a:lnTo>
                  <a:close/>
                </a:path>
                <a:path w="294640" h="280035">
                  <a:moveTo>
                    <a:pt x="148081" y="0"/>
                  </a:moveTo>
                  <a:lnTo>
                    <a:pt x="145986" y="0"/>
                  </a:lnTo>
                  <a:lnTo>
                    <a:pt x="111671" y="105752"/>
                  </a:lnTo>
                  <a:lnTo>
                    <a:pt x="182422" y="105752"/>
                  </a:lnTo>
                  <a:lnTo>
                    <a:pt x="148132" y="190"/>
                  </a:lnTo>
                  <a:lnTo>
                    <a:pt x="148081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2312111" y="1957433"/>
            <a:ext cx="1282700" cy="5092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BRAND_3_A_PMS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589902" y="1957433"/>
            <a:ext cx="1476375" cy="5092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BRAND_3_B_PMS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9993386" y="1966141"/>
            <a:ext cx="1593215" cy="872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Mono-colour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52450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74993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BRAND_3_D_1COLOR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BRAND_3_E_1COLOR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597077" y="4698199"/>
            <a:ext cx="147637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BRAND_4_B_PMS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9993063" y="4701263"/>
            <a:ext cx="1744980" cy="751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brand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and reversed</a:t>
            </a:r>
            <a:endParaRPr sz="600">
              <a:latin typeface="Palatino Linotype"/>
              <a:cs typeface="Palatino Linotype"/>
            </a:endParaRPr>
          </a:p>
          <a:p>
            <a:pPr marL="12700" marR="898525">
              <a:lnSpc>
                <a:spcPct val="132300"/>
              </a:lnSpc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BRAND_4_D_1COLOR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BRAND_4_E_1COLOR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869950" y="1957433"/>
            <a:ext cx="1535430" cy="630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green,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826769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BRAND_3_C_PMS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312111" y="4700376"/>
            <a:ext cx="147256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75057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BRAND_4_A_PMS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869950" y="4700376"/>
            <a:ext cx="153543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green,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82296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BRAND_4_C_PMS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752460" y="6589451"/>
            <a:ext cx="439928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vertically.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regular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brand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horizontal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areas/applications.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0" y="1224000"/>
            <a:ext cx="7325995" cy="12700"/>
          </a:xfrm>
          <a:custGeom>
            <a:avLst/>
            <a:gdLst/>
            <a:ahLst/>
            <a:cxnLst/>
            <a:rect l="l" t="t" r="r" b="b"/>
            <a:pathLst>
              <a:path w="7325995" h="12700">
                <a:moveTo>
                  <a:pt x="7325995" y="0"/>
                </a:moveTo>
                <a:lnTo>
                  <a:pt x="0" y="0"/>
                </a:lnTo>
                <a:lnTo>
                  <a:pt x="0" y="12700"/>
                </a:lnTo>
                <a:lnTo>
                  <a:pt x="7325995" y="12700"/>
                </a:lnTo>
                <a:lnTo>
                  <a:pt x="7325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1214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277"/>
              <a:t> </a:t>
            </a:r>
            <a:r>
              <a:rPr dirty="0" sz="2600" spc="70"/>
              <a:t>vertical</a:t>
            </a:r>
            <a:r>
              <a:rPr dirty="0" sz="2600" spc="-215"/>
              <a:t> </a:t>
            </a:r>
            <a:r>
              <a:rPr dirty="0" sz="2600" spc="130"/>
              <a:t>brand</a:t>
            </a:r>
            <a:r>
              <a:rPr dirty="0" sz="2600" spc="-215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3" name="object 53" descr=""/>
          <p:cNvSpPr txBox="1"/>
          <p:nvPr/>
        </p:nvSpPr>
        <p:spPr>
          <a:xfrm>
            <a:off x="6664820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7300" y="1502079"/>
            <a:ext cx="5113655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xceptional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items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a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height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width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ratio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higher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than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1:5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a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has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been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developed.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12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Fridgepack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cans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can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trays.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726336" y="1707997"/>
            <a:ext cx="4332605" cy="4937125"/>
            <a:chOff x="7726336" y="1707997"/>
            <a:chExt cx="4332605" cy="4937125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336" y="3668980"/>
              <a:ext cx="4332071" cy="297606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39999" y="1707997"/>
              <a:ext cx="2806293" cy="2050808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9995" y="4844923"/>
            <a:ext cx="4442409" cy="202222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67300" y="3222764"/>
            <a:ext cx="1520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1:5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Preferred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proportion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93128" y="777697"/>
            <a:ext cx="57804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5714" sz="2100" b="1">
                <a:solidFill>
                  <a:srgbClr val="007F2D"/>
                </a:solidFill>
                <a:latin typeface="Bookman Old Style"/>
                <a:cs typeface="Bookman Old Style"/>
              </a:rPr>
              <a:t>®</a:t>
            </a:r>
            <a:r>
              <a:rPr dirty="0" baseline="35714" sz="2100" spc="292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60" b="1">
                <a:solidFill>
                  <a:srgbClr val="007F2D"/>
                </a:solidFill>
                <a:latin typeface="Bookman Old Style"/>
                <a:cs typeface="Bookman Old Style"/>
              </a:rPr>
              <a:t>horizontal</a:t>
            </a:r>
            <a:r>
              <a:rPr dirty="0" sz="2600" spc="-204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130" b="1">
                <a:solidFill>
                  <a:srgbClr val="007F2D"/>
                </a:solidFill>
                <a:latin typeface="Bookman Old Style"/>
                <a:cs typeface="Bookman Old Style"/>
              </a:rPr>
              <a:t>brand</a:t>
            </a:r>
            <a:r>
              <a:rPr dirty="0" sz="2600" spc="-21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50" b="1">
                <a:solidFill>
                  <a:srgbClr val="007F2D"/>
                </a:solidFill>
                <a:latin typeface="Bookman Old Style"/>
                <a:cs typeface="Bookman Old Style"/>
              </a:rPr>
              <a:t>logo</a:t>
            </a:r>
            <a:endParaRPr sz="2600">
              <a:latin typeface="Bookman Old Style"/>
              <a:cs typeface="Bookman Old Style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14403" y="194449"/>
            <a:ext cx="2203450" cy="417830"/>
          </a:xfrm>
          <a:custGeom>
            <a:avLst/>
            <a:gdLst/>
            <a:ahLst/>
            <a:cxnLst/>
            <a:rect l="l" t="t" r="r" b="b"/>
            <a:pathLst>
              <a:path w="2203450" h="417830">
                <a:moveTo>
                  <a:pt x="2131199" y="0"/>
                </a:moveTo>
                <a:lnTo>
                  <a:pt x="71996" y="0"/>
                </a:ln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345541"/>
                </a:lnTo>
                <a:lnTo>
                  <a:pt x="1124" y="387171"/>
                </a:lnTo>
                <a:lnTo>
                  <a:pt x="8999" y="408549"/>
                </a:lnTo>
                <a:lnTo>
                  <a:pt x="30373" y="416425"/>
                </a:lnTo>
                <a:lnTo>
                  <a:pt x="71996" y="417550"/>
                </a:lnTo>
                <a:lnTo>
                  <a:pt x="2131199" y="417550"/>
                </a:lnTo>
                <a:lnTo>
                  <a:pt x="2172822" y="416425"/>
                </a:lnTo>
                <a:lnTo>
                  <a:pt x="2194196" y="408549"/>
                </a:lnTo>
                <a:lnTo>
                  <a:pt x="2202071" y="387171"/>
                </a:lnTo>
                <a:lnTo>
                  <a:pt x="2203196" y="345541"/>
                </a:lnTo>
                <a:lnTo>
                  <a:pt x="2203196" y="71996"/>
                </a:lnTo>
                <a:lnTo>
                  <a:pt x="2202071" y="30373"/>
                </a:lnTo>
                <a:lnTo>
                  <a:pt x="2194196" y="8999"/>
                </a:lnTo>
                <a:lnTo>
                  <a:pt x="2172822" y="1124"/>
                </a:lnTo>
                <a:lnTo>
                  <a:pt x="2131199" y="0"/>
                </a:lnTo>
                <a:close/>
              </a:path>
            </a:pathLst>
          </a:custGeom>
          <a:solidFill>
            <a:srgbClr val="CD17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07668" y="304127"/>
            <a:ext cx="2005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FOR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EXCEPTIONAL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 spc="45">
                <a:solidFill>
                  <a:srgbClr val="FFFFFF"/>
                </a:solidFill>
                <a:latin typeface="Palatino Linotype"/>
                <a:cs typeface="Palatino Linotype"/>
              </a:rPr>
              <a:t>ITEMS</a:t>
            </a:r>
            <a:endParaRPr sz="1200">
              <a:latin typeface="Palatino Linotype"/>
              <a:cs typeface="Palatino Linotype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083436" y="2239200"/>
            <a:ext cx="4441190" cy="875665"/>
            <a:chOff x="1083436" y="2239200"/>
            <a:chExt cx="4441190" cy="875665"/>
          </a:xfrm>
        </p:grpSpPr>
        <p:sp>
          <p:nvSpPr>
            <p:cNvPr id="15" name="object 15" descr=""/>
            <p:cNvSpPr/>
            <p:nvPr/>
          </p:nvSpPr>
          <p:spPr>
            <a:xfrm>
              <a:off x="1083436" y="2239200"/>
              <a:ext cx="4441190" cy="875665"/>
            </a:xfrm>
            <a:custGeom>
              <a:avLst/>
              <a:gdLst/>
              <a:ahLst/>
              <a:cxnLst/>
              <a:rect l="l" t="t" r="r" b="b"/>
              <a:pathLst>
                <a:path w="4441190" h="875664">
                  <a:moveTo>
                    <a:pt x="4440847" y="0"/>
                  </a:moveTo>
                  <a:lnTo>
                    <a:pt x="0" y="0"/>
                  </a:lnTo>
                  <a:lnTo>
                    <a:pt x="0" y="875474"/>
                  </a:lnTo>
                  <a:lnTo>
                    <a:pt x="4440847" y="875474"/>
                  </a:lnTo>
                  <a:lnTo>
                    <a:pt x="4440847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67116" y="2425407"/>
              <a:ext cx="1007744" cy="487680"/>
            </a:xfrm>
            <a:custGeom>
              <a:avLst/>
              <a:gdLst/>
              <a:ahLst/>
              <a:cxnLst/>
              <a:rect l="l" t="t" r="r" b="b"/>
              <a:pathLst>
                <a:path w="1007744" h="487680">
                  <a:moveTo>
                    <a:pt x="446405" y="33655"/>
                  </a:moveTo>
                  <a:lnTo>
                    <a:pt x="441947" y="2057"/>
                  </a:lnTo>
                  <a:lnTo>
                    <a:pt x="439953" y="0"/>
                  </a:lnTo>
                  <a:lnTo>
                    <a:pt x="252564" y="0"/>
                  </a:lnTo>
                  <a:lnTo>
                    <a:pt x="250596" y="2057"/>
                  </a:lnTo>
                  <a:lnTo>
                    <a:pt x="246176" y="33604"/>
                  </a:lnTo>
                  <a:lnTo>
                    <a:pt x="248183" y="35648"/>
                  </a:lnTo>
                  <a:lnTo>
                    <a:pt x="270268" y="47764"/>
                  </a:lnTo>
                  <a:lnTo>
                    <a:pt x="276313" y="52654"/>
                  </a:lnTo>
                  <a:lnTo>
                    <a:pt x="280543" y="59817"/>
                  </a:lnTo>
                  <a:lnTo>
                    <a:pt x="283044" y="69494"/>
                  </a:lnTo>
                  <a:lnTo>
                    <a:pt x="283933" y="81927"/>
                  </a:lnTo>
                  <a:lnTo>
                    <a:pt x="283959" y="177292"/>
                  </a:lnTo>
                  <a:lnTo>
                    <a:pt x="277812" y="183451"/>
                  </a:lnTo>
                  <a:lnTo>
                    <a:pt x="168579" y="183451"/>
                  </a:lnTo>
                  <a:lnTo>
                    <a:pt x="162433" y="177292"/>
                  </a:lnTo>
                  <a:lnTo>
                    <a:pt x="162458" y="81940"/>
                  </a:lnTo>
                  <a:lnTo>
                    <a:pt x="198208" y="35648"/>
                  </a:lnTo>
                  <a:lnTo>
                    <a:pt x="200215" y="33604"/>
                  </a:lnTo>
                  <a:lnTo>
                    <a:pt x="195795" y="2057"/>
                  </a:lnTo>
                  <a:lnTo>
                    <a:pt x="193827" y="0"/>
                  </a:lnTo>
                  <a:lnTo>
                    <a:pt x="6426" y="0"/>
                  </a:lnTo>
                  <a:lnTo>
                    <a:pt x="4445" y="2057"/>
                  </a:lnTo>
                  <a:lnTo>
                    <a:pt x="0" y="33655"/>
                  </a:lnTo>
                  <a:lnTo>
                    <a:pt x="2146" y="35636"/>
                  </a:lnTo>
                  <a:lnTo>
                    <a:pt x="27190" y="47205"/>
                  </a:lnTo>
                  <a:lnTo>
                    <a:pt x="35318" y="52882"/>
                  </a:lnTo>
                  <a:lnTo>
                    <a:pt x="41160" y="61239"/>
                  </a:lnTo>
                  <a:lnTo>
                    <a:pt x="44691" y="72275"/>
                  </a:lnTo>
                  <a:lnTo>
                    <a:pt x="45897" y="85940"/>
                  </a:lnTo>
                  <a:lnTo>
                    <a:pt x="45910" y="387134"/>
                  </a:lnTo>
                  <a:lnTo>
                    <a:pt x="44729" y="400354"/>
                  </a:lnTo>
                  <a:lnTo>
                    <a:pt x="41313" y="411403"/>
                  </a:lnTo>
                  <a:lnTo>
                    <a:pt x="35877" y="419849"/>
                  </a:lnTo>
                  <a:lnTo>
                    <a:pt x="28613" y="425272"/>
                  </a:lnTo>
                  <a:lnTo>
                    <a:pt x="2120" y="437349"/>
                  </a:lnTo>
                  <a:lnTo>
                    <a:pt x="228" y="438835"/>
                  </a:lnTo>
                  <a:lnTo>
                    <a:pt x="4279" y="477977"/>
                  </a:lnTo>
                  <a:lnTo>
                    <a:pt x="6286" y="480072"/>
                  </a:lnTo>
                  <a:lnTo>
                    <a:pt x="203936" y="480072"/>
                  </a:lnTo>
                  <a:lnTo>
                    <a:pt x="208076" y="440334"/>
                  </a:lnTo>
                  <a:lnTo>
                    <a:pt x="207454" y="437883"/>
                  </a:lnTo>
                  <a:lnTo>
                    <a:pt x="180327" y="425538"/>
                  </a:lnTo>
                  <a:lnTo>
                    <a:pt x="172745" y="420154"/>
                  </a:lnTo>
                  <a:lnTo>
                    <a:pt x="167182" y="411721"/>
                  </a:lnTo>
                  <a:lnTo>
                    <a:pt x="163703" y="400507"/>
                  </a:lnTo>
                  <a:lnTo>
                    <a:pt x="162458" y="386740"/>
                  </a:lnTo>
                  <a:lnTo>
                    <a:pt x="162433" y="257378"/>
                  </a:lnTo>
                  <a:lnTo>
                    <a:pt x="168579" y="251244"/>
                  </a:lnTo>
                  <a:lnTo>
                    <a:pt x="176123" y="251244"/>
                  </a:lnTo>
                  <a:lnTo>
                    <a:pt x="277812" y="251244"/>
                  </a:lnTo>
                  <a:lnTo>
                    <a:pt x="283959" y="257378"/>
                  </a:lnTo>
                  <a:lnTo>
                    <a:pt x="283933" y="386715"/>
                  </a:lnTo>
                  <a:lnTo>
                    <a:pt x="282689" y="400507"/>
                  </a:lnTo>
                  <a:lnTo>
                    <a:pt x="279222" y="411721"/>
                  </a:lnTo>
                  <a:lnTo>
                    <a:pt x="273646" y="420141"/>
                  </a:lnTo>
                  <a:lnTo>
                    <a:pt x="266077" y="425526"/>
                  </a:lnTo>
                  <a:lnTo>
                    <a:pt x="239242" y="437743"/>
                  </a:lnTo>
                  <a:lnTo>
                    <a:pt x="238226" y="439585"/>
                  </a:lnTo>
                  <a:lnTo>
                    <a:pt x="242163" y="477062"/>
                  </a:lnTo>
                  <a:lnTo>
                    <a:pt x="243852" y="480072"/>
                  </a:lnTo>
                  <a:lnTo>
                    <a:pt x="440105" y="480072"/>
                  </a:lnTo>
                  <a:lnTo>
                    <a:pt x="442125" y="477977"/>
                  </a:lnTo>
                  <a:lnTo>
                    <a:pt x="446176" y="438835"/>
                  </a:lnTo>
                  <a:lnTo>
                    <a:pt x="444296" y="437349"/>
                  </a:lnTo>
                  <a:lnTo>
                    <a:pt x="417791" y="425272"/>
                  </a:lnTo>
                  <a:lnTo>
                    <a:pt x="410438" y="419862"/>
                  </a:lnTo>
                  <a:lnTo>
                    <a:pt x="405003" y="411480"/>
                  </a:lnTo>
                  <a:lnTo>
                    <a:pt x="401637" y="400456"/>
                  </a:lnTo>
                  <a:lnTo>
                    <a:pt x="400481" y="387134"/>
                  </a:lnTo>
                  <a:lnTo>
                    <a:pt x="400507" y="85940"/>
                  </a:lnTo>
                  <a:lnTo>
                    <a:pt x="419214" y="47205"/>
                  </a:lnTo>
                  <a:lnTo>
                    <a:pt x="444258" y="35636"/>
                  </a:lnTo>
                  <a:lnTo>
                    <a:pt x="446405" y="33655"/>
                  </a:lnTo>
                  <a:close/>
                </a:path>
                <a:path w="1007744" h="487680">
                  <a:moveTo>
                    <a:pt x="803084" y="394843"/>
                  </a:moveTo>
                  <a:lnTo>
                    <a:pt x="776109" y="366471"/>
                  </a:lnTo>
                  <a:lnTo>
                    <a:pt x="769035" y="366280"/>
                  </a:lnTo>
                  <a:lnTo>
                    <a:pt x="763562" y="369138"/>
                  </a:lnTo>
                  <a:lnTo>
                    <a:pt x="750747" y="381152"/>
                  </a:lnTo>
                  <a:lnTo>
                    <a:pt x="733704" y="394843"/>
                  </a:lnTo>
                  <a:lnTo>
                    <a:pt x="713917" y="407543"/>
                  </a:lnTo>
                  <a:lnTo>
                    <a:pt x="692010" y="417106"/>
                  </a:lnTo>
                  <a:lnTo>
                    <a:pt x="664603" y="421894"/>
                  </a:lnTo>
                  <a:lnTo>
                    <a:pt x="631113" y="419176"/>
                  </a:lnTo>
                  <a:lnTo>
                    <a:pt x="599376" y="404418"/>
                  </a:lnTo>
                  <a:lnTo>
                    <a:pt x="577278" y="373049"/>
                  </a:lnTo>
                  <a:lnTo>
                    <a:pt x="574941" y="366471"/>
                  </a:lnTo>
                  <a:lnTo>
                    <a:pt x="574713" y="361911"/>
                  </a:lnTo>
                  <a:lnTo>
                    <a:pt x="578840" y="353822"/>
                  </a:lnTo>
                  <a:lnTo>
                    <a:pt x="584073" y="351751"/>
                  </a:lnTo>
                  <a:lnTo>
                    <a:pt x="608177" y="344551"/>
                  </a:lnTo>
                  <a:lnTo>
                    <a:pt x="631926" y="337134"/>
                  </a:lnTo>
                  <a:lnTo>
                    <a:pt x="660425" y="327685"/>
                  </a:lnTo>
                  <a:lnTo>
                    <a:pt x="691692" y="316471"/>
                  </a:lnTo>
                  <a:lnTo>
                    <a:pt x="719747" y="305193"/>
                  </a:lnTo>
                  <a:lnTo>
                    <a:pt x="731659" y="299783"/>
                  </a:lnTo>
                  <a:lnTo>
                    <a:pt x="745007" y="293738"/>
                  </a:lnTo>
                  <a:lnTo>
                    <a:pt x="789165" y="266293"/>
                  </a:lnTo>
                  <a:lnTo>
                    <a:pt x="795769" y="242201"/>
                  </a:lnTo>
                  <a:lnTo>
                    <a:pt x="791552" y="227761"/>
                  </a:lnTo>
                  <a:lnTo>
                    <a:pt x="775639" y="198488"/>
                  </a:lnTo>
                  <a:lnTo>
                    <a:pt x="751890" y="169456"/>
                  </a:lnTo>
                  <a:lnTo>
                    <a:pt x="745350" y="161455"/>
                  </a:lnTo>
                  <a:lnTo>
                    <a:pt x="698728" y="129679"/>
                  </a:lnTo>
                  <a:lnTo>
                    <a:pt x="690283" y="127927"/>
                  </a:lnTo>
                  <a:lnTo>
                    <a:pt x="690283" y="247205"/>
                  </a:lnTo>
                  <a:lnTo>
                    <a:pt x="688860" y="256400"/>
                  </a:lnTo>
                  <a:lnTo>
                    <a:pt x="652627" y="282041"/>
                  </a:lnTo>
                  <a:lnTo>
                    <a:pt x="613029" y="295135"/>
                  </a:lnTo>
                  <a:lnTo>
                    <a:pt x="589597" y="299783"/>
                  </a:lnTo>
                  <a:lnTo>
                    <a:pt x="582510" y="298932"/>
                  </a:lnTo>
                  <a:lnTo>
                    <a:pt x="576478" y="296125"/>
                  </a:lnTo>
                  <a:lnTo>
                    <a:pt x="571525" y="291084"/>
                  </a:lnTo>
                  <a:lnTo>
                    <a:pt x="567677" y="283502"/>
                  </a:lnTo>
                  <a:lnTo>
                    <a:pt x="564642" y="267652"/>
                  </a:lnTo>
                  <a:lnTo>
                    <a:pt x="564769" y="255054"/>
                  </a:lnTo>
                  <a:lnTo>
                    <a:pt x="564845" y="247205"/>
                  </a:lnTo>
                  <a:lnTo>
                    <a:pt x="575906" y="204012"/>
                  </a:lnTo>
                  <a:lnTo>
                    <a:pt x="606285" y="173888"/>
                  </a:lnTo>
                  <a:lnTo>
                    <a:pt x="631672" y="169456"/>
                  </a:lnTo>
                  <a:lnTo>
                    <a:pt x="643026" y="170903"/>
                  </a:lnTo>
                  <a:lnTo>
                    <a:pt x="681202" y="206743"/>
                  </a:lnTo>
                  <a:lnTo>
                    <a:pt x="690283" y="247205"/>
                  </a:lnTo>
                  <a:lnTo>
                    <a:pt x="690283" y="127927"/>
                  </a:lnTo>
                  <a:lnTo>
                    <a:pt x="633818" y="116192"/>
                  </a:lnTo>
                  <a:lnTo>
                    <a:pt x="624954" y="116420"/>
                  </a:lnTo>
                  <a:lnTo>
                    <a:pt x="615810" y="117081"/>
                  </a:lnTo>
                  <a:lnTo>
                    <a:pt x="550214" y="135915"/>
                  </a:lnTo>
                  <a:lnTo>
                    <a:pt x="510959" y="163753"/>
                  </a:lnTo>
                  <a:lnTo>
                    <a:pt x="480707" y="201142"/>
                  </a:lnTo>
                  <a:lnTo>
                    <a:pt x="461251" y="245884"/>
                  </a:lnTo>
                  <a:lnTo>
                    <a:pt x="454444" y="295135"/>
                  </a:lnTo>
                  <a:lnTo>
                    <a:pt x="454406" y="296125"/>
                  </a:lnTo>
                  <a:lnTo>
                    <a:pt x="460717" y="349885"/>
                  </a:lnTo>
                  <a:lnTo>
                    <a:pt x="479247" y="396735"/>
                  </a:lnTo>
                  <a:lnTo>
                    <a:pt x="509092" y="435229"/>
                  </a:lnTo>
                  <a:lnTo>
                    <a:pt x="549414" y="464273"/>
                  </a:lnTo>
                  <a:lnTo>
                    <a:pt x="599363" y="482777"/>
                  </a:lnTo>
                  <a:lnTo>
                    <a:pt x="645071" y="487260"/>
                  </a:lnTo>
                  <a:lnTo>
                    <a:pt x="691095" y="480326"/>
                  </a:lnTo>
                  <a:lnTo>
                    <a:pt x="734364" y="463194"/>
                  </a:lnTo>
                  <a:lnTo>
                    <a:pt x="771804" y="437070"/>
                  </a:lnTo>
                  <a:lnTo>
                    <a:pt x="784593" y="421894"/>
                  </a:lnTo>
                  <a:lnTo>
                    <a:pt x="800366" y="403148"/>
                  </a:lnTo>
                  <a:lnTo>
                    <a:pt x="803084" y="394843"/>
                  </a:lnTo>
                  <a:close/>
                </a:path>
                <a:path w="1007744" h="487680">
                  <a:moveTo>
                    <a:pt x="1007681" y="440385"/>
                  </a:moveTo>
                  <a:lnTo>
                    <a:pt x="1006995" y="438899"/>
                  </a:lnTo>
                  <a:lnTo>
                    <a:pt x="984224" y="426275"/>
                  </a:lnTo>
                  <a:lnTo>
                    <a:pt x="977569" y="420725"/>
                  </a:lnTo>
                  <a:lnTo>
                    <a:pt x="972616" y="412597"/>
                  </a:lnTo>
                  <a:lnTo>
                    <a:pt x="969505" y="402221"/>
                  </a:lnTo>
                  <a:lnTo>
                    <a:pt x="968375" y="389890"/>
                  </a:lnTo>
                  <a:lnTo>
                    <a:pt x="968349" y="135686"/>
                  </a:lnTo>
                  <a:lnTo>
                    <a:pt x="964958" y="132295"/>
                  </a:lnTo>
                  <a:lnTo>
                    <a:pt x="842073" y="132295"/>
                  </a:lnTo>
                  <a:lnTo>
                    <a:pt x="832383" y="132295"/>
                  </a:lnTo>
                  <a:lnTo>
                    <a:pt x="830389" y="134340"/>
                  </a:lnTo>
                  <a:lnTo>
                    <a:pt x="826084" y="165379"/>
                  </a:lnTo>
                  <a:lnTo>
                    <a:pt x="827557" y="167614"/>
                  </a:lnTo>
                  <a:lnTo>
                    <a:pt x="843584" y="176733"/>
                  </a:lnTo>
                  <a:lnTo>
                    <a:pt x="849058" y="181089"/>
                  </a:lnTo>
                  <a:lnTo>
                    <a:pt x="854125" y="188696"/>
                  </a:lnTo>
                  <a:lnTo>
                    <a:pt x="857859" y="200469"/>
                  </a:lnTo>
                  <a:lnTo>
                    <a:pt x="859345" y="217271"/>
                  </a:lnTo>
                  <a:lnTo>
                    <a:pt x="859370" y="388734"/>
                  </a:lnTo>
                  <a:lnTo>
                    <a:pt x="858329" y="401497"/>
                  </a:lnTo>
                  <a:lnTo>
                    <a:pt x="855306" y="412203"/>
                  </a:lnTo>
                  <a:lnTo>
                    <a:pt x="850430" y="420497"/>
                  </a:lnTo>
                  <a:lnTo>
                    <a:pt x="843851" y="426059"/>
                  </a:lnTo>
                  <a:lnTo>
                    <a:pt x="821143" y="438772"/>
                  </a:lnTo>
                  <a:lnTo>
                    <a:pt x="819848" y="440690"/>
                  </a:lnTo>
                  <a:lnTo>
                    <a:pt x="823747" y="477977"/>
                  </a:lnTo>
                  <a:lnTo>
                    <a:pt x="825766" y="480085"/>
                  </a:lnTo>
                  <a:lnTo>
                    <a:pt x="1002906" y="480085"/>
                  </a:lnTo>
                  <a:lnTo>
                    <a:pt x="1004087" y="477100"/>
                  </a:lnTo>
                  <a:lnTo>
                    <a:pt x="1007681" y="4403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1869" y="2415565"/>
              <a:ext cx="119811" cy="11543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921527" y="2541600"/>
              <a:ext cx="349250" cy="371475"/>
            </a:xfrm>
            <a:custGeom>
              <a:avLst/>
              <a:gdLst/>
              <a:ahLst/>
              <a:cxnLst/>
              <a:rect l="l" t="t" r="r" b="b"/>
              <a:pathLst>
                <a:path w="349250" h="371475">
                  <a:moveTo>
                    <a:pt x="179407" y="0"/>
                  </a:moveTo>
                  <a:lnTo>
                    <a:pt x="95813" y="19714"/>
                  </a:lnTo>
                  <a:lnTo>
                    <a:pt x="56557" y="47551"/>
                  </a:lnTo>
                  <a:lnTo>
                    <a:pt x="26304" y="84946"/>
                  </a:lnTo>
                  <a:lnTo>
                    <a:pt x="6841" y="129687"/>
                  </a:lnTo>
                  <a:lnTo>
                    <a:pt x="42" y="178940"/>
                  </a:lnTo>
                  <a:lnTo>
                    <a:pt x="0" y="179933"/>
                  </a:lnTo>
                  <a:lnTo>
                    <a:pt x="6318" y="233682"/>
                  </a:lnTo>
                  <a:lnTo>
                    <a:pt x="24843" y="280533"/>
                  </a:lnTo>
                  <a:lnTo>
                    <a:pt x="54686" y="319027"/>
                  </a:lnTo>
                  <a:lnTo>
                    <a:pt x="95003" y="348075"/>
                  </a:lnTo>
                  <a:lnTo>
                    <a:pt x="144952" y="366585"/>
                  </a:lnTo>
                  <a:lnTo>
                    <a:pt x="190668" y="371061"/>
                  </a:lnTo>
                  <a:lnTo>
                    <a:pt x="236694" y="364128"/>
                  </a:lnTo>
                  <a:lnTo>
                    <a:pt x="279962" y="346993"/>
                  </a:lnTo>
                  <a:lnTo>
                    <a:pt x="317405" y="320866"/>
                  </a:lnTo>
                  <a:lnTo>
                    <a:pt x="330182" y="305690"/>
                  </a:lnTo>
                  <a:lnTo>
                    <a:pt x="210197" y="305690"/>
                  </a:lnTo>
                  <a:lnTo>
                    <a:pt x="176704" y="302979"/>
                  </a:lnTo>
                  <a:lnTo>
                    <a:pt x="144975" y="288221"/>
                  </a:lnTo>
                  <a:lnTo>
                    <a:pt x="122867" y="256857"/>
                  </a:lnTo>
                  <a:lnTo>
                    <a:pt x="120530" y="250278"/>
                  </a:lnTo>
                  <a:lnTo>
                    <a:pt x="120301" y="245719"/>
                  </a:lnTo>
                  <a:lnTo>
                    <a:pt x="124429" y="237629"/>
                  </a:lnTo>
                  <a:lnTo>
                    <a:pt x="129661" y="235559"/>
                  </a:lnTo>
                  <a:lnTo>
                    <a:pt x="153767" y="228346"/>
                  </a:lnTo>
                  <a:lnTo>
                    <a:pt x="177518" y="220932"/>
                  </a:lnTo>
                  <a:lnTo>
                    <a:pt x="206017" y="211484"/>
                  </a:lnTo>
                  <a:lnTo>
                    <a:pt x="237281" y="200279"/>
                  </a:lnTo>
                  <a:lnTo>
                    <a:pt x="265348" y="188994"/>
                  </a:lnTo>
                  <a:lnTo>
                    <a:pt x="277258" y="183591"/>
                  </a:lnTo>
                  <a:lnTo>
                    <a:pt x="135186" y="183591"/>
                  </a:lnTo>
                  <a:lnTo>
                    <a:pt x="128105" y="182729"/>
                  </a:lnTo>
                  <a:lnTo>
                    <a:pt x="122078" y="179933"/>
                  </a:lnTo>
                  <a:lnTo>
                    <a:pt x="117125" y="174890"/>
                  </a:lnTo>
                  <a:lnTo>
                    <a:pt x="113273" y="167298"/>
                  </a:lnTo>
                  <a:lnTo>
                    <a:pt x="110238" y="151451"/>
                  </a:lnTo>
                  <a:lnTo>
                    <a:pt x="110363" y="138860"/>
                  </a:lnTo>
                  <a:lnTo>
                    <a:pt x="110441" y="131005"/>
                  </a:lnTo>
                  <a:lnTo>
                    <a:pt x="121495" y="87820"/>
                  </a:lnTo>
                  <a:lnTo>
                    <a:pt x="151874" y="57696"/>
                  </a:lnTo>
                  <a:lnTo>
                    <a:pt x="177272" y="53259"/>
                  </a:lnTo>
                  <a:lnTo>
                    <a:pt x="297491" y="53259"/>
                  </a:lnTo>
                  <a:lnTo>
                    <a:pt x="290950" y="45259"/>
                  </a:lnTo>
                  <a:lnTo>
                    <a:pt x="244324" y="13485"/>
                  </a:lnTo>
                  <a:lnTo>
                    <a:pt x="179407" y="0"/>
                  </a:lnTo>
                  <a:close/>
                </a:path>
                <a:path w="349250" h="371475">
                  <a:moveTo>
                    <a:pt x="314626" y="250076"/>
                  </a:moveTo>
                  <a:lnTo>
                    <a:pt x="309157" y="252938"/>
                  </a:lnTo>
                  <a:lnTo>
                    <a:pt x="296342" y="264955"/>
                  </a:lnTo>
                  <a:lnTo>
                    <a:pt x="279305" y="278642"/>
                  </a:lnTo>
                  <a:lnTo>
                    <a:pt x="259513" y="291342"/>
                  </a:lnTo>
                  <a:lnTo>
                    <a:pt x="237599" y="300913"/>
                  </a:lnTo>
                  <a:lnTo>
                    <a:pt x="210197" y="305690"/>
                  </a:lnTo>
                  <a:lnTo>
                    <a:pt x="330182" y="305690"/>
                  </a:lnTo>
                  <a:lnTo>
                    <a:pt x="345955" y="286956"/>
                  </a:lnTo>
                  <a:lnTo>
                    <a:pt x="348677" y="278642"/>
                  </a:lnTo>
                  <a:lnTo>
                    <a:pt x="347195" y="270597"/>
                  </a:lnTo>
                  <a:lnTo>
                    <a:pt x="342781" y="263358"/>
                  </a:lnTo>
                  <a:lnTo>
                    <a:pt x="336709" y="257467"/>
                  </a:lnTo>
                  <a:lnTo>
                    <a:pt x="329409" y="252938"/>
                  </a:lnTo>
                  <a:lnTo>
                    <a:pt x="321709" y="250278"/>
                  </a:lnTo>
                  <a:lnTo>
                    <a:pt x="314626" y="250076"/>
                  </a:lnTo>
                  <a:close/>
                </a:path>
                <a:path w="349250" h="371475">
                  <a:moveTo>
                    <a:pt x="297491" y="53259"/>
                  </a:moveTo>
                  <a:lnTo>
                    <a:pt x="177272" y="53259"/>
                  </a:lnTo>
                  <a:lnTo>
                    <a:pt x="188616" y="54701"/>
                  </a:lnTo>
                  <a:lnTo>
                    <a:pt x="199003" y="58585"/>
                  </a:lnTo>
                  <a:lnTo>
                    <a:pt x="226800" y="90539"/>
                  </a:lnTo>
                  <a:lnTo>
                    <a:pt x="235881" y="131005"/>
                  </a:lnTo>
                  <a:lnTo>
                    <a:pt x="234454" y="140207"/>
                  </a:lnTo>
                  <a:lnTo>
                    <a:pt x="198216" y="165849"/>
                  </a:lnTo>
                  <a:lnTo>
                    <a:pt x="158621" y="178940"/>
                  </a:lnTo>
                  <a:lnTo>
                    <a:pt x="135186" y="183591"/>
                  </a:lnTo>
                  <a:lnTo>
                    <a:pt x="277258" y="183591"/>
                  </a:lnTo>
                  <a:lnTo>
                    <a:pt x="323946" y="159664"/>
                  </a:lnTo>
                  <a:lnTo>
                    <a:pt x="341362" y="126004"/>
                  </a:lnTo>
                  <a:lnTo>
                    <a:pt x="337141" y="111569"/>
                  </a:lnTo>
                  <a:lnTo>
                    <a:pt x="321237" y="82296"/>
                  </a:lnTo>
                  <a:lnTo>
                    <a:pt x="297491" y="532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06814" y="2306574"/>
              <a:ext cx="2690888" cy="66556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467116" y="2425407"/>
              <a:ext cx="1007744" cy="480695"/>
            </a:xfrm>
            <a:custGeom>
              <a:avLst/>
              <a:gdLst/>
              <a:ahLst/>
              <a:cxnLst/>
              <a:rect l="l" t="t" r="r" b="b"/>
              <a:pathLst>
                <a:path w="1007744" h="480694">
                  <a:moveTo>
                    <a:pt x="446405" y="33655"/>
                  </a:moveTo>
                  <a:lnTo>
                    <a:pt x="441947" y="2057"/>
                  </a:lnTo>
                  <a:lnTo>
                    <a:pt x="439953" y="0"/>
                  </a:lnTo>
                  <a:lnTo>
                    <a:pt x="252564" y="0"/>
                  </a:lnTo>
                  <a:lnTo>
                    <a:pt x="250596" y="2057"/>
                  </a:lnTo>
                  <a:lnTo>
                    <a:pt x="246176" y="33604"/>
                  </a:lnTo>
                  <a:lnTo>
                    <a:pt x="248183" y="35648"/>
                  </a:lnTo>
                  <a:lnTo>
                    <a:pt x="270268" y="47764"/>
                  </a:lnTo>
                  <a:lnTo>
                    <a:pt x="276313" y="52654"/>
                  </a:lnTo>
                  <a:lnTo>
                    <a:pt x="280543" y="59817"/>
                  </a:lnTo>
                  <a:lnTo>
                    <a:pt x="283044" y="69494"/>
                  </a:lnTo>
                  <a:lnTo>
                    <a:pt x="283933" y="81927"/>
                  </a:lnTo>
                  <a:lnTo>
                    <a:pt x="283959" y="177292"/>
                  </a:lnTo>
                  <a:lnTo>
                    <a:pt x="277812" y="183451"/>
                  </a:lnTo>
                  <a:lnTo>
                    <a:pt x="168579" y="183451"/>
                  </a:lnTo>
                  <a:lnTo>
                    <a:pt x="162433" y="177292"/>
                  </a:lnTo>
                  <a:lnTo>
                    <a:pt x="162458" y="81940"/>
                  </a:lnTo>
                  <a:lnTo>
                    <a:pt x="198208" y="35648"/>
                  </a:lnTo>
                  <a:lnTo>
                    <a:pt x="200215" y="33604"/>
                  </a:lnTo>
                  <a:lnTo>
                    <a:pt x="195795" y="2057"/>
                  </a:lnTo>
                  <a:lnTo>
                    <a:pt x="193827" y="0"/>
                  </a:lnTo>
                  <a:lnTo>
                    <a:pt x="6426" y="0"/>
                  </a:lnTo>
                  <a:lnTo>
                    <a:pt x="4445" y="2057"/>
                  </a:lnTo>
                  <a:lnTo>
                    <a:pt x="0" y="33655"/>
                  </a:lnTo>
                  <a:lnTo>
                    <a:pt x="2146" y="35636"/>
                  </a:lnTo>
                  <a:lnTo>
                    <a:pt x="27190" y="47205"/>
                  </a:lnTo>
                  <a:lnTo>
                    <a:pt x="35318" y="52882"/>
                  </a:lnTo>
                  <a:lnTo>
                    <a:pt x="41160" y="61239"/>
                  </a:lnTo>
                  <a:lnTo>
                    <a:pt x="44691" y="72275"/>
                  </a:lnTo>
                  <a:lnTo>
                    <a:pt x="45897" y="85940"/>
                  </a:lnTo>
                  <a:lnTo>
                    <a:pt x="45910" y="387134"/>
                  </a:lnTo>
                  <a:lnTo>
                    <a:pt x="44729" y="400354"/>
                  </a:lnTo>
                  <a:lnTo>
                    <a:pt x="41313" y="411403"/>
                  </a:lnTo>
                  <a:lnTo>
                    <a:pt x="35877" y="419849"/>
                  </a:lnTo>
                  <a:lnTo>
                    <a:pt x="28613" y="425272"/>
                  </a:lnTo>
                  <a:lnTo>
                    <a:pt x="2120" y="437349"/>
                  </a:lnTo>
                  <a:lnTo>
                    <a:pt x="228" y="438835"/>
                  </a:lnTo>
                  <a:lnTo>
                    <a:pt x="4279" y="477977"/>
                  </a:lnTo>
                  <a:lnTo>
                    <a:pt x="6286" y="480072"/>
                  </a:lnTo>
                  <a:lnTo>
                    <a:pt x="203936" y="480072"/>
                  </a:lnTo>
                  <a:lnTo>
                    <a:pt x="208076" y="440334"/>
                  </a:lnTo>
                  <a:lnTo>
                    <a:pt x="207454" y="437883"/>
                  </a:lnTo>
                  <a:lnTo>
                    <a:pt x="180327" y="425538"/>
                  </a:lnTo>
                  <a:lnTo>
                    <a:pt x="172745" y="420154"/>
                  </a:lnTo>
                  <a:lnTo>
                    <a:pt x="167182" y="411721"/>
                  </a:lnTo>
                  <a:lnTo>
                    <a:pt x="163703" y="400507"/>
                  </a:lnTo>
                  <a:lnTo>
                    <a:pt x="162458" y="386740"/>
                  </a:lnTo>
                  <a:lnTo>
                    <a:pt x="162433" y="257378"/>
                  </a:lnTo>
                  <a:lnTo>
                    <a:pt x="168579" y="251244"/>
                  </a:lnTo>
                  <a:lnTo>
                    <a:pt x="176123" y="251244"/>
                  </a:lnTo>
                  <a:lnTo>
                    <a:pt x="277812" y="251244"/>
                  </a:lnTo>
                  <a:lnTo>
                    <a:pt x="283959" y="257378"/>
                  </a:lnTo>
                  <a:lnTo>
                    <a:pt x="283933" y="386715"/>
                  </a:lnTo>
                  <a:lnTo>
                    <a:pt x="282689" y="400507"/>
                  </a:lnTo>
                  <a:lnTo>
                    <a:pt x="279222" y="411721"/>
                  </a:lnTo>
                  <a:lnTo>
                    <a:pt x="273646" y="420141"/>
                  </a:lnTo>
                  <a:lnTo>
                    <a:pt x="266077" y="425526"/>
                  </a:lnTo>
                  <a:lnTo>
                    <a:pt x="239242" y="437743"/>
                  </a:lnTo>
                  <a:lnTo>
                    <a:pt x="238226" y="439585"/>
                  </a:lnTo>
                  <a:lnTo>
                    <a:pt x="242163" y="477062"/>
                  </a:lnTo>
                  <a:lnTo>
                    <a:pt x="243852" y="480072"/>
                  </a:lnTo>
                  <a:lnTo>
                    <a:pt x="440105" y="480072"/>
                  </a:lnTo>
                  <a:lnTo>
                    <a:pt x="442125" y="477977"/>
                  </a:lnTo>
                  <a:lnTo>
                    <a:pt x="446176" y="438835"/>
                  </a:lnTo>
                  <a:lnTo>
                    <a:pt x="444296" y="437349"/>
                  </a:lnTo>
                  <a:lnTo>
                    <a:pt x="417791" y="425272"/>
                  </a:lnTo>
                  <a:lnTo>
                    <a:pt x="410438" y="419862"/>
                  </a:lnTo>
                  <a:lnTo>
                    <a:pt x="405003" y="411480"/>
                  </a:lnTo>
                  <a:lnTo>
                    <a:pt x="401637" y="400456"/>
                  </a:lnTo>
                  <a:lnTo>
                    <a:pt x="400481" y="387134"/>
                  </a:lnTo>
                  <a:lnTo>
                    <a:pt x="400507" y="85940"/>
                  </a:lnTo>
                  <a:lnTo>
                    <a:pt x="419214" y="47205"/>
                  </a:lnTo>
                  <a:lnTo>
                    <a:pt x="444258" y="35636"/>
                  </a:lnTo>
                  <a:lnTo>
                    <a:pt x="446405" y="33655"/>
                  </a:lnTo>
                  <a:close/>
                </a:path>
                <a:path w="1007744" h="480694">
                  <a:moveTo>
                    <a:pt x="1007681" y="440385"/>
                  </a:moveTo>
                  <a:lnTo>
                    <a:pt x="1006995" y="438899"/>
                  </a:lnTo>
                  <a:lnTo>
                    <a:pt x="984224" y="426275"/>
                  </a:lnTo>
                  <a:lnTo>
                    <a:pt x="977569" y="420725"/>
                  </a:lnTo>
                  <a:lnTo>
                    <a:pt x="972616" y="412597"/>
                  </a:lnTo>
                  <a:lnTo>
                    <a:pt x="969505" y="402221"/>
                  </a:lnTo>
                  <a:lnTo>
                    <a:pt x="968375" y="389890"/>
                  </a:lnTo>
                  <a:lnTo>
                    <a:pt x="968349" y="135686"/>
                  </a:lnTo>
                  <a:lnTo>
                    <a:pt x="964958" y="132295"/>
                  </a:lnTo>
                  <a:lnTo>
                    <a:pt x="842073" y="132295"/>
                  </a:lnTo>
                  <a:lnTo>
                    <a:pt x="832383" y="132295"/>
                  </a:lnTo>
                  <a:lnTo>
                    <a:pt x="830389" y="134340"/>
                  </a:lnTo>
                  <a:lnTo>
                    <a:pt x="826084" y="165379"/>
                  </a:lnTo>
                  <a:lnTo>
                    <a:pt x="827557" y="167614"/>
                  </a:lnTo>
                  <a:lnTo>
                    <a:pt x="843584" y="176733"/>
                  </a:lnTo>
                  <a:lnTo>
                    <a:pt x="849058" y="181089"/>
                  </a:lnTo>
                  <a:lnTo>
                    <a:pt x="854125" y="188696"/>
                  </a:lnTo>
                  <a:lnTo>
                    <a:pt x="857859" y="200469"/>
                  </a:lnTo>
                  <a:lnTo>
                    <a:pt x="859345" y="217271"/>
                  </a:lnTo>
                  <a:lnTo>
                    <a:pt x="859370" y="388734"/>
                  </a:lnTo>
                  <a:lnTo>
                    <a:pt x="858329" y="401497"/>
                  </a:lnTo>
                  <a:lnTo>
                    <a:pt x="855306" y="412203"/>
                  </a:lnTo>
                  <a:lnTo>
                    <a:pt x="850430" y="420497"/>
                  </a:lnTo>
                  <a:lnTo>
                    <a:pt x="843851" y="426059"/>
                  </a:lnTo>
                  <a:lnTo>
                    <a:pt x="821143" y="438772"/>
                  </a:lnTo>
                  <a:lnTo>
                    <a:pt x="819848" y="440690"/>
                  </a:lnTo>
                  <a:lnTo>
                    <a:pt x="823747" y="477977"/>
                  </a:lnTo>
                  <a:lnTo>
                    <a:pt x="825766" y="480085"/>
                  </a:lnTo>
                  <a:lnTo>
                    <a:pt x="1002906" y="480085"/>
                  </a:lnTo>
                  <a:lnTo>
                    <a:pt x="1004087" y="477100"/>
                  </a:lnTo>
                  <a:lnTo>
                    <a:pt x="1007681" y="4403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1869" y="2415565"/>
              <a:ext cx="119811" cy="115430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4490923" y="3715143"/>
            <a:ext cx="715010" cy="672465"/>
            <a:chOff x="4490923" y="3715143"/>
            <a:chExt cx="715010" cy="672465"/>
          </a:xfrm>
        </p:grpSpPr>
        <p:sp>
          <p:nvSpPr>
            <p:cNvPr id="23" name="object 23" descr=""/>
            <p:cNvSpPr/>
            <p:nvPr/>
          </p:nvSpPr>
          <p:spPr>
            <a:xfrm>
              <a:off x="4490923" y="3964343"/>
              <a:ext cx="715010" cy="422909"/>
            </a:xfrm>
            <a:custGeom>
              <a:avLst/>
              <a:gdLst/>
              <a:ahLst/>
              <a:cxnLst/>
              <a:rect l="l" t="t" r="r" b="b"/>
              <a:pathLst>
                <a:path w="715010" h="422910">
                  <a:moveTo>
                    <a:pt x="712368" y="12"/>
                  </a:moveTo>
                  <a:lnTo>
                    <a:pt x="711568" y="1498"/>
                  </a:lnTo>
                  <a:lnTo>
                    <a:pt x="710596" y="2794"/>
                  </a:lnTo>
                  <a:lnTo>
                    <a:pt x="710501" y="2921"/>
                  </a:lnTo>
                  <a:lnTo>
                    <a:pt x="709040" y="4089"/>
                  </a:lnTo>
                  <a:lnTo>
                    <a:pt x="701979" y="10033"/>
                  </a:lnTo>
                  <a:lnTo>
                    <a:pt x="558861" y="120581"/>
                  </a:lnTo>
                  <a:lnTo>
                    <a:pt x="516712" y="152323"/>
                  </a:lnTo>
                  <a:lnTo>
                    <a:pt x="520382" y="164058"/>
                  </a:lnTo>
                  <a:lnTo>
                    <a:pt x="562321" y="132409"/>
                  </a:lnTo>
                  <a:lnTo>
                    <a:pt x="701979" y="24498"/>
                  </a:lnTo>
                  <a:lnTo>
                    <a:pt x="709040" y="18542"/>
                  </a:lnTo>
                  <a:lnTo>
                    <a:pt x="713676" y="14846"/>
                  </a:lnTo>
                  <a:lnTo>
                    <a:pt x="714679" y="8737"/>
                  </a:lnTo>
                  <a:lnTo>
                    <a:pt x="713325" y="2921"/>
                  </a:lnTo>
                  <a:lnTo>
                    <a:pt x="712368" y="12"/>
                  </a:lnTo>
                  <a:close/>
                </a:path>
                <a:path w="715010" h="422910">
                  <a:moveTo>
                    <a:pt x="2298" y="0"/>
                  </a:moveTo>
                  <a:lnTo>
                    <a:pt x="1357" y="2908"/>
                  </a:lnTo>
                  <a:lnTo>
                    <a:pt x="0" y="8737"/>
                  </a:lnTo>
                  <a:lnTo>
                    <a:pt x="1003" y="14846"/>
                  </a:lnTo>
                  <a:lnTo>
                    <a:pt x="5626" y="18529"/>
                  </a:lnTo>
                  <a:lnTo>
                    <a:pt x="12674" y="24498"/>
                  </a:lnTo>
                  <a:lnTo>
                    <a:pt x="152356" y="132404"/>
                  </a:lnTo>
                  <a:lnTo>
                    <a:pt x="194297" y="164058"/>
                  </a:lnTo>
                  <a:lnTo>
                    <a:pt x="197942" y="152323"/>
                  </a:lnTo>
                  <a:lnTo>
                    <a:pt x="155799" y="120581"/>
                  </a:lnTo>
                  <a:lnTo>
                    <a:pt x="12674" y="10033"/>
                  </a:lnTo>
                  <a:lnTo>
                    <a:pt x="5626" y="4076"/>
                  </a:lnTo>
                  <a:lnTo>
                    <a:pt x="4165" y="2908"/>
                  </a:lnTo>
                  <a:lnTo>
                    <a:pt x="3098" y="1498"/>
                  </a:lnTo>
                  <a:lnTo>
                    <a:pt x="2298" y="0"/>
                  </a:lnTo>
                  <a:close/>
                </a:path>
                <a:path w="715010" h="422910">
                  <a:moveTo>
                    <a:pt x="130721" y="395109"/>
                  </a:moveTo>
                  <a:lnTo>
                    <a:pt x="129552" y="399656"/>
                  </a:lnTo>
                  <a:lnTo>
                    <a:pt x="128083" y="404977"/>
                  </a:lnTo>
                  <a:lnTo>
                    <a:pt x="127977" y="405358"/>
                  </a:lnTo>
                  <a:lnTo>
                    <a:pt x="130771" y="410895"/>
                  </a:lnTo>
                  <a:lnTo>
                    <a:pt x="135750" y="415213"/>
                  </a:lnTo>
                  <a:lnTo>
                    <a:pt x="137960" y="416725"/>
                  </a:lnTo>
                  <a:lnTo>
                    <a:pt x="140080" y="418350"/>
                  </a:lnTo>
                  <a:lnTo>
                    <a:pt x="145732" y="421754"/>
                  </a:lnTo>
                  <a:lnTo>
                    <a:pt x="151866" y="422694"/>
                  </a:lnTo>
                  <a:lnTo>
                    <a:pt x="156794" y="419430"/>
                  </a:lnTo>
                  <a:lnTo>
                    <a:pt x="164642" y="414566"/>
                  </a:lnTo>
                  <a:lnTo>
                    <a:pt x="173991" y="408241"/>
                  </a:lnTo>
                  <a:lnTo>
                    <a:pt x="151866" y="408241"/>
                  </a:lnTo>
                  <a:lnTo>
                    <a:pt x="145732" y="407289"/>
                  </a:lnTo>
                  <a:lnTo>
                    <a:pt x="140080" y="403898"/>
                  </a:lnTo>
                  <a:lnTo>
                    <a:pt x="137960" y="402272"/>
                  </a:lnTo>
                  <a:lnTo>
                    <a:pt x="135750" y="400748"/>
                  </a:lnTo>
                  <a:lnTo>
                    <a:pt x="132511" y="397954"/>
                  </a:lnTo>
                  <a:lnTo>
                    <a:pt x="131521" y="396671"/>
                  </a:lnTo>
                  <a:lnTo>
                    <a:pt x="130721" y="395109"/>
                  </a:lnTo>
                  <a:close/>
                </a:path>
                <a:path w="715010" h="422910">
                  <a:moveTo>
                    <a:pt x="378002" y="282486"/>
                  </a:moveTo>
                  <a:lnTo>
                    <a:pt x="357339" y="282486"/>
                  </a:lnTo>
                  <a:lnTo>
                    <a:pt x="400576" y="312727"/>
                  </a:lnTo>
                  <a:lnTo>
                    <a:pt x="550011" y="414566"/>
                  </a:lnTo>
                  <a:lnTo>
                    <a:pt x="557860" y="419430"/>
                  </a:lnTo>
                  <a:lnTo>
                    <a:pt x="562800" y="422694"/>
                  </a:lnTo>
                  <a:lnTo>
                    <a:pt x="568947" y="421754"/>
                  </a:lnTo>
                  <a:lnTo>
                    <a:pt x="574573" y="418350"/>
                  </a:lnTo>
                  <a:lnTo>
                    <a:pt x="576706" y="416725"/>
                  </a:lnTo>
                  <a:lnTo>
                    <a:pt x="578904" y="415213"/>
                  </a:lnTo>
                  <a:lnTo>
                    <a:pt x="583882" y="410895"/>
                  </a:lnTo>
                  <a:lnTo>
                    <a:pt x="585221" y="408241"/>
                  </a:lnTo>
                  <a:lnTo>
                    <a:pt x="562800" y="408241"/>
                  </a:lnTo>
                  <a:lnTo>
                    <a:pt x="557860" y="404977"/>
                  </a:lnTo>
                  <a:lnTo>
                    <a:pt x="550011" y="400113"/>
                  </a:lnTo>
                  <a:lnTo>
                    <a:pt x="400576" y="298275"/>
                  </a:lnTo>
                  <a:lnTo>
                    <a:pt x="378002" y="282486"/>
                  </a:lnTo>
                  <a:close/>
                </a:path>
                <a:path w="715010" h="422910">
                  <a:moveTo>
                    <a:pt x="357339" y="268033"/>
                  </a:moveTo>
                  <a:lnTo>
                    <a:pt x="314101" y="298275"/>
                  </a:lnTo>
                  <a:lnTo>
                    <a:pt x="164642" y="400113"/>
                  </a:lnTo>
                  <a:lnTo>
                    <a:pt x="156794" y="404977"/>
                  </a:lnTo>
                  <a:lnTo>
                    <a:pt x="151866" y="408241"/>
                  </a:lnTo>
                  <a:lnTo>
                    <a:pt x="173991" y="408241"/>
                  </a:lnTo>
                  <a:lnTo>
                    <a:pt x="314101" y="312727"/>
                  </a:lnTo>
                  <a:lnTo>
                    <a:pt x="357339" y="282486"/>
                  </a:lnTo>
                  <a:lnTo>
                    <a:pt x="378002" y="282486"/>
                  </a:lnTo>
                  <a:lnTo>
                    <a:pt x="357339" y="268033"/>
                  </a:lnTo>
                  <a:close/>
                </a:path>
                <a:path w="715010" h="422910">
                  <a:moveTo>
                    <a:pt x="583945" y="395109"/>
                  </a:moveTo>
                  <a:lnTo>
                    <a:pt x="583145" y="396671"/>
                  </a:lnTo>
                  <a:lnTo>
                    <a:pt x="582142" y="397954"/>
                  </a:lnTo>
                  <a:lnTo>
                    <a:pt x="578904" y="400748"/>
                  </a:lnTo>
                  <a:lnTo>
                    <a:pt x="576706" y="402272"/>
                  </a:lnTo>
                  <a:lnTo>
                    <a:pt x="574552" y="403898"/>
                  </a:lnTo>
                  <a:lnTo>
                    <a:pt x="568947" y="407289"/>
                  </a:lnTo>
                  <a:lnTo>
                    <a:pt x="562800" y="408241"/>
                  </a:lnTo>
                  <a:lnTo>
                    <a:pt x="585221" y="408241"/>
                  </a:lnTo>
                  <a:lnTo>
                    <a:pt x="586676" y="405358"/>
                  </a:lnTo>
                  <a:lnTo>
                    <a:pt x="585227" y="400113"/>
                  </a:lnTo>
                  <a:lnTo>
                    <a:pt x="583945" y="395109"/>
                  </a:lnTo>
                  <a:close/>
                </a:path>
              </a:pathLst>
            </a:custGeom>
            <a:solidFill>
              <a:srgbClr val="BFBD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14752" y="3715143"/>
              <a:ext cx="667385" cy="634365"/>
            </a:xfrm>
            <a:custGeom>
              <a:avLst/>
              <a:gdLst/>
              <a:ahLst/>
              <a:cxnLst/>
              <a:rect l="l" t="t" r="r" b="b"/>
              <a:pathLst>
                <a:path w="667385" h="634364">
                  <a:moveTo>
                    <a:pt x="665598" y="239648"/>
                  </a:moveTo>
                  <a:lnTo>
                    <a:pt x="1447" y="239648"/>
                  </a:lnTo>
                  <a:lnTo>
                    <a:pt x="1214" y="239814"/>
                  </a:lnTo>
                  <a:lnTo>
                    <a:pt x="1057" y="240245"/>
                  </a:lnTo>
                  <a:lnTo>
                    <a:pt x="770" y="240931"/>
                  </a:lnTo>
                  <a:lnTo>
                    <a:pt x="287" y="242379"/>
                  </a:lnTo>
                  <a:lnTo>
                    <a:pt x="122" y="243128"/>
                  </a:lnTo>
                  <a:lnTo>
                    <a:pt x="0" y="243560"/>
                  </a:lnTo>
                  <a:lnTo>
                    <a:pt x="148" y="244005"/>
                  </a:lnTo>
                  <a:lnTo>
                    <a:pt x="203970" y="391833"/>
                  </a:lnTo>
                  <a:lnTo>
                    <a:pt x="126170" y="630707"/>
                  </a:lnTo>
                  <a:lnTo>
                    <a:pt x="126170" y="631570"/>
                  </a:lnTo>
                  <a:lnTo>
                    <a:pt x="126525" y="631824"/>
                  </a:lnTo>
                  <a:lnTo>
                    <a:pt x="127110" y="632332"/>
                  </a:lnTo>
                  <a:lnTo>
                    <a:pt x="128341" y="633234"/>
                  </a:lnTo>
                  <a:lnTo>
                    <a:pt x="128989" y="633615"/>
                  </a:lnTo>
                  <a:lnTo>
                    <a:pt x="129357" y="633882"/>
                  </a:lnTo>
                  <a:lnTo>
                    <a:pt x="129823" y="633882"/>
                  </a:lnTo>
                  <a:lnTo>
                    <a:pt x="333510" y="485876"/>
                  </a:lnTo>
                  <a:lnTo>
                    <a:pt x="493691" y="485876"/>
                  </a:lnTo>
                  <a:lnTo>
                    <a:pt x="463067" y="391833"/>
                  </a:lnTo>
                  <a:lnTo>
                    <a:pt x="666872" y="244005"/>
                  </a:lnTo>
                  <a:lnTo>
                    <a:pt x="667050" y="243560"/>
                  </a:lnTo>
                  <a:lnTo>
                    <a:pt x="666910" y="243128"/>
                  </a:lnTo>
                  <a:lnTo>
                    <a:pt x="666733" y="242379"/>
                  </a:lnTo>
                  <a:lnTo>
                    <a:pt x="666263" y="240931"/>
                  </a:lnTo>
                  <a:lnTo>
                    <a:pt x="665958" y="240245"/>
                  </a:lnTo>
                  <a:lnTo>
                    <a:pt x="665831" y="239814"/>
                  </a:lnTo>
                  <a:lnTo>
                    <a:pt x="665598" y="239648"/>
                  </a:lnTo>
                  <a:close/>
                </a:path>
                <a:path w="667385" h="634364">
                  <a:moveTo>
                    <a:pt x="493691" y="485876"/>
                  </a:moveTo>
                  <a:lnTo>
                    <a:pt x="333510" y="485876"/>
                  </a:lnTo>
                  <a:lnTo>
                    <a:pt x="537197" y="633882"/>
                  </a:lnTo>
                  <a:lnTo>
                    <a:pt x="537675" y="633882"/>
                  </a:lnTo>
                  <a:lnTo>
                    <a:pt x="538043" y="633615"/>
                  </a:lnTo>
                  <a:lnTo>
                    <a:pt x="538691" y="633234"/>
                  </a:lnTo>
                  <a:lnTo>
                    <a:pt x="539906" y="632332"/>
                  </a:lnTo>
                  <a:lnTo>
                    <a:pt x="540495" y="631824"/>
                  </a:lnTo>
                  <a:lnTo>
                    <a:pt x="540863" y="631570"/>
                  </a:lnTo>
                  <a:lnTo>
                    <a:pt x="541003" y="631113"/>
                  </a:lnTo>
                  <a:lnTo>
                    <a:pt x="540855" y="630707"/>
                  </a:lnTo>
                  <a:lnTo>
                    <a:pt x="493691" y="485876"/>
                  </a:lnTo>
                  <a:close/>
                </a:path>
                <a:path w="667385" h="634364">
                  <a:moveTo>
                    <a:pt x="335491" y="0"/>
                  </a:moveTo>
                  <a:lnTo>
                    <a:pt x="331541" y="0"/>
                  </a:lnTo>
                  <a:lnTo>
                    <a:pt x="331173" y="292"/>
                  </a:lnTo>
                  <a:lnTo>
                    <a:pt x="253436" y="239648"/>
                  </a:lnTo>
                  <a:lnTo>
                    <a:pt x="413583" y="239648"/>
                  </a:lnTo>
                  <a:lnTo>
                    <a:pt x="335986" y="711"/>
                  </a:lnTo>
                  <a:lnTo>
                    <a:pt x="335859" y="292"/>
                  </a:lnTo>
                  <a:lnTo>
                    <a:pt x="335491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70520" y="3797096"/>
            <a:ext cx="2880029" cy="517381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1076401" y="3636860"/>
            <a:ext cx="4455160" cy="889000"/>
          </a:xfrm>
          <a:custGeom>
            <a:avLst/>
            <a:gdLst/>
            <a:ahLst/>
            <a:cxnLst/>
            <a:rect l="l" t="t" r="r" b="b"/>
            <a:pathLst>
              <a:path w="4455160" h="889000">
                <a:moveTo>
                  <a:pt x="4454918" y="0"/>
                </a:moveTo>
                <a:lnTo>
                  <a:pt x="0" y="0"/>
                </a:lnTo>
                <a:lnTo>
                  <a:pt x="0" y="7620"/>
                </a:lnTo>
                <a:lnTo>
                  <a:pt x="0" y="882650"/>
                </a:lnTo>
                <a:lnTo>
                  <a:pt x="0" y="889000"/>
                </a:lnTo>
                <a:lnTo>
                  <a:pt x="4454918" y="889000"/>
                </a:lnTo>
                <a:lnTo>
                  <a:pt x="4454918" y="882650"/>
                </a:lnTo>
                <a:lnTo>
                  <a:pt x="7035" y="882650"/>
                </a:lnTo>
                <a:lnTo>
                  <a:pt x="7035" y="7620"/>
                </a:lnTo>
                <a:lnTo>
                  <a:pt x="4447883" y="7620"/>
                </a:lnTo>
                <a:lnTo>
                  <a:pt x="4447883" y="882523"/>
                </a:lnTo>
                <a:lnTo>
                  <a:pt x="4454918" y="882523"/>
                </a:lnTo>
                <a:lnTo>
                  <a:pt x="4454918" y="7620"/>
                </a:lnTo>
                <a:lnTo>
                  <a:pt x="4454918" y="7048"/>
                </a:lnTo>
                <a:lnTo>
                  <a:pt x="4454918" y="0"/>
                </a:lnTo>
                <a:close/>
              </a:path>
            </a:pathLst>
          </a:custGeom>
          <a:solidFill>
            <a:srgbClr val="B3B2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389114" y="4979378"/>
            <a:ext cx="1445895" cy="289560"/>
            <a:chOff x="7389114" y="4979378"/>
            <a:chExt cx="1445895" cy="289560"/>
          </a:xfrm>
        </p:grpSpPr>
        <p:sp>
          <p:nvSpPr>
            <p:cNvPr id="5" name="object 5" descr=""/>
            <p:cNvSpPr/>
            <p:nvPr/>
          </p:nvSpPr>
          <p:spPr>
            <a:xfrm>
              <a:off x="7389114" y="4979378"/>
              <a:ext cx="1445895" cy="289560"/>
            </a:xfrm>
            <a:custGeom>
              <a:avLst/>
              <a:gdLst/>
              <a:ahLst/>
              <a:cxnLst/>
              <a:rect l="l" t="t" r="r" b="b"/>
              <a:pathLst>
                <a:path w="1445895" h="289560">
                  <a:moveTo>
                    <a:pt x="1402829" y="0"/>
                  </a:moveTo>
                  <a:lnTo>
                    <a:pt x="1156449" y="0"/>
                  </a:lnTo>
                  <a:lnTo>
                    <a:pt x="42735" y="0"/>
                  </a:lnTo>
                  <a:lnTo>
                    <a:pt x="26097" y="3357"/>
                  </a:lnTo>
                  <a:lnTo>
                    <a:pt x="12514" y="12512"/>
                  </a:lnTo>
                  <a:lnTo>
                    <a:pt x="3357" y="26092"/>
                  </a:lnTo>
                  <a:lnTo>
                    <a:pt x="0" y="42722"/>
                  </a:lnTo>
                  <a:lnTo>
                    <a:pt x="0" y="246392"/>
                  </a:lnTo>
                  <a:lnTo>
                    <a:pt x="3357" y="263017"/>
                  </a:lnTo>
                  <a:lnTo>
                    <a:pt x="12514" y="276598"/>
                  </a:lnTo>
                  <a:lnTo>
                    <a:pt x="26097" y="285756"/>
                  </a:lnTo>
                  <a:lnTo>
                    <a:pt x="42735" y="289115"/>
                  </a:lnTo>
                  <a:lnTo>
                    <a:pt x="1402829" y="289115"/>
                  </a:lnTo>
                  <a:lnTo>
                    <a:pt x="1419466" y="285756"/>
                  </a:lnTo>
                  <a:lnTo>
                    <a:pt x="1433050" y="276598"/>
                  </a:lnTo>
                  <a:lnTo>
                    <a:pt x="1442207" y="263017"/>
                  </a:lnTo>
                  <a:lnTo>
                    <a:pt x="1445564" y="246392"/>
                  </a:lnTo>
                  <a:lnTo>
                    <a:pt x="1445564" y="42722"/>
                  </a:lnTo>
                  <a:lnTo>
                    <a:pt x="1442207" y="26092"/>
                  </a:lnTo>
                  <a:lnTo>
                    <a:pt x="1433050" y="12512"/>
                  </a:lnTo>
                  <a:lnTo>
                    <a:pt x="1419466" y="3357"/>
                  </a:lnTo>
                  <a:lnTo>
                    <a:pt x="140282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4465" y="5008664"/>
              <a:ext cx="1282055" cy="231597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11113655" y="4980965"/>
            <a:ext cx="1445895" cy="289560"/>
            <a:chOff x="11113655" y="4980965"/>
            <a:chExt cx="1445895" cy="289560"/>
          </a:xfrm>
        </p:grpSpPr>
        <p:sp>
          <p:nvSpPr>
            <p:cNvPr id="8" name="object 8" descr=""/>
            <p:cNvSpPr/>
            <p:nvPr/>
          </p:nvSpPr>
          <p:spPr>
            <a:xfrm>
              <a:off x="11113655" y="4980965"/>
              <a:ext cx="1445895" cy="289560"/>
            </a:xfrm>
            <a:custGeom>
              <a:avLst/>
              <a:gdLst/>
              <a:ahLst/>
              <a:cxnLst/>
              <a:rect l="l" t="t" r="r" b="b"/>
              <a:pathLst>
                <a:path w="1445895" h="289560">
                  <a:moveTo>
                    <a:pt x="1402829" y="0"/>
                  </a:moveTo>
                  <a:lnTo>
                    <a:pt x="1156449" y="0"/>
                  </a:lnTo>
                  <a:lnTo>
                    <a:pt x="42735" y="0"/>
                  </a:lnTo>
                  <a:lnTo>
                    <a:pt x="26097" y="3357"/>
                  </a:lnTo>
                  <a:lnTo>
                    <a:pt x="12514" y="12512"/>
                  </a:lnTo>
                  <a:lnTo>
                    <a:pt x="3357" y="26092"/>
                  </a:lnTo>
                  <a:lnTo>
                    <a:pt x="0" y="42722"/>
                  </a:lnTo>
                  <a:lnTo>
                    <a:pt x="0" y="246392"/>
                  </a:lnTo>
                  <a:lnTo>
                    <a:pt x="3357" y="263017"/>
                  </a:lnTo>
                  <a:lnTo>
                    <a:pt x="12514" y="276598"/>
                  </a:lnTo>
                  <a:lnTo>
                    <a:pt x="26097" y="285756"/>
                  </a:lnTo>
                  <a:lnTo>
                    <a:pt x="42735" y="289115"/>
                  </a:lnTo>
                  <a:lnTo>
                    <a:pt x="1402829" y="289115"/>
                  </a:lnTo>
                  <a:lnTo>
                    <a:pt x="1419466" y="285756"/>
                  </a:lnTo>
                  <a:lnTo>
                    <a:pt x="1433050" y="276598"/>
                  </a:lnTo>
                  <a:lnTo>
                    <a:pt x="1442207" y="263017"/>
                  </a:lnTo>
                  <a:lnTo>
                    <a:pt x="1445564" y="246392"/>
                  </a:lnTo>
                  <a:lnTo>
                    <a:pt x="1445564" y="42722"/>
                  </a:lnTo>
                  <a:lnTo>
                    <a:pt x="1442207" y="26092"/>
                  </a:lnTo>
                  <a:lnTo>
                    <a:pt x="1433050" y="12512"/>
                  </a:lnTo>
                  <a:lnTo>
                    <a:pt x="1419466" y="3357"/>
                  </a:lnTo>
                  <a:lnTo>
                    <a:pt x="14028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06530" y="5017262"/>
              <a:ext cx="1281620" cy="21560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780667" y="1551144"/>
            <a:ext cx="1590040" cy="4286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1: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65">
                <a:solidFill>
                  <a:srgbClr val="007F2D"/>
                </a:solidFill>
                <a:latin typeface="Palatino Linotype"/>
                <a:cs typeface="Palatino Linotype"/>
              </a:rPr>
              <a:t>Horizontal</a:t>
            </a:r>
            <a:r>
              <a:rPr dirty="0" sz="950" spc="4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25">
                <a:solidFill>
                  <a:srgbClr val="007F2D"/>
                </a:solidFill>
                <a:latin typeface="Palatino Linotype"/>
                <a:cs typeface="Palatino Linotype"/>
              </a:rPr>
              <a:t>1:5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68246" y="4088820"/>
            <a:ext cx="3482340" cy="4286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2:</a:t>
            </a:r>
            <a:r>
              <a:rPr dirty="0" sz="95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applications,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difficult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surfaces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&lt;35mm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652392" y="2849249"/>
            <a:ext cx="1677035" cy="508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12115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BRAND_HORIZONTAL_1_B_PMS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91188" y="2849249"/>
            <a:ext cx="1697355" cy="508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25450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BRAND_HORIZONTAL_1_A_PMS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11668" y="2849249"/>
            <a:ext cx="1697355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green,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434975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BRAND_HORIZONTAL_1_C_PMS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72310" y="2849249"/>
            <a:ext cx="1697355" cy="508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BRAND_HORIZONTAL_1_C1_PMS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098819" y="2849249"/>
            <a:ext cx="1587500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199390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BRAND_HORIZONTAL_1_E_1COLOR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233032" y="2849249"/>
            <a:ext cx="1545590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149860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BRAND_HORIZONTAL_1_D_1COLOR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652473" y="5420032"/>
            <a:ext cx="1715135" cy="508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41959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BRAND_HORIZONTAL_2_B_PMS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791268" y="5420032"/>
            <a:ext cx="1715135" cy="508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34975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BRAND_HORIZONTAL_2_A_PMS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511748" y="5420032"/>
            <a:ext cx="1715135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green,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444500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BRAND_HORIZONTAL_2_C_PMS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372390" y="5420032"/>
            <a:ext cx="1715135" cy="508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BRAND_HORIZONTAL_2_C1_PMS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098819" y="5420032"/>
            <a:ext cx="1587500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191135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BRAND_HORIZONTAL_2_E_1COLOR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233032" y="5420032"/>
            <a:ext cx="1545590" cy="628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LAGER_HORIZONTAL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141605">
              <a:lnSpc>
                <a:spcPct val="1319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BRAND_HORIZONTAL_2_D_1COLOR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813763" y="3996258"/>
            <a:ext cx="10582275" cy="0"/>
          </a:xfrm>
          <a:custGeom>
            <a:avLst/>
            <a:gdLst/>
            <a:ahLst/>
            <a:cxnLst/>
            <a:rect l="l" t="t" r="r" b="b"/>
            <a:pathLst>
              <a:path w="10582275" h="0">
                <a:moveTo>
                  <a:pt x="0" y="0"/>
                </a:moveTo>
                <a:lnTo>
                  <a:pt x="10582084" y="0"/>
                </a:lnTo>
              </a:path>
            </a:pathLst>
          </a:custGeom>
          <a:ln w="10045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5535726" y="4979403"/>
            <a:ext cx="1445895" cy="289560"/>
            <a:chOff x="5535726" y="4979403"/>
            <a:chExt cx="1445895" cy="289560"/>
          </a:xfrm>
        </p:grpSpPr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5726" y="4979403"/>
              <a:ext cx="1445564" cy="28910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0290" y="5008664"/>
              <a:ext cx="1282042" cy="231597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5527256" y="2403779"/>
            <a:ext cx="1445895" cy="289560"/>
            <a:chOff x="5527256" y="2403779"/>
            <a:chExt cx="1445895" cy="289560"/>
          </a:xfrm>
        </p:grpSpPr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59562" y="2439276"/>
              <a:ext cx="228752" cy="21750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7256" y="2403779"/>
              <a:ext cx="1445577" cy="28909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1540" y="2431999"/>
              <a:ext cx="1279931" cy="233210"/>
            </a:xfrm>
            <a:prstGeom prst="rect">
              <a:avLst/>
            </a:prstGeom>
          </p:spPr>
        </p:pic>
      </p:grpSp>
      <p:pic>
        <p:nvPicPr>
          <p:cNvPr id="32" name="object 3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113211" y="2403780"/>
            <a:ext cx="1445564" cy="289102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661257" y="4978120"/>
            <a:ext cx="1450593" cy="294132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07032" y="2401265"/>
            <a:ext cx="1450593" cy="294131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9255531" y="4978692"/>
            <a:ext cx="1450975" cy="294640"/>
            <a:chOff x="9255531" y="4978692"/>
            <a:chExt cx="1450975" cy="294640"/>
          </a:xfrm>
        </p:grpSpPr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50958" y="5017262"/>
              <a:ext cx="1281620" cy="215607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9258045" y="4981206"/>
              <a:ext cx="1445895" cy="289560"/>
            </a:xfrm>
            <a:custGeom>
              <a:avLst/>
              <a:gdLst/>
              <a:ahLst/>
              <a:cxnLst/>
              <a:rect l="l" t="t" r="r" b="b"/>
              <a:pathLst>
                <a:path w="1445895" h="289560">
                  <a:moveTo>
                    <a:pt x="1156449" y="0"/>
                  </a:moveTo>
                  <a:lnTo>
                    <a:pt x="867333" y="0"/>
                  </a:lnTo>
                  <a:lnTo>
                    <a:pt x="578230" y="0"/>
                  </a:lnTo>
                  <a:lnTo>
                    <a:pt x="289115" y="0"/>
                  </a:lnTo>
                  <a:lnTo>
                    <a:pt x="42735" y="0"/>
                  </a:lnTo>
                  <a:lnTo>
                    <a:pt x="26097" y="3357"/>
                  </a:lnTo>
                  <a:lnTo>
                    <a:pt x="12514" y="12512"/>
                  </a:lnTo>
                  <a:lnTo>
                    <a:pt x="3357" y="26092"/>
                  </a:lnTo>
                  <a:lnTo>
                    <a:pt x="0" y="42722"/>
                  </a:lnTo>
                  <a:lnTo>
                    <a:pt x="0" y="246379"/>
                  </a:lnTo>
                  <a:lnTo>
                    <a:pt x="3357" y="263010"/>
                  </a:lnTo>
                  <a:lnTo>
                    <a:pt x="12514" y="276590"/>
                  </a:lnTo>
                  <a:lnTo>
                    <a:pt x="26097" y="285745"/>
                  </a:lnTo>
                  <a:lnTo>
                    <a:pt x="42735" y="289102"/>
                  </a:lnTo>
                  <a:lnTo>
                    <a:pt x="289115" y="289102"/>
                  </a:lnTo>
                  <a:lnTo>
                    <a:pt x="578230" y="289102"/>
                  </a:lnTo>
                  <a:lnTo>
                    <a:pt x="867333" y="289102"/>
                  </a:lnTo>
                  <a:lnTo>
                    <a:pt x="1156449" y="289102"/>
                  </a:lnTo>
                  <a:lnTo>
                    <a:pt x="1402829" y="289102"/>
                  </a:lnTo>
                  <a:lnTo>
                    <a:pt x="1419461" y="285745"/>
                  </a:lnTo>
                  <a:lnTo>
                    <a:pt x="1433045" y="276590"/>
                  </a:lnTo>
                  <a:lnTo>
                    <a:pt x="1442205" y="263010"/>
                  </a:lnTo>
                  <a:lnTo>
                    <a:pt x="1445564" y="246379"/>
                  </a:lnTo>
                  <a:lnTo>
                    <a:pt x="1445564" y="42722"/>
                  </a:lnTo>
                  <a:lnTo>
                    <a:pt x="1442205" y="26092"/>
                  </a:lnTo>
                  <a:lnTo>
                    <a:pt x="1433045" y="12512"/>
                  </a:lnTo>
                  <a:lnTo>
                    <a:pt x="1419461" y="3357"/>
                  </a:lnTo>
                  <a:lnTo>
                    <a:pt x="1402829" y="0"/>
                  </a:lnTo>
                  <a:lnTo>
                    <a:pt x="1156449" y="0"/>
                  </a:lnTo>
                  <a:close/>
                </a:path>
              </a:pathLst>
            </a:custGeom>
            <a:ln w="50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" name="object 3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07768" y="4978120"/>
            <a:ext cx="1450593" cy="294132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256026" y="2401265"/>
            <a:ext cx="1450593" cy="294131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61829" y="2403780"/>
            <a:ext cx="1445564" cy="289102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389088" y="2403780"/>
            <a:ext cx="1445564" cy="289102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914403" y="194449"/>
            <a:ext cx="2203450" cy="417830"/>
          </a:xfrm>
          <a:custGeom>
            <a:avLst/>
            <a:gdLst/>
            <a:ahLst/>
            <a:cxnLst/>
            <a:rect l="l" t="t" r="r" b="b"/>
            <a:pathLst>
              <a:path w="2203450" h="417830">
                <a:moveTo>
                  <a:pt x="2131199" y="0"/>
                </a:moveTo>
                <a:lnTo>
                  <a:pt x="71996" y="0"/>
                </a:ln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345541"/>
                </a:lnTo>
                <a:lnTo>
                  <a:pt x="1124" y="387171"/>
                </a:lnTo>
                <a:lnTo>
                  <a:pt x="8999" y="408549"/>
                </a:lnTo>
                <a:lnTo>
                  <a:pt x="30373" y="416425"/>
                </a:lnTo>
                <a:lnTo>
                  <a:pt x="71996" y="417550"/>
                </a:lnTo>
                <a:lnTo>
                  <a:pt x="2131199" y="417550"/>
                </a:lnTo>
                <a:lnTo>
                  <a:pt x="2172822" y="416425"/>
                </a:lnTo>
                <a:lnTo>
                  <a:pt x="2194196" y="408549"/>
                </a:lnTo>
                <a:lnTo>
                  <a:pt x="2202071" y="387171"/>
                </a:lnTo>
                <a:lnTo>
                  <a:pt x="2203196" y="345541"/>
                </a:lnTo>
                <a:lnTo>
                  <a:pt x="2203196" y="71996"/>
                </a:lnTo>
                <a:lnTo>
                  <a:pt x="2202071" y="30373"/>
                </a:lnTo>
                <a:lnTo>
                  <a:pt x="2194196" y="8999"/>
                </a:lnTo>
                <a:lnTo>
                  <a:pt x="2172822" y="1124"/>
                </a:lnTo>
                <a:lnTo>
                  <a:pt x="2131199" y="0"/>
                </a:lnTo>
                <a:close/>
              </a:path>
            </a:pathLst>
          </a:custGeom>
          <a:solidFill>
            <a:srgbClr val="CD17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1007668" y="304127"/>
            <a:ext cx="2005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FOR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EXCEPTIONAL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 spc="45">
                <a:solidFill>
                  <a:srgbClr val="FFFFFF"/>
                </a:solidFill>
                <a:latin typeface="Palatino Linotype"/>
                <a:cs typeface="Palatino Linotype"/>
              </a:rPr>
              <a:t>ITEMS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51" y="0"/>
                </a:moveTo>
                <a:lnTo>
                  <a:pt x="0" y="0"/>
                </a:lnTo>
                <a:lnTo>
                  <a:pt x="0" y="12700"/>
                </a:lnTo>
                <a:lnTo>
                  <a:pt x="6635051" y="12700"/>
                </a:lnTo>
                <a:lnTo>
                  <a:pt x="6635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893128" y="777697"/>
            <a:ext cx="57804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5714" sz="2100" b="1">
                <a:solidFill>
                  <a:srgbClr val="007F2D"/>
                </a:solidFill>
                <a:latin typeface="Bookman Old Style"/>
                <a:cs typeface="Bookman Old Style"/>
              </a:rPr>
              <a:t>®</a:t>
            </a:r>
            <a:r>
              <a:rPr dirty="0" baseline="35714" sz="2100" spc="292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60" b="1">
                <a:solidFill>
                  <a:srgbClr val="007F2D"/>
                </a:solidFill>
                <a:latin typeface="Bookman Old Style"/>
                <a:cs typeface="Bookman Old Style"/>
              </a:rPr>
              <a:t>horizontal</a:t>
            </a:r>
            <a:r>
              <a:rPr dirty="0" sz="2600" spc="-204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130" b="1">
                <a:solidFill>
                  <a:srgbClr val="007F2D"/>
                </a:solidFill>
                <a:latin typeface="Bookman Old Style"/>
                <a:cs typeface="Bookman Old Style"/>
              </a:rPr>
              <a:t>brand</a:t>
            </a:r>
            <a:r>
              <a:rPr dirty="0" sz="2600" spc="-21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50" b="1">
                <a:solidFill>
                  <a:srgbClr val="007F2D"/>
                </a:solidFill>
                <a:latin typeface="Bookman Old Style"/>
                <a:cs typeface="Bookman Old Style"/>
              </a:rPr>
              <a:t>logo</a:t>
            </a:r>
            <a:endParaRPr sz="2600">
              <a:latin typeface="Bookman Old Style"/>
              <a:cs typeface="Bookman Old Style"/>
            </a:endParaRPr>
          </a:p>
        </p:txBody>
      </p:sp>
      <p:sp>
        <p:nvSpPr>
          <p:cNvPr id="47" name="object 4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6" name="object 46" descr=""/>
          <p:cNvSpPr txBox="1"/>
          <p:nvPr/>
        </p:nvSpPr>
        <p:spPr>
          <a:xfrm>
            <a:off x="5973876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241996" y="1471206"/>
            <a:ext cx="7980045" cy="5342890"/>
            <a:chOff x="1241996" y="1471206"/>
            <a:chExt cx="7980045" cy="5342890"/>
          </a:xfrm>
        </p:grpSpPr>
        <p:sp>
          <p:nvSpPr>
            <p:cNvPr id="5" name="object 5" descr=""/>
            <p:cNvSpPr/>
            <p:nvPr/>
          </p:nvSpPr>
          <p:spPr>
            <a:xfrm>
              <a:off x="1241996" y="1471206"/>
              <a:ext cx="7980045" cy="5342890"/>
            </a:xfrm>
            <a:custGeom>
              <a:avLst/>
              <a:gdLst/>
              <a:ahLst/>
              <a:cxnLst/>
              <a:rect l="l" t="t" r="r" b="b"/>
              <a:pathLst>
                <a:path w="7980045" h="5342890">
                  <a:moveTo>
                    <a:pt x="7979613" y="0"/>
                  </a:moveTo>
                  <a:lnTo>
                    <a:pt x="0" y="0"/>
                  </a:lnTo>
                  <a:lnTo>
                    <a:pt x="0" y="5342509"/>
                  </a:lnTo>
                  <a:lnTo>
                    <a:pt x="7979613" y="5342509"/>
                  </a:lnTo>
                  <a:lnTo>
                    <a:pt x="7979613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2289" y="1712201"/>
              <a:ext cx="6642976" cy="474959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803307" y="2468143"/>
            <a:ext cx="3284854" cy="6858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88265" indent="-75565">
              <a:lnSpc>
                <a:spcPct val="100000"/>
              </a:lnSpc>
              <a:spcBef>
                <a:spcPts val="439"/>
              </a:spcBef>
              <a:buClr>
                <a:srgbClr val="9D9D9C"/>
              </a:buClr>
              <a:buFont typeface="Palatino Linotype"/>
              <a:buChar char="·"/>
              <a:tabLst>
                <a:tab pos="882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Iconic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outline.</a:t>
            </a:r>
            <a:endParaRPr sz="800">
              <a:latin typeface="Palatino Linotype"/>
              <a:cs typeface="Palatino Linotype"/>
            </a:endParaRPr>
          </a:p>
          <a:p>
            <a:pPr marL="882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882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points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subtly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rounded.</a:t>
            </a:r>
            <a:endParaRPr sz="800">
              <a:latin typeface="Palatino Linotype"/>
              <a:cs typeface="Palatino Linotype"/>
            </a:endParaRPr>
          </a:p>
          <a:p>
            <a:pPr marL="882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882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uniquely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shaped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points.</a:t>
            </a:r>
            <a:endParaRPr sz="800">
              <a:latin typeface="Palatino Linotype"/>
              <a:cs typeface="Palatino Linotype"/>
            </a:endParaRPr>
          </a:p>
          <a:p>
            <a:pPr marL="882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8826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EST.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1873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refers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year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was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born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Amsterdam.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777869" y="3832123"/>
            <a:ext cx="3409950" cy="80772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13030" marR="30480" indent="-75565">
              <a:lnSpc>
                <a:spcPct val="95600"/>
              </a:lnSpc>
              <a:spcBef>
                <a:spcPts val="140"/>
              </a:spcBef>
              <a:buChar char="·"/>
              <a:tabLst>
                <a:tab pos="11557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word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mark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characteristic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typeface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	smiling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e’s,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plus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registered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trade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mark </a:t>
            </a:r>
            <a:r>
              <a:rPr dirty="0" baseline="-13888" sz="1800" spc="-37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.</a:t>
            </a:r>
            <a:endParaRPr sz="800">
              <a:latin typeface="Palatino Linotype"/>
              <a:cs typeface="Palatino Linotype"/>
            </a:endParaRPr>
          </a:p>
          <a:p>
            <a:pPr marL="113664" indent="-75565">
              <a:lnSpc>
                <a:spcPct val="100000"/>
              </a:lnSpc>
              <a:spcBef>
                <a:spcPts val="260"/>
              </a:spcBef>
              <a:buChar char="·"/>
              <a:tabLst>
                <a:tab pos="113664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Banner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1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dark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green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refers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an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authentic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ribbon.</a:t>
            </a:r>
            <a:endParaRPr sz="800">
              <a:latin typeface="Palatino Linotype"/>
              <a:cs typeface="Palatino Linotype"/>
            </a:endParaRPr>
          </a:p>
          <a:p>
            <a:pPr marL="113664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13664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Silver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/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aluminium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outline,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or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Cool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regular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printing.</a:t>
            </a:r>
            <a:endParaRPr sz="800">
              <a:latin typeface="Palatino Linotype"/>
              <a:cs typeface="Palatino Linotype"/>
            </a:endParaRPr>
          </a:p>
          <a:p>
            <a:pPr marL="113664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13664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Hops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line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drawing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expresses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natural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ingredients.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51" y="0"/>
                </a:moveTo>
                <a:lnTo>
                  <a:pt x="0" y="0"/>
                </a:lnTo>
                <a:lnTo>
                  <a:pt x="0" y="12700"/>
                </a:lnTo>
                <a:lnTo>
                  <a:pt x="6635051" y="12700"/>
                </a:lnTo>
                <a:lnTo>
                  <a:pt x="6635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-30"/>
              <a:t> </a:t>
            </a:r>
            <a:r>
              <a:rPr dirty="0" sz="2600" spc="110"/>
              <a:t>original</a:t>
            </a:r>
            <a:r>
              <a:rPr dirty="0" sz="2600" spc="-200"/>
              <a:t> </a:t>
            </a:r>
            <a:r>
              <a:rPr dirty="0" sz="2600" spc="130"/>
              <a:t>lager</a:t>
            </a:r>
            <a:r>
              <a:rPr dirty="0" sz="2600" spc="-20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2194" y="1496606"/>
            <a:ext cx="3156927" cy="223475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170105" y="1849736"/>
            <a:ext cx="41402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0685" algn="l"/>
              </a:tabLst>
            </a:pPr>
            <a:r>
              <a:rPr dirty="0" sz="500" spc="-30">
                <a:solidFill>
                  <a:srgbClr val="72559F"/>
                </a:solidFill>
                <a:latin typeface="Arial Narrow"/>
                <a:cs typeface="Arial Narrow"/>
              </a:rPr>
              <a:t>1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 ¼ H</a:t>
            </a:r>
            <a:r>
              <a:rPr dirty="0" sz="500" spc="73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u="sng" sz="500">
                <a:solidFill>
                  <a:srgbClr val="72559F"/>
                </a:solidFill>
                <a:uFill>
                  <a:solidFill>
                    <a:srgbClr val="72559F"/>
                  </a:solidFill>
                </a:uFill>
                <a:latin typeface="Arial Narrow"/>
                <a:cs typeface="Arial Narrow"/>
              </a:rPr>
              <a:t>	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704817" y="1849442"/>
            <a:ext cx="15430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1</a:t>
            </a:r>
            <a:r>
              <a:rPr dirty="0" sz="500" spc="-25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-5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6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657623" y="1773225"/>
            <a:ext cx="1913889" cy="1384935"/>
            <a:chOff x="10657623" y="1773225"/>
            <a:chExt cx="1913889" cy="1384935"/>
          </a:xfrm>
        </p:grpSpPr>
        <p:sp>
          <p:nvSpPr>
            <p:cNvPr id="8" name="object 8" descr=""/>
            <p:cNvSpPr/>
            <p:nvPr/>
          </p:nvSpPr>
          <p:spPr>
            <a:xfrm>
              <a:off x="10908232" y="1775447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30">
                  <a:moveTo>
                    <a:pt x="0" y="0"/>
                  </a:moveTo>
                  <a:lnTo>
                    <a:pt x="0" y="150736"/>
                  </a:lnTo>
                </a:path>
              </a:pathLst>
            </a:custGeom>
            <a:ln w="411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670654" y="1775447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30">
                  <a:moveTo>
                    <a:pt x="0" y="0"/>
                  </a:moveTo>
                  <a:lnTo>
                    <a:pt x="0" y="150736"/>
                  </a:lnTo>
                </a:path>
              </a:pathLst>
            </a:custGeom>
            <a:ln w="411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381039" y="1775447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30">
                  <a:moveTo>
                    <a:pt x="0" y="0"/>
                  </a:moveTo>
                  <a:lnTo>
                    <a:pt x="0" y="150736"/>
                  </a:lnTo>
                </a:path>
              </a:pathLst>
            </a:custGeom>
            <a:ln w="411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7623" y="1944383"/>
              <a:ext cx="1913382" cy="121347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2143460" y="1775447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w="0" h="151130">
                  <a:moveTo>
                    <a:pt x="0" y="0"/>
                  </a:moveTo>
                  <a:lnTo>
                    <a:pt x="0" y="150736"/>
                  </a:lnTo>
                </a:path>
              </a:pathLst>
            </a:custGeom>
            <a:ln w="411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2402284" y="2524775"/>
            <a:ext cx="321310" cy="173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ts val="580"/>
              </a:lnSpc>
              <a:spcBef>
                <a:spcPts val="100"/>
              </a:spcBef>
            </a:pP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  <a:p>
            <a:pPr marL="12700">
              <a:lnSpc>
                <a:spcPts val="580"/>
              </a:lnSpc>
            </a:pPr>
            <a:r>
              <a:rPr dirty="0" sz="500" spc="-10">
                <a:solidFill>
                  <a:srgbClr val="72559F"/>
                </a:solidFill>
                <a:latin typeface="Arial Narrow"/>
                <a:cs typeface="Arial Narrow"/>
              </a:rPr>
              <a:t>(height</a:t>
            </a:r>
            <a:r>
              <a:rPr dirty="0" sz="500" spc="25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of</a:t>
            </a:r>
            <a:r>
              <a:rPr dirty="0" sz="500" spc="3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25">
                <a:solidFill>
                  <a:srgbClr val="72559F"/>
                </a:solidFill>
                <a:latin typeface="Arial Narrow"/>
                <a:cs typeface="Arial Narrow"/>
              </a:rPr>
              <a:t>‘H’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407582" y="2895350"/>
            <a:ext cx="15430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30">
                <a:solidFill>
                  <a:srgbClr val="72559F"/>
                </a:solidFill>
                <a:latin typeface="Arial Narrow"/>
                <a:cs typeface="Arial Narrow"/>
              </a:rPr>
              <a:t>2</a:t>
            </a:r>
            <a:r>
              <a:rPr dirty="0" sz="500" spc="-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407582" y="2027904"/>
            <a:ext cx="15430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30">
                <a:solidFill>
                  <a:srgbClr val="72559F"/>
                </a:solidFill>
                <a:latin typeface="Arial Narrow"/>
                <a:cs typeface="Arial Narrow"/>
              </a:rPr>
              <a:t>1</a:t>
            </a:r>
            <a:r>
              <a:rPr dirty="0" sz="500" spc="-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2420282" y="2175535"/>
            <a:ext cx="151130" cy="987425"/>
            <a:chOff x="12420282" y="2175535"/>
            <a:chExt cx="151130" cy="987425"/>
          </a:xfrm>
        </p:grpSpPr>
        <p:sp>
          <p:nvSpPr>
            <p:cNvPr id="17" name="object 17" descr=""/>
            <p:cNvSpPr/>
            <p:nvPr/>
          </p:nvSpPr>
          <p:spPr>
            <a:xfrm>
              <a:off x="12420282" y="3160877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 h="0">
                  <a:moveTo>
                    <a:pt x="0" y="0"/>
                  </a:moveTo>
                  <a:lnTo>
                    <a:pt x="150723" y="0"/>
                  </a:lnTo>
                </a:path>
              </a:pathLst>
            </a:custGeom>
            <a:ln w="411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420282" y="2177593"/>
              <a:ext cx="151130" cy="0"/>
            </a:xfrm>
            <a:custGeom>
              <a:avLst/>
              <a:gdLst/>
              <a:ahLst/>
              <a:cxnLst/>
              <a:rect l="l" t="t" r="r" b="b"/>
              <a:pathLst>
                <a:path w="151129" h="0">
                  <a:moveTo>
                    <a:pt x="0" y="0"/>
                  </a:moveTo>
                  <a:lnTo>
                    <a:pt x="150723" y="0"/>
                  </a:lnTo>
                </a:path>
              </a:pathLst>
            </a:custGeom>
            <a:ln w="411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5859" y="3564985"/>
            <a:ext cx="1719516" cy="1218780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1255041" y="4499445"/>
            <a:ext cx="3206115" cy="0"/>
          </a:xfrm>
          <a:custGeom>
            <a:avLst/>
            <a:gdLst/>
            <a:ahLst/>
            <a:cxnLst/>
            <a:rect l="l" t="t" r="r" b="b"/>
            <a:pathLst>
              <a:path w="3206115" h="0">
                <a:moveTo>
                  <a:pt x="0" y="0"/>
                </a:moveTo>
                <a:lnTo>
                  <a:pt x="3205759" y="0"/>
                </a:lnTo>
              </a:path>
            </a:pathLst>
          </a:custGeom>
          <a:ln w="10642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329423" y="4796116"/>
            <a:ext cx="611505" cy="607060"/>
          </a:xfrm>
          <a:custGeom>
            <a:avLst/>
            <a:gdLst/>
            <a:ahLst/>
            <a:cxnLst/>
            <a:rect l="l" t="t" r="r" b="b"/>
            <a:pathLst>
              <a:path w="611505" h="607060">
                <a:moveTo>
                  <a:pt x="610997" y="0"/>
                </a:moveTo>
                <a:lnTo>
                  <a:pt x="0" y="0"/>
                </a:lnTo>
                <a:lnTo>
                  <a:pt x="0" y="606869"/>
                </a:lnTo>
                <a:lnTo>
                  <a:pt x="610997" y="606869"/>
                </a:lnTo>
                <a:lnTo>
                  <a:pt x="610997" y="0"/>
                </a:lnTo>
                <a:close/>
              </a:path>
            </a:pathLst>
          </a:custGeom>
          <a:solidFill>
            <a:srgbClr val="007D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255052" y="4732779"/>
            <a:ext cx="759460" cy="1548130"/>
          </a:xfrm>
          <a:prstGeom prst="rect">
            <a:avLst/>
          </a:prstGeom>
          <a:ln w="878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55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  <a:spcBef>
                <a:spcPts val="5"/>
              </a:spcBef>
            </a:pPr>
            <a:r>
              <a:rPr dirty="0" sz="550" spc="-35">
                <a:solidFill>
                  <a:srgbClr val="B3B2B2"/>
                </a:solidFill>
                <a:latin typeface="Palatino Linotype"/>
                <a:cs typeface="Palatino Linotype"/>
              </a:rPr>
              <a:t>HEINEKEN</a:t>
            </a:r>
            <a:r>
              <a:rPr dirty="0" baseline="13888" sz="600" spc="-52">
                <a:solidFill>
                  <a:srgbClr val="B3B2B2"/>
                </a:solidFill>
                <a:latin typeface="Palatino Linotype"/>
                <a:cs typeface="Palatino Linotype"/>
              </a:rPr>
              <a:t>®</a:t>
            </a:r>
            <a:r>
              <a:rPr dirty="0" baseline="13888" sz="600" spc="67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550" spc="-20">
                <a:solidFill>
                  <a:srgbClr val="B3B2B2"/>
                </a:solidFill>
                <a:latin typeface="Palatino Linotype"/>
                <a:cs typeface="Palatino Linotype"/>
              </a:rPr>
              <a:t>GREEN</a:t>
            </a:r>
            <a:endParaRPr sz="5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5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5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spcBef>
                <a:spcPts val="5"/>
              </a:spcBef>
              <a:tabLst>
                <a:tab pos="414655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600" spc="22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B3B2B2"/>
                </a:solidFill>
                <a:latin typeface="Palatino Linotype"/>
                <a:cs typeface="Palatino Linotype"/>
              </a:rPr>
              <a:t>85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600" spc="23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19</a:t>
            </a:r>
            <a:endParaRPr sz="60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spcBef>
                <a:spcPts val="229"/>
              </a:spcBef>
              <a:tabLst>
                <a:tab pos="414655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600" spc="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600" spc="1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25">
                <a:solidFill>
                  <a:srgbClr val="B3B2B2"/>
                </a:solidFill>
                <a:latin typeface="Palatino Linotype"/>
                <a:cs typeface="Palatino Linotype"/>
              </a:rPr>
              <a:t>103</a:t>
            </a:r>
            <a:endParaRPr sz="60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600" spc="2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600" spc="26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600" spc="2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11</a:t>
            </a:r>
            <a:endParaRPr sz="60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600" spc="20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30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959811" y="4796116"/>
            <a:ext cx="611505" cy="607060"/>
          </a:xfrm>
          <a:custGeom>
            <a:avLst/>
            <a:gdLst/>
            <a:ahLst/>
            <a:cxnLst/>
            <a:rect l="l" t="t" r="r" b="b"/>
            <a:pathLst>
              <a:path w="611504" h="607060">
                <a:moveTo>
                  <a:pt x="611009" y="0"/>
                </a:moveTo>
                <a:lnTo>
                  <a:pt x="0" y="0"/>
                </a:lnTo>
                <a:lnTo>
                  <a:pt x="0" y="606869"/>
                </a:lnTo>
                <a:lnTo>
                  <a:pt x="611009" y="606869"/>
                </a:lnTo>
                <a:lnTo>
                  <a:pt x="611009" y="0"/>
                </a:lnTo>
                <a:close/>
              </a:path>
            </a:pathLst>
          </a:custGeom>
          <a:solidFill>
            <a:srgbClr val="E306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885452" y="4732779"/>
            <a:ext cx="759460" cy="1548130"/>
          </a:xfrm>
          <a:prstGeom prst="rect">
            <a:avLst/>
          </a:prstGeom>
          <a:ln w="878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55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  <a:spcBef>
                <a:spcPts val="5"/>
              </a:spcBef>
            </a:pPr>
            <a:r>
              <a:rPr dirty="0" sz="550" spc="-40">
                <a:solidFill>
                  <a:srgbClr val="B3B2B2"/>
                </a:solidFill>
                <a:latin typeface="Palatino Linotype"/>
                <a:cs typeface="Palatino Linotype"/>
              </a:rPr>
              <a:t>HEINEKEN®</a:t>
            </a:r>
            <a:r>
              <a:rPr dirty="0" sz="550" spc="1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550" spc="-25">
                <a:solidFill>
                  <a:srgbClr val="B3B2B2"/>
                </a:solidFill>
                <a:latin typeface="Palatino Linotype"/>
                <a:cs typeface="Palatino Linotype"/>
              </a:rPr>
              <a:t>RED</a:t>
            </a:r>
            <a:endParaRPr sz="5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5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5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5"/>
              </a:spcBef>
              <a:tabLst>
                <a:tab pos="414020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600" spc="22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600" spc="23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B3B2B2"/>
                </a:solidFill>
                <a:latin typeface="Palatino Linotype"/>
                <a:cs typeface="Palatino Linotype"/>
              </a:rPr>
              <a:t>255</a:t>
            </a:r>
            <a:endParaRPr sz="60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600" spc="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600" spc="240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G</a:t>
            </a:r>
            <a:r>
              <a:rPr dirty="0" sz="600" spc="21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43</a:t>
            </a:r>
            <a:endParaRPr sz="60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600" spc="2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600" spc="26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600" spc="2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60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600" spc="20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959163" y="5677776"/>
            <a:ext cx="610870" cy="0"/>
          </a:xfrm>
          <a:custGeom>
            <a:avLst/>
            <a:gdLst/>
            <a:ahLst/>
            <a:cxnLst/>
            <a:rect l="l" t="t" r="r" b="b"/>
            <a:pathLst>
              <a:path w="610870" h="0">
                <a:moveTo>
                  <a:pt x="0" y="0"/>
                </a:moveTo>
                <a:lnTo>
                  <a:pt x="610704" y="0"/>
                </a:lnTo>
              </a:path>
            </a:pathLst>
          </a:custGeom>
          <a:ln w="878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3775925" y="4796116"/>
            <a:ext cx="611505" cy="607060"/>
          </a:xfrm>
          <a:custGeom>
            <a:avLst/>
            <a:gdLst/>
            <a:ahLst/>
            <a:cxnLst/>
            <a:rect l="l" t="t" r="r" b="b"/>
            <a:pathLst>
              <a:path w="611504" h="607060">
                <a:moveTo>
                  <a:pt x="611009" y="0"/>
                </a:moveTo>
                <a:lnTo>
                  <a:pt x="0" y="0"/>
                </a:lnTo>
                <a:lnTo>
                  <a:pt x="0" y="606869"/>
                </a:lnTo>
                <a:lnTo>
                  <a:pt x="611009" y="606869"/>
                </a:lnTo>
                <a:lnTo>
                  <a:pt x="611009" y="0"/>
                </a:lnTo>
                <a:close/>
              </a:path>
            </a:pathLst>
          </a:custGeom>
          <a:solidFill>
            <a:srgbClr val="B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3701567" y="4732779"/>
            <a:ext cx="759460" cy="1548130"/>
          </a:xfrm>
          <a:prstGeom prst="rect">
            <a:avLst/>
          </a:prstGeom>
          <a:ln w="878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55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</a:pPr>
            <a:r>
              <a:rPr dirty="0" sz="550" spc="-65">
                <a:solidFill>
                  <a:srgbClr val="B3B2B2"/>
                </a:solidFill>
                <a:latin typeface="Palatino Linotype"/>
                <a:cs typeface="Palatino Linotype"/>
              </a:rPr>
              <a:t>COOL</a:t>
            </a:r>
            <a:r>
              <a:rPr dirty="0" sz="550" spc="-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550" spc="-50">
                <a:solidFill>
                  <a:srgbClr val="B3B2B2"/>
                </a:solidFill>
                <a:latin typeface="Palatino Linotype"/>
                <a:cs typeface="Palatino Linotype"/>
              </a:rPr>
              <a:t>GRAY</a:t>
            </a:r>
            <a:r>
              <a:rPr dirty="0" sz="5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550" spc="-25">
                <a:solidFill>
                  <a:srgbClr val="B3B2B2"/>
                </a:solidFill>
                <a:latin typeface="Palatino Linotype"/>
                <a:cs typeface="Palatino Linotype"/>
              </a:rPr>
              <a:t>4C</a:t>
            </a:r>
            <a:endParaRPr sz="5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5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55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5"/>
              </a:spcBef>
              <a:tabLst>
                <a:tab pos="414020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600" spc="22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600" spc="23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187</a:t>
            </a:r>
            <a:endParaRPr sz="60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229"/>
              </a:spcBef>
              <a:tabLst>
                <a:tab pos="414020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600" spc="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600" spc="1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188</a:t>
            </a:r>
            <a:endParaRPr sz="60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229"/>
              </a:spcBef>
              <a:tabLst>
                <a:tab pos="414020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600" spc="24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B</a:t>
            </a:r>
            <a:r>
              <a:rPr dirty="0" sz="600" spc="2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189</a:t>
            </a:r>
            <a:endParaRPr sz="60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600" spc="20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B3B2B2"/>
                </a:solidFill>
                <a:latin typeface="Palatino Linotype"/>
                <a:cs typeface="Palatino Linotype"/>
              </a:rPr>
              <a:t>35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3775278" y="5677776"/>
            <a:ext cx="610870" cy="0"/>
          </a:xfrm>
          <a:custGeom>
            <a:avLst/>
            <a:gdLst/>
            <a:ahLst/>
            <a:cxnLst/>
            <a:rect l="l" t="t" r="r" b="b"/>
            <a:pathLst>
              <a:path w="610870" h="0">
                <a:moveTo>
                  <a:pt x="0" y="0"/>
                </a:moveTo>
                <a:lnTo>
                  <a:pt x="610704" y="0"/>
                </a:lnTo>
              </a:path>
            </a:pathLst>
          </a:custGeom>
          <a:ln w="878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329156" y="5677776"/>
            <a:ext cx="610870" cy="0"/>
          </a:xfrm>
          <a:custGeom>
            <a:avLst/>
            <a:gdLst/>
            <a:ahLst/>
            <a:cxnLst/>
            <a:rect l="l" t="t" r="r" b="b"/>
            <a:pathLst>
              <a:path w="610869" h="0">
                <a:moveTo>
                  <a:pt x="0" y="0"/>
                </a:moveTo>
                <a:lnTo>
                  <a:pt x="610704" y="0"/>
                </a:lnTo>
              </a:path>
            </a:pathLst>
          </a:custGeom>
          <a:ln w="878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2144623" y="4796116"/>
            <a:ext cx="611505" cy="607060"/>
          </a:xfrm>
          <a:custGeom>
            <a:avLst/>
            <a:gdLst/>
            <a:ahLst/>
            <a:cxnLst/>
            <a:rect l="l" t="t" r="r" b="b"/>
            <a:pathLst>
              <a:path w="611505" h="607060">
                <a:moveTo>
                  <a:pt x="610997" y="0"/>
                </a:moveTo>
                <a:lnTo>
                  <a:pt x="0" y="0"/>
                </a:lnTo>
                <a:lnTo>
                  <a:pt x="0" y="606869"/>
                </a:lnTo>
                <a:lnTo>
                  <a:pt x="610997" y="606869"/>
                </a:lnTo>
                <a:lnTo>
                  <a:pt x="610997" y="0"/>
                </a:lnTo>
                <a:close/>
              </a:path>
            </a:pathLst>
          </a:custGeom>
          <a:solidFill>
            <a:srgbClr val="275D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070239" y="4732779"/>
            <a:ext cx="759460" cy="1548130"/>
          </a:xfrm>
          <a:prstGeom prst="rect">
            <a:avLst/>
          </a:prstGeom>
          <a:ln w="878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550">
              <a:latin typeface="Times New Roman"/>
              <a:cs typeface="Times New Roman"/>
            </a:endParaRPr>
          </a:p>
          <a:p>
            <a:pPr marL="167640" marR="161925" indent="17145">
              <a:lnSpc>
                <a:spcPct val="102699"/>
              </a:lnSpc>
            </a:pPr>
            <a:r>
              <a:rPr dirty="0" sz="550" spc="-25">
                <a:solidFill>
                  <a:srgbClr val="B3B2B2"/>
                </a:solidFill>
                <a:latin typeface="Palatino Linotype"/>
                <a:cs typeface="Palatino Linotype"/>
              </a:rPr>
              <a:t>HEINEKEN</a:t>
            </a:r>
            <a:r>
              <a:rPr dirty="0" baseline="13888" sz="600" spc="-37">
                <a:solidFill>
                  <a:srgbClr val="B3B2B2"/>
                </a:solidFill>
                <a:latin typeface="Palatino Linotype"/>
                <a:cs typeface="Palatino Linotype"/>
              </a:rPr>
              <a:t>®</a:t>
            </a:r>
            <a:r>
              <a:rPr dirty="0" baseline="13888" sz="600" spc="7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550" spc="-50">
                <a:solidFill>
                  <a:srgbClr val="B3B2B2"/>
                </a:solidFill>
                <a:latin typeface="Palatino Linotype"/>
                <a:cs typeface="Palatino Linotype"/>
              </a:rPr>
              <a:t>DARK</a:t>
            </a:r>
            <a:r>
              <a:rPr dirty="0" sz="5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550" spc="-45">
                <a:solidFill>
                  <a:srgbClr val="B3B2B2"/>
                </a:solidFill>
                <a:latin typeface="Palatino Linotype"/>
                <a:cs typeface="Palatino Linotype"/>
              </a:rPr>
              <a:t>GREEN</a:t>
            </a:r>
            <a:endParaRPr sz="5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55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tabLst>
                <a:tab pos="414655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600" spc="22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B3B2B2"/>
                </a:solidFill>
                <a:latin typeface="Palatino Linotype"/>
                <a:cs typeface="Palatino Linotype"/>
              </a:rPr>
              <a:t>85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600" spc="23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60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spcBef>
                <a:spcPts val="229"/>
              </a:spcBef>
              <a:tabLst>
                <a:tab pos="414655" algn="l"/>
              </a:tabLst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600" spc="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600" spc="1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B3B2B2"/>
                </a:solidFill>
                <a:latin typeface="Palatino Linotype"/>
                <a:cs typeface="Palatino Linotype"/>
              </a:rPr>
              <a:t>93</a:t>
            </a:r>
            <a:endParaRPr sz="60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600" spc="2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600" spc="26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600" spc="25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31</a:t>
            </a:r>
            <a:endParaRPr sz="600">
              <a:latin typeface="Palatino Linotype"/>
              <a:cs typeface="Palatino Linotype"/>
            </a:endParaRPr>
          </a:p>
          <a:p>
            <a:pPr marL="70485">
              <a:lnSpc>
                <a:spcPct val="100000"/>
              </a:lnSpc>
              <a:spcBef>
                <a:spcPts val="229"/>
              </a:spcBef>
            </a:pPr>
            <a:r>
              <a:rPr dirty="0" sz="6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600" spc="20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B3B2B2"/>
                </a:solidFill>
                <a:latin typeface="Palatino Linotype"/>
                <a:cs typeface="Palatino Linotype"/>
              </a:rPr>
              <a:t>55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144356" y="5677776"/>
            <a:ext cx="610870" cy="0"/>
          </a:xfrm>
          <a:custGeom>
            <a:avLst/>
            <a:gdLst/>
            <a:ahLst/>
            <a:cxnLst/>
            <a:rect l="l" t="t" r="r" b="b"/>
            <a:pathLst>
              <a:path w="610869" h="0">
                <a:moveTo>
                  <a:pt x="0" y="0"/>
                </a:moveTo>
                <a:lnTo>
                  <a:pt x="610717" y="0"/>
                </a:lnTo>
              </a:path>
            </a:pathLst>
          </a:custGeom>
          <a:ln w="878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0651718" y="3228251"/>
            <a:ext cx="16795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REVERSED VERSION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ORIGINAL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LAGER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651718" y="4875834"/>
            <a:ext cx="163766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ORIGINAL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LAGER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289905" y="1436344"/>
            <a:ext cx="4807585" cy="7156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original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00">
                <a:solidFill>
                  <a:srgbClr val="007F2D"/>
                </a:solidFill>
                <a:latin typeface="Palatino Linotype"/>
                <a:cs typeface="Palatino Linotype"/>
              </a:rPr>
              <a:t>lager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endParaRPr sz="1000">
              <a:latin typeface="Palatino Linotype"/>
              <a:cs typeface="Palatino Linotype"/>
            </a:endParaRPr>
          </a:p>
          <a:p>
            <a:pPr marL="38100" marR="30480">
              <a:lnSpc>
                <a:spcPts val="1300"/>
              </a:lnSpc>
              <a:spcBef>
                <a:spcPts val="6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original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lager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beer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should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be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used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items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messages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directly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related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to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beer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itself.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This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expresses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authenticity,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craftsmanship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beery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look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&amp;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feel.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1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used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a.o.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glasses,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packaging,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endorse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‘Stories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behind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-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’.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315305" y="2291689"/>
            <a:ext cx="2075180" cy="5207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main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version:</a:t>
            </a:r>
            <a:endParaRPr sz="8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-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horizontal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version</a:t>
            </a:r>
            <a:endParaRPr sz="800">
              <a:latin typeface="Palatino Linotype"/>
              <a:cs typeface="Palatino Linotype"/>
            </a:endParaRPr>
          </a:p>
          <a:p>
            <a:pPr marL="62230">
              <a:lnSpc>
                <a:spcPct val="100000"/>
              </a:lnSpc>
              <a:spcBef>
                <a:spcPts val="340"/>
              </a:spcBef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vertically.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315305" y="2952089"/>
            <a:ext cx="3943985" cy="10160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different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versions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for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specific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applications: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(is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preferred),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 black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endParaRPr sz="800">
              <a:latin typeface="Palatino Linotype"/>
              <a:cs typeface="Palatino Linotype"/>
            </a:endParaRPr>
          </a:p>
          <a:p>
            <a:pPr marL="67310" marR="119380" indent="-55244">
              <a:lnSpc>
                <a:spcPct val="135400"/>
              </a:lnSpc>
              <a:buChar char="-"/>
              <a:tabLst>
                <a:tab pos="67310" algn="l"/>
              </a:tabLst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case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less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than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35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mm.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wide,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reproduced with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a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'rough'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printing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technique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315305" y="4501489"/>
            <a:ext cx="4911725" cy="85090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800" spc="-95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NOT:</a:t>
            </a:r>
            <a:endParaRPr sz="800">
              <a:latin typeface="Palatino Linotype"/>
              <a:cs typeface="Palatino Linotype"/>
            </a:endParaRPr>
          </a:p>
          <a:p>
            <a:pPr marL="66040" indent="-53340">
              <a:lnSpc>
                <a:spcPct val="100000"/>
              </a:lnSpc>
              <a:spcBef>
                <a:spcPts val="340"/>
              </a:spcBef>
              <a:buChar char="-"/>
              <a:tabLst>
                <a:tab pos="66040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use 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elements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isolation; for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not use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nor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smiling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-50">
                <a:solidFill>
                  <a:srgbClr val="9D9D9C"/>
                </a:solidFill>
                <a:latin typeface="Palatino Linotype"/>
                <a:cs typeface="Palatino Linotype"/>
              </a:rPr>
              <a:t>H</a:t>
            </a:r>
            <a:endParaRPr sz="800">
              <a:latin typeface="Palatino Linotype"/>
              <a:cs typeface="Palatino Linotype"/>
            </a:endParaRPr>
          </a:p>
          <a:p>
            <a:pPr marL="59690" marR="321310" indent="-47625">
              <a:lnSpc>
                <a:spcPct val="135400"/>
              </a:lnSpc>
              <a:buChar char="-"/>
              <a:tabLst>
                <a:tab pos="59690" algn="l"/>
                <a:tab pos="6540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use 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that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strange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for 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(e.g.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blue,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red,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etc).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Create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a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Heineken®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around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isolate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these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endParaRPr sz="800">
              <a:latin typeface="Palatino Linotype"/>
              <a:cs typeface="Palatino Linotype"/>
            </a:endParaRPr>
          </a:p>
          <a:p>
            <a:pPr marL="66040" indent="-53340">
              <a:lnSpc>
                <a:spcPct val="100000"/>
              </a:lnSpc>
              <a:spcBef>
                <a:spcPts val="340"/>
              </a:spcBef>
              <a:buChar char="-"/>
              <a:tabLst>
                <a:tab pos="66040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change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composition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any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way.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5229529" y="4502327"/>
            <a:ext cx="5120640" cy="918844"/>
          </a:xfrm>
          <a:custGeom>
            <a:avLst/>
            <a:gdLst/>
            <a:ahLst/>
            <a:cxnLst/>
            <a:rect l="l" t="t" r="r" b="b"/>
            <a:pathLst>
              <a:path w="5120640" h="918845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846747"/>
                </a:lnTo>
                <a:lnTo>
                  <a:pt x="1124" y="888369"/>
                </a:lnTo>
                <a:lnTo>
                  <a:pt x="8999" y="909743"/>
                </a:lnTo>
                <a:lnTo>
                  <a:pt x="30373" y="917618"/>
                </a:lnTo>
                <a:lnTo>
                  <a:pt x="71996" y="918743"/>
                </a:lnTo>
                <a:lnTo>
                  <a:pt x="5048465" y="918743"/>
                </a:lnTo>
                <a:lnTo>
                  <a:pt x="5090096" y="917618"/>
                </a:lnTo>
                <a:lnTo>
                  <a:pt x="5111473" y="909743"/>
                </a:lnTo>
                <a:lnTo>
                  <a:pt x="5119349" y="888369"/>
                </a:lnTo>
                <a:lnTo>
                  <a:pt x="5120474" y="846747"/>
                </a:lnTo>
                <a:lnTo>
                  <a:pt x="5120474" y="71996"/>
                </a:lnTo>
                <a:lnTo>
                  <a:pt x="5119349" y="30373"/>
                </a:lnTo>
                <a:lnTo>
                  <a:pt x="5111473" y="8999"/>
                </a:lnTo>
                <a:lnTo>
                  <a:pt x="5090096" y="1124"/>
                </a:lnTo>
                <a:lnTo>
                  <a:pt x="5048465" y="0"/>
                </a:lnTo>
                <a:lnTo>
                  <a:pt x="71996" y="0"/>
                </a:lnTo>
                <a:close/>
              </a:path>
            </a:pathLst>
          </a:custGeom>
          <a:ln w="19050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0651718" y="1473301"/>
            <a:ext cx="1875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spc="-6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KEEP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INDICATED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CLEARANCE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700" spc="-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OTHER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ELEMENTS.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51" y="0"/>
                </a:moveTo>
                <a:lnTo>
                  <a:pt x="0" y="0"/>
                </a:lnTo>
                <a:lnTo>
                  <a:pt x="0" y="12700"/>
                </a:lnTo>
                <a:lnTo>
                  <a:pt x="6635051" y="12700"/>
                </a:lnTo>
                <a:lnTo>
                  <a:pt x="6635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-30"/>
              <a:t> </a:t>
            </a:r>
            <a:r>
              <a:rPr dirty="0" sz="2600" spc="110"/>
              <a:t>original</a:t>
            </a:r>
            <a:r>
              <a:rPr dirty="0" sz="2600" spc="-200"/>
              <a:t> </a:t>
            </a:r>
            <a:r>
              <a:rPr dirty="0" sz="2600" spc="130"/>
              <a:t>lager</a:t>
            </a:r>
            <a:r>
              <a:rPr dirty="0" sz="2600" spc="-20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843002" y="0"/>
            <a:ext cx="837565" cy="201930"/>
          </a:xfrm>
          <a:custGeom>
            <a:avLst/>
            <a:gdLst/>
            <a:ahLst/>
            <a:cxnLst/>
            <a:rect l="l" t="t" r="r" b="b"/>
            <a:pathLst>
              <a:path w="837565" h="201930">
                <a:moveTo>
                  <a:pt x="837006" y="0"/>
                </a:moveTo>
                <a:lnTo>
                  <a:pt x="0" y="0"/>
                </a:lnTo>
                <a:lnTo>
                  <a:pt x="0" y="201599"/>
                </a:lnTo>
                <a:lnTo>
                  <a:pt x="837006" y="201599"/>
                </a:lnTo>
                <a:lnTo>
                  <a:pt x="837006" y="0"/>
                </a:lnTo>
                <a:close/>
              </a:path>
            </a:pathLst>
          </a:custGeom>
          <a:solidFill>
            <a:srgbClr val="CDD1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894401" y="0"/>
            <a:ext cx="930910" cy="201930"/>
          </a:xfrm>
          <a:prstGeom prst="rect">
            <a:avLst/>
          </a:prstGeom>
          <a:solidFill>
            <a:srgbClr val="CDD1D3"/>
          </a:solidFill>
        </p:spPr>
        <p:txBody>
          <a:bodyPr wrap="square" lIns="0" tIns="11430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9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0899" y="1997411"/>
            <a:ext cx="1629181" cy="115473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750910" y="3173698"/>
            <a:ext cx="1645920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ager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95758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LAGER_1_A_PMS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12106" y="3173698"/>
            <a:ext cx="1645920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96456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LAGER_1_B_PMS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285558" y="3173698"/>
            <a:ext cx="164592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66469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LAGER_1_C_PMS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25964" y="4563529"/>
            <a:ext cx="1624139" cy="1149692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059010" y="3173698"/>
            <a:ext cx="164592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alluminium/inox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00">
              <a:latin typeface="Palatino Linotype"/>
              <a:cs typeface="Palatino Linotype"/>
            </a:endParaRPr>
          </a:p>
          <a:p>
            <a:pPr marL="12700" marR="928369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LAGER_1_C1_PMS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52422" y="3991561"/>
            <a:ext cx="3415029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2:</a:t>
            </a:r>
            <a:r>
              <a:rPr dirty="0" sz="95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 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</a:t>
            </a:r>
            <a:r>
              <a:rPr dirty="0" sz="8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&lt;35mm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760899" y="4560170"/>
            <a:ext cx="1629410" cy="1155065"/>
            <a:chOff x="1760899" y="4560170"/>
            <a:chExt cx="1629410" cy="1155065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4751" y="4641748"/>
              <a:ext cx="1363040" cy="98732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763420" y="4562691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79997" y="0"/>
                  </a:move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lnTo>
                    <a:pt x="79997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7068064" y="1997881"/>
            <a:ext cx="1629410" cy="1155065"/>
            <a:chOff x="7068064" y="1997881"/>
            <a:chExt cx="1629410" cy="1155065"/>
          </a:xfrm>
        </p:grpSpPr>
        <p:sp>
          <p:nvSpPr>
            <p:cNvPr id="16" name="object 16" descr=""/>
            <p:cNvSpPr/>
            <p:nvPr/>
          </p:nvSpPr>
          <p:spPr>
            <a:xfrm>
              <a:off x="7070585" y="2000402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1544142" y="0"/>
                  </a:moveTo>
                  <a:lnTo>
                    <a:pt x="79997" y="0"/>
                  </a:ln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070585" y="2000402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79997" y="0"/>
                  </a:move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lnTo>
                    <a:pt x="79997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03453" y="2080234"/>
              <a:ext cx="1356588" cy="971804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7068064" y="4560627"/>
            <a:ext cx="1629410" cy="1155065"/>
            <a:chOff x="7068064" y="4560627"/>
            <a:chExt cx="1629410" cy="1155065"/>
          </a:xfrm>
        </p:grpSpPr>
        <p:sp>
          <p:nvSpPr>
            <p:cNvPr id="20" name="object 20" descr=""/>
            <p:cNvSpPr/>
            <p:nvPr/>
          </p:nvSpPr>
          <p:spPr>
            <a:xfrm>
              <a:off x="7070585" y="4563148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1544142" y="0"/>
                  </a:moveTo>
                  <a:lnTo>
                    <a:pt x="79997" y="0"/>
                  </a:ln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close/>
                </a:path>
              </a:pathLst>
            </a:custGeom>
            <a:solidFill>
              <a:srgbClr val="B3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070585" y="4563148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79997" y="0"/>
                  </a:move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lnTo>
                    <a:pt x="79997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070585" y="4563148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1544142" y="0"/>
                  </a:moveTo>
                  <a:lnTo>
                    <a:pt x="79997" y="0"/>
                  </a:ln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6653" y="4626661"/>
              <a:ext cx="1356283" cy="1001039"/>
            </a:xfrm>
            <a:prstGeom prst="rect">
              <a:avLst/>
            </a:prstGeom>
          </p:spPr>
        </p:pic>
      </p:grpSp>
      <p:pic>
        <p:nvPicPr>
          <p:cNvPr id="24" name="object 2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25964" y="2000770"/>
            <a:ext cx="1624139" cy="1149692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5297970" y="2000085"/>
            <a:ext cx="1624330" cy="1149985"/>
            <a:chOff x="5297970" y="2000085"/>
            <a:chExt cx="1624330" cy="1149985"/>
          </a:xfrm>
        </p:grpSpPr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7970" y="2000085"/>
              <a:ext cx="1624126" cy="114970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29465" y="2075662"/>
              <a:ext cx="1362786" cy="975487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1750910" y="5736444"/>
            <a:ext cx="1663700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966469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LAGER_2_A_PMS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512106" y="5736444"/>
            <a:ext cx="1663700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97409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LAGER_2_B_PMS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285558" y="5736444"/>
            <a:ext cx="166370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75994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LAGER_2_C_PMS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059010" y="5736444"/>
            <a:ext cx="166370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alluminium/inox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00">
              <a:latin typeface="Palatino Linotype"/>
              <a:cs typeface="Palatino Linotype"/>
            </a:endParaRPr>
          </a:p>
          <a:p>
            <a:pPr marL="12700" marR="937894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LAGER_2_C1_PMS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833053" y="3173698"/>
            <a:ext cx="139192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57912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LAGER_1_D_1COLOR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614812" y="4562665"/>
            <a:ext cx="1624139" cy="1149692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10606504" y="3173698"/>
            <a:ext cx="147447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lager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00" spc="-25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6929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LAGER_1_E_1COLOR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842038" y="1997881"/>
            <a:ext cx="1629181" cy="1154734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14812" y="2002853"/>
            <a:ext cx="1624139" cy="1149692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8833002" y="5736406"/>
            <a:ext cx="140970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lager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58801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LAGER_2_D_1COLOR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42038" y="4560627"/>
            <a:ext cx="1629181" cy="1154734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10606534" y="5736406"/>
            <a:ext cx="147447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original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lager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00" spc="-25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6103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LAGER_2_E_1COLOR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5297970" y="4562830"/>
            <a:ext cx="1624330" cy="1149985"/>
            <a:chOff x="5297970" y="4562830"/>
            <a:chExt cx="1624330" cy="1149985"/>
          </a:xfrm>
        </p:grpSpPr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97970" y="4562830"/>
              <a:ext cx="1624126" cy="114970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32120" y="4635208"/>
              <a:ext cx="1363040" cy="1002880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1752422" y="6596273"/>
            <a:ext cx="164528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logos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horizontally.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1626476" y="4011333"/>
            <a:ext cx="10769600" cy="0"/>
          </a:xfrm>
          <a:custGeom>
            <a:avLst/>
            <a:gdLst/>
            <a:ahLst/>
            <a:cxnLst/>
            <a:rect l="l" t="t" r="r" b="b"/>
            <a:pathLst>
              <a:path w="10769600" h="0">
                <a:moveTo>
                  <a:pt x="0" y="0"/>
                </a:moveTo>
                <a:lnTo>
                  <a:pt x="10769053" y="0"/>
                </a:lnTo>
              </a:path>
            </a:pathLst>
          </a:custGeom>
          <a:ln w="10083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1752841" y="1421119"/>
            <a:ext cx="1296035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1: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Standard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51" y="0"/>
                </a:moveTo>
                <a:lnTo>
                  <a:pt x="0" y="0"/>
                </a:lnTo>
                <a:lnTo>
                  <a:pt x="0" y="12700"/>
                </a:lnTo>
                <a:lnTo>
                  <a:pt x="6635051" y="12700"/>
                </a:lnTo>
                <a:lnTo>
                  <a:pt x="6635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-30"/>
              <a:t> </a:t>
            </a:r>
            <a:r>
              <a:rPr dirty="0" sz="2600" spc="110"/>
              <a:t>original</a:t>
            </a:r>
            <a:r>
              <a:rPr dirty="0" sz="2600" spc="-200"/>
              <a:t> </a:t>
            </a:r>
            <a:r>
              <a:rPr dirty="0" sz="2600" spc="130"/>
              <a:t>lager</a:t>
            </a:r>
            <a:r>
              <a:rPr dirty="0" sz="2600" spc="-20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49" name="object 4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8" name="object 48" descr=""/>
          <p:cNvSpPr txBox="1"/>
          <p:nvPr/>
        </p:nvSpPr>
        <p:spPr>
          <a:xfrm>
            <a:off x="5973876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52456" y="2468184"/>
            <a:ext cx="3596004" cy="2501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 marR="320040" indent="-75565">
              <a:lnSpc>
                <a:spcPct val="135400"/>
              </a:lnSpc>
              <a:spcBef>
                <a:spcPts val="100"/>
              </a:spcBef>
              <a:buClr>
                <a:srgbClr val="9D9D9C"/>
              </a:buClr>
              <a:buFont typeface="Palatino Linotype"/>
              <a:buChar char="·"/>
              <a:tabLst>
                <a:tab pos="140970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Iconic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star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outline.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visualized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by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means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drop-shadow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lines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endParaRPr sz="800">
              <a:latin typeface="Palatino Linotype"/>
              <a:cs typeface="Palatino Linotype"/>
            </a:endParaRPr>
          </a:p>
          <a:p>
            <a:pPr marL="140970">
              <a:lnSpc>
                <a:spcPct val="100000"/>
              </a:lnSpc>
              <a:spcBef>
                <a:spcPts val="34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Cool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Gray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4C.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390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points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subtly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rounded.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39065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Drop-shadow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uniquely</a:t>
            </a:r>
            <a:r>
              <a:rPr dirty="0" sz="800" spc="1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shaped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points.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3906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EST.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1873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refers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year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was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born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Amsterdam.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9D9D9C"/>
              </a:buClr>
              <a:buFont typeface="Palatino Linotype"/>
              <a:buChar char="·"/>
            </a:pPr>
            <a:endParaRPr sz="800">
              <a:latin typeface="Palatino Linotype"/>
              <a:cs typeface="Palatino Linotype"/>
            </a:endParaRPr>
          </a:p>
          <a:p>
            <a:pPr marL="114935" marR="191135" indent="-52069">
              <a:lnSpc>
                <a:spcPts val="1300"/>
              </a:lnSpc>
              <a:buChar char="·"/>
              <a:tabLst>
                <a:tab pos="114935" algn="l"/>
                <a:tab pos="138430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word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mark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characteristic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typeface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smiling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e’s,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plus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registered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trade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mark </a:t>
            </a:r>
            <a:r>
              <a:rPr dirty="0" baseline="-13888" sz="1800" spc="-37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240"/>
              </a:spcBef>
              <a:buChar char="·"/>
              <a:tabLst>
                <a:tab pos="139065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Banner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Pantone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294C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refers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an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authentic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ribbon.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390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Silver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/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aluminium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outline,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or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Cool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regular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printing.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Clr>
                <a:srgbClr val="9D9D9C"/>
              </a:buClr>
              <a:buFont typeface="Palatino Linotype"/>
              <a:buChar char="·"/>
            </a:pP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buChar char="·"/>
              <a:tabLst>
                <a:tab pos="139065" algn="l"/>
              </a:tabLst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especially designed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word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clearly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shows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lager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endParaRPr sz="800">
              <a:latin typeface="Palatino Linotype"/>
              <a:cs typeface="Palatino Linotype"/>
            </a:endParaRPr>
          </a:p>
          <a:p>
            <a:pPr marL="138430" marR="118745" indent="-75565">
              <a:lnSpc>
                <a:spcPct val="135400"/>
              </a:lnSpc>
              <a:buChar char="·"/>
              <a:tabLst>
                <a:tab pos="140970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Blue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(Pantone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294C)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primary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colour.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secondary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express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character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alcohol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free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8789" y="1770202"/>
            <a:ext cx="6665823" cy="473588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0" y="1224000"/>
            <a:ext cx="5328285" cy="12700"/>
          </a:xfrm>
          <a:custGeom>
            <a:avLst/>
            <a:gdLst/>
            <a:ahLst/>
            <a:cxnLst/>
            <a:rect l="l" t="t" r="r" b="b"/>
            <a:pathLst>
              <a:path w="5328285" h="12700">
                <a:moveTo>
                  <a:pt x="5328005" y="0"/>
                </a:moveTo>
                <a:lnTo>
                  <a:pt x="0" y="0"/>
                </a:lnTo>
                <a:lnTo>
                  <a:pt x="0" y="12700"/>
                </a:lnTo>
                <a:lnTo>
                  <a:pt x="5328005" y="12700"/>
                </a:lnTo>
                <a:lnTo>
                  <a:pt x="5328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30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59"/>
              <a:t> </a:t>
            </a:r>
            <a:r>
              <a:rPr dirty="0" sz="2600"/>
              <a:t>0.0</a:t>
            </a:r>
            <a:r>
              <a:rPr dirty="0" sz="2600" spc="-165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0648637" y="1716652"/>
          <a:ext cx="1800860" cy="1384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825"/>
                <a:gridCol w="396875"/>
                <a:gridCol w="434340"/>
                <a:gridCol w="407034"/>
                <a:gridCol w="229869"/>
              </a:tblGrid>
              <a:tr h="168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ts val="545"/>
                        </a:lnSpc>
                      </a:pPr>
                      <a:r>
                        <a:rPr dirty="0" sz="50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  <a:r>
                        <a:rPr dirty="0" sz="500" spc="-25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50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¼</a:t>
                      </a:r>
                      <a:r>
                        <a:rPr dirty="0" sz="500" spc="5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500" spc="-5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H</a:t>
                      </a:r>
                      <a:endParaRPr sz="500">
                        <a:latin typeface="Arial Narrow"/>
                        <a:cs typeface="Arial Narrow"/>
                      </a:endParaRPr>
                    </a:p>
                  </a:txBody>
                  <a:tcPr marL="0" marR="0" marB="0" marT="13970">
                    <a:lnL w="6350">
                      <a:solidFill>
                        <a:srgbClr val="72559F"/>
                      </a:solidFill>
                      <a:prstDash val="solid"/>
                    </a:lnL>
                    <a:lnR w="6350">
                      <a:solidFill>
                        <a:srgbClr val="72559F"/>
                      </a:solidFill>
                      <a:prstDash val="solid"/>
                    </a:lnR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72559F"/>
                      </a:solidFill>
                      <a:prstDash val="solid"/>
                    </a:lnL>
                    <a:lnR w="6350">
                      <a:solidFill>
                        <a:srgbClr val="72559F"/>
                      </a:solidFill>
                      <a:prstDash val="solid"/>
                    </a:lnR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ts val="545"/>
                        </a:lnSpc>
                      </a:pPr>
                      <a:r>
                        <a:rPr dirty="0" sz="50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  <a:r>
                        <a:rPr dirty="0" sz="500" spc="-4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50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¼</a:t>
                      </a:r>
                      <a:r>
                        <a:rPr dirty="0" sz="500" spc="1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500" spc="-60">
                          <a:solidFill>
                            <a:srgbClr val="72559F"/>
                          </a:solidFill>
                          <a:latin typeface="Arial Narrow"/>
                          <a:cs typeface="Arial Narrow"/>
                        </a:rPr>
                        <a:t>H</a:t>
                      </a:r>
                      <a:endParaRPr sz="500">
                        <a:latin typeface="Arial Narrow"/>
                        <a:cs typeface="Arial Narrow"/>
                      </a:endParaRPr>
                    </a:p>
                  </a:txBody>
                  <a:tcPr marL="0" marR="0" marB="0" marT="14604">
                    <a:lnL w="6350">
                      <a:solidFill>
                        <a:srgbClr val="72559F"/>
                      </a:solidFill>
                      <a:prstDash val="solid"/>
                    </a:lnL>
                    <a:lnR w="6350">
                      <a:solidFill>
                        <a:srgbClr val="72559F"/>
                      </a:solidFill>
                      <a:prstDash val="solid"/>
                    </a:lnR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D9D9C"/>
                      </a:solidFill>
                      <a:prstDash val="solid"/>
                    </a:lnL>
                    <a:lnR w="12700">
                      <a:solidFill>
                        <a:srgbClr val="82368C"/>
                      </a:solidFill>
                      <a:prstDash val="dot"/>
                    </a:lnR>
                    <a:lnT w="6350">
                      <a:solidFill>
                        <a:srgbClr val="9D9D9C"/>
                      </a:solidFill>
                      <a:prstDash val="solid"/>
                    </a:lnT>
                    <a:lnB w="12700">
                      <a:solidFill>
                        <a:srgbClr val="82368C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T w="6350">
                      <a:solidFill>
                        <a:srgbClr val="9D9D9C"/>
                      </a:solidFill>
                      <a:prstDash val="solid"/>
                    </a:lnT>
                    <a:lnB w="12700">
                      <a:solidFill>
                        <a:srgbClr val="82368C"/>
                      </a:solidFill>
                      <a:prstDash val="dot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9D9D9C"/>
                      </a:solidFill>
                      <a:prstDash val="solid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82368C"/>
                      </a:solidFill>
                      <a:prstDash val="dot"/>
                    </a:lnR>
                    <a:lnT w="6350">
                      <a:solidFill>
                        <a:srgbClr val="9D9D9C"/>
                      </a:solidFill>
                      <a:prstDash val="solid"/>
                    </a:lnT>
                    <a:lnB w="12700">
                      <a:solidFill>
                        <a:srgbClr val="82368C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R w="6350">
                      <a:solidFill>
                        <a:srgbClr val="9D9D9C"/>
                      </a:solidFill>
                      <a:prstDash val="solid"/>
                    </a:lnR>
                    <a:lnT w="6350">
                      <a:solidFill>
                        <a:srgbClr val="9D9D9C"/>
                      </a:solidFill>
                      <a:prstDash val="solid"/>
                    </a:lnT>
                    <a:lnB w="12700">
                      <a:solidFill>
                        <a:srgbClr val="82368C"/>
                      </a:solidFill>
                      <a:prstDash val="dot"/>
                    </a:lnB>
                  </a:tcPr>
                </a:tc>
              </a:tr>
              <a:tr h="33782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D9D9C"/>
                      </a:solidFill>
                      <a:prstDash val="solid"/>
                    </a:lnL>
                    <a:lnR w="12700">
                      <a:solidFill>
                        <a:srgbClr val="82368C"/>
                      </a:solidFill>
                      <a:prstDash val="dot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6350">
                      <a:solidFill>
                        <a:srgbClr val="9D9D9C"/>
                      </a:solidFill>
                      <a:prstDash val="solid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82368C"/>
                      </a:solidFill>
                      <a:prstDash val="dot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R w="6350">
                      <a:solidFill>
                        <a:srgbClr val="9D9D9C"/>
                      </a:solidFill>
                      <a:prstDash val="solid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12700">
                      <a:solidFill>
                        <a:srgbClr val="82368C"/>
                      </a:solidFill>
                      <a:prstDash val="dot"/>
                    </a:lnB>
                  </a:tcPr>
                </a:tc>
              </a:tr>
              <a:tr h="2051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9D9D9C"/>
                      </a:solidFill>
                      <a:prstDash val="solid"/>
                    </a:lnL>
                    <a:lnR w="12700">
                      <a:solidFill>
                        <a:srgbClr val="82368C"/>
                      </a:solidFill>
                      <a:prstDash val="dot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6350">
                      <a:solidFill>
                        <a:srgbClr val="9D9D9C"/>
                      </a:solidFill>
                      <a:prstDash val="solid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82368C"/>
                      </a:solidFill>
                      <a:prstDash val="dot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R w="6350">
                      <a:solidFill>
                        <a:srgbClr val="9D9D9C"/>
                      </a:solidFill>
                      <a:prstDash val="solid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12700">
                      <a:solidFill>
                        <a:srgbClr val="82368C"/>
                      </a:solidFill>
                      <a:prstDash val="dot"/>
                    </a:lnB>
                  </a:tcPr>
                </a:tc>
              </a:tr>
              <a:tr h="4394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9D9D9C"/>
                      </a:solidFill>
                      <a:prstDash val="solid"/>
                    </a:lnL>
                    <a:lnR w="12700">
                      <a:solidFill>
                        <a:srgbClr val="82368C"/>
                      </a:solidFill>
                      <a:prstDash val="dot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T w="6350">
                      <a:solidFill>
                        <a:srgbClr val="9D9D9C"/>
                      </a:solidFill>
                      <a:prstDash val="solid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82368C"/>
                      </a:solidFill>
                      <a:prstDash val="dot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82368C"/>
                      </a:solidFill>
                      <a:prstDash val="dot"/>
                    </a:lnL>
                    <a:lnR w="6350">
                      <a:solidFill>
                        <a:srgbClr val="9D9D9C"/>
                      </a:solidFill>
                      <a:prstDash val="solid"/>
                    </a:lnR>
                    <a:lnT w="12700">
                      <a:solidFill>
                        <a:srgbClr val="82368C"/>
                      </a:solidFill>
                      <a:prstDash val="dot"/>
                    </a:lnT>
                    <a:lnB w="6350">
                      <a:solidFill>
                        <a:srgbClr val="9D9D9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12406541" y="1793227"/>
            <a:ext cx="177165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3195" algn="l"/>
              </a:tabLst>
            </a:pPr>
            <a:r>
              <a:rPr dirty="0" u="sng" sz="500">
                <a:solidFill>
                  <a:srgbClr val="72559F"/>
                </a:solidFill>
                <a:uFill>
                  <a:solidFill>
                    <a:srgbClr val="72559F"/>
                  </a:solidFill>
                </a:uFill>
                <a:latin typeface="Arial Narrow"/>
                <a:cs typeface="Arial Narrow"/>
              </a:rPr>
              <a:t>	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406541" y="1971902"/>
            <a:ext cx="154305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1</a:t>
            </a:r>
            <a:r>
              <a:rPr dirty="0" sz="500" spc="-4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6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401227" y="2470195"/>
            <a:ext cx="342265" cy="173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780">
              <a:lnSpc>
                <a:spcPts val="580"/>
              </a:lnSpc>
              <a:spcBef>
                <a:spcPts val="105"/>
              </a:spcBef>
            </a:pP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  <a:p>
            <a:pPr marL="12700">
              <a:lnSpc>
                <a:spcPts val="580"/>
              </a:lnSpc>
            </a:pPr>
            <a:r>
              <a:rPr dirty="0" sz="500" spc="-10">
                <a:solidFill>
                  <a:srgbClr val="72559F"/>
                </a:solidFill>
                <a:latin typeface="Arial Narrow"/>
                <a:cs typeface="Arial Narrow"/>
              </a:rPr>
              <a:t>(height</a:t>
            </a:r>
            <a:r>
              <a:rPr dirty="0" sz="500" spc="3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of</a:t>
            </a:r>
            <a:r>
              <a:rPr dirty="0" sz="500" spc="3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20">
                <a:solidFill>
                  <a:srgbClr val="72559F"/>
                </a:solidFill>
                <a:latin typeface="Arial Narrow"/>
                <a:cs typeface="Arial Narrow"/>
              </a:rPr>
              <a:t>‘H’)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406541" y="2841850"/>
            <a:ext cx="154305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2</a:t>
            </a:r>
            <a:r>
              <a:rPr dirty="0" sz="500" spc="-4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6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2419241" y="2460523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2419241" y="2665196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2419241" y="3106686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419241" y="2121979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0682223" y="1989086"/>
            <a:ext cx="1564005" cy="1047750"/>
            <a:chOff x="10682223" y="1989086"/>
            <a:chExt cx="1564005" cy="1047750"/>
          </a:xfrm>
        </p:grpSpPr>
        <p:sp>
          <p:nvSpPr>
            <p:cNvPr id="14" name="object 14" descr=""/>
            <p:cNvSpPr/>
            <p:nvPr/>
          </p:nvSpPr>
          <p:spPr>
            <a:xfrm>
              <a:off x="10682223" y="2460066"/>
              <a:ext cx="187325" cy="0"/>
            </a:xfrm>
            <a:custGeom>
              <a:avLst/>
              <a:gdLst/>
              <a:ahLst/>
              <a:cxnLst/>
              <a:rect l="l" t="t" r="r" b="b"/>
              <a:pathLst>
                <a:path w="187325" h="0">
                  <a:moveTo>
                    <a:pt x="0" y="0"/>
                  </a:moveTo>
                  <a:lnTo>
                    <a:pt x="187286" y="0"/>
                  </a:lnTo>
                </a:path>
              </a:pathLst>
            </a:custGeom>
            <a:ln w="10668">
              <a:solidFill>
                <a:srgbClr val="82368C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82249" y="2665349"/>
              <a:ext cx="187325" cy="0"/>
            </a:xfrm>
            <a:custGeom>
              <a:avLst/>
              <a:gdLst/>
              <a:ahLst/>
              <a:cxnLst/>
              <a:rect l="l" t="t" r="r" b="b"/>
              <a:pathLst>
                <a:path w="187325" h="0">
                  <a:moveTo>
                    <a:pt x="0" y="0"/>
                  </a:moveTo>
                  <a:lnTo>
                    <a:pt x="187261" y="0"/>
                  </a:lnTo>
                </a:path>
              </a:pathLst>
            </a:custGeom>
            <a:ln w="10668">
              <a:solidFill>
                <a:srgbClr val="82368C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1466" y="1989086"/>
              <a:ext cx="1474685" cy="1047673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1214824" y="1496815"/>
            <a:ext cx="3173730" cy="2249170"/>
            <a:chOff x="1214824" y="1496815"/>
            <a:chExt cx="3173730" cy="2249170"/>
          </a:xfrm>
        </p:grpSpPr>
        <p:sp>
          <p:nvSpPr>
            <p:cNvPr id="18" name="object 18" descr=""/>
            <p:cNvSpPr/>
            <p:nvPr/>
          </p:nvSpPr>
          <p:spPr>
            <a:xfrm>
              <a:off x="1218577" y="1500568"/>
              <a:ext cx="3166110" cy="2241550"/>
            </a:xfrm>
            <a:custGeom>
              <a:avLst/>
              <a:gdLst/>
              <a:ahLst/>
              <a:cxnLst/>
              <a:rect l="l" t="t" r="r" b="b"/>
              <a:pathLst>
                <a:path w="3166110" h="2241550">
                  <a:moveTo>
                    <a:pt x="155943" y="0"/>
                  </a:moveTo>
                  <a:lnTo>
                    <a:pt x="65788" y="2436"/>
                  </a:lnTo>
                  <a:lnTo>
                    <a:pt x="19492" y="19489"/>
                  </a:lnTo>
                  <a:lnTo>
                    <a:pt x="2436" y="65777"/>
                  </a:lnTo>
                  <a:lnTo>
                    <a:pt x="0" y="155917"/>
                  </a:lnTo>
                  <a:lnTo>
                    <a:pt x="0" y="2085263"/>
                  </a:lnTo>
                  <a:lnTo>
                    <a:pt x="2436" y="2175418"/>
                  </a:lnTo>
                  <a:lnTo>
                    <a:pt x="19492" y="2221714"/>
                  </a:lnTo>
                  <a:lnTo>
                    <a:pt x="65788" y="2238770"/>
                  </a:lnTo>
                  <a:lnTo>
                    <a:pt x="155943" y="2241207"/>
                  </a:lnTo>
                  <a:lnTo>
                    <a:pt x="3010115" y="2241207"/>
                  </a:lnTo>
                  <a:lnTo>
                    <a:pt x="3100270" y="2238770"/>
                  </a:lnTo>
                  <a:lnTo>
                    <a:pt x="3146566" y="2221714"/>
                  </a:lnTo>
                  <a:lnTo>
                    <a:pt x="3163622" y="2175418"/>
                  </a:lnTo>
                  <a:lnTo>
                    <a:pt x="3166059" y="2085263"/>
                  </a:lnTo>
                  <a:lnTo>
                    <a:pt x="3166059" y="155917"/>
                  </a:lnTo>
                  <a:lnTo>
                    <a:pt x="3163622" y="65777"/>
                  </a:lnTo>
                  <a:lnTo>
                    <a:pt x="3146566" y="19489"/>
                  </a:lnTo>
                  <a:lnTo>
                    <a:pt x="3100270" y="2436"/>
                  </a:lnTo>
                  <a:lnTo>
                    <a:pt x="3010115" y="0"/>
                  </a:lnTo>
                  <a:lnTo>
                    <a:pt x="155943" y="0"/>
                  </a:lnTo>
                  <a:close/>
                </a:path>
              </a:pathLst>
            </a:custGeom>
            <a:ln w="7505">
              <a:solidFill>
                <a:srgbClr val="9D9D9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9824" y="1686534"/>
              <a:ext cx="2715806" cy="1929422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10653515" y="3398501"/>
            <a:ext cx="795655" cy="2173605"/>
            <a:chOff x="10653515" y="3398501"/>
            <a:chExt cx="795655" cy="2173605"/>
          </a:xfrm>
        </p:grpSpPr>
        <p:sp>
          <p:nvSpPr>
            <p:cNvPr id="21" name="object 21" descr=""/>
            <p:cNvSpPr/>
            <p:nvPr/>
          </p:nvSpPr>
          <p:spPr>
            <a:xfrm>
              <a:off x="10655998" y="3400983"/>
              <a:ext cx="790575" cy="2168525"/>
            </a:xfrm>
            <a:custGeom>
              <a:avLst/>
              <a:gdLst/>
              <a:ahLst/>
              <a:cxnLst/>
              <a:rect l="l" t="t" r="r" b="b"/>
              <a:pathLst>
                <a:path w="790575" h="2168525">
                  <a:moveTo>
                    <a:pt x="712165" y="0"/>
                  </a:moveTo>
                  <a:lnTo>
                    <a:pt x="78016" y="0"/>
                  </a:lnTo>
                  <a:lnTo>
                    <a:pt x="47647" y="6130"/>
                  </a:lnTo>
                  <a:lnTo>
                    <a:pt x="22848" y="22848"/>
                  </a:lnTo>
                  <a:lnTo>
                    <a:pt x="6130" y="47647"/>
                  </a:lnTo>
                  <a:lnTo>
                    <a:pt x="0" y="78016"/>
                  </a:lnTo>
                  <a:lnTo>
                    <a:pt x="0" y="2090089"/>
                  </a:lnTo>
                  <a:lnTo>
                    <a:pt x="6130" y="2120460"/>
                  </a:lnTo>
                  <a:lnTo>
                    <a:pt x="22848" y="2145263"/>
                  </a:lnTo>
                  <a:lnTo>
                    <a:pt x="47647" y="2161986"/>
                  </a:lnTo>
                  <a:lnTo>
                    <a:pt x="78016" y="2168118"/>
                  </a:lnTo>
                  <a:lnTo>
                    <a:pt x="712165" y="2168118"/>
                  </a:lnTo>
                  <a:lnTo>
                    <a:pt x="742534" y="2161986"/>
                  </a:lnTo>
                  <a:lnTo>
                    <a:pt x="767332" y="2145263"/>
                  </a:lnTo>
                  <a:lnTo>
                    <a:pt x="784050" y="2120460"/>
                  </a:lnTo>
                  <a:lnTo>
                    <a:pt x="790181" y="2090089"/>
                  </a:lnTo>
                  <a:lnTo>
                    <a:pt x="790181" y="78016"/>
                  </a:lnTo>
                  <a:lnTo>
                    <a:pt x="784050" y="47647"/>
                  </a:lnTo>
                  <a:lnTo>
                    <a:pt x="767332" y="22848"/>
                  </a:lnTo>
                  <a:lnTo>
                    <a:pt x="742534" y="6130"/>
                  </a:lnTo>
                  <a:lnTo>
                    <a:pt x="712165" y="0"/>
                  </a:lnTo>
                  <a:close/>
                </a:path>
              </a:pathLst>
            </a:custGeom>
            <a:ln w="4965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868609" y="3965219"/>
              <a:ext cx="368300" cy="217804"/>
            </a:xfrm>
            <a:custGeom>
              <a:avLst/>
              <a:gdLst/>
              <a:ahLst/>
              <a:cxnLst/>
              <a:rect l="l" t="t" r="r" b="b"/>
              <a:pathLst>
                <a:path w="368300" h="217804">
                  <a:moveTo>
                    <a:pt x="366483" y="0"/>
                  </a:moveTo>
                  <a:lnTo>
                    <a:pt x="366077" y="762"/>
                  </a:lnTo>
                  <a:lnTo>
                    <a:pt x="365531" y="1498"/>
                  </a:lnTo>
                  <a:lnTo>
                    <a:pt x="364769" y="2082"/>
                  </a:lnTo>
                  <a:lnTo>
                    <a:pt x="361149" y="5156"/>
                  </a:lnTo>
                  <a:lnTo>
                    <a:pt x="287519" y="62021"/>
                  </a:lnTo>
                  <a:lnTo>
                    <a:pt x="265836" y="78346"/>
                  </a:lnTo>
                  <a:lnTo>
                    <a:pt x="267068" y="82283"/>
                  </a:lnTo>
                  <a:lnTo>
                    <a:pt x="267703" y="84378"/>
                  </a:lnTo>
                  <a:lnTo>
                    <a:pt x="289286" y="68100"/>
                  </a:lnTo>
                  <a:lnTo>
                    <a:pt x="361149" y="12598"/>
                  </a:lnTo>
                  <a:lnTo>
                    <a:pt x="364769" y="9525"/>
                  </a:lnTo>
                  <a:lnTo>
                    <a:pt x="367169" y="7632"/>
                  </a:lnTo>
                  <a:lnTo>
                    <a:pt x="367569" y="5156"/>
                  </a:lnTo>
                  <a:lnTo>
                    <a:pt x="367677" y="4483"/>
                  </a:lnTo>
                  <a:lnTo>
                    <a:pt x="366981" y="1498"/>
                  </a:lnTo>
                  <a:lnTo>
                    <a:pt x="366598" y="330"/>
                  </a:lnTo>
                  <a:lnTo>
                    <a:pt x="366483" y="0"/>
                  </a:lnTo>
                  <a:close/>
                </a:path>
                <a:path w="368300" h="217804">
                  <a:moveTo>
                    <a:pt x="1193" y="0"/>
                  </a:moveTo>
                  <a:lnTo>
                    <a:pt x="696" y="1485"/>
                  </a:lnTo>
                  <a:lnTo>
                    <a:pt x="0" y="4483"/>
                  </a:lnTo>
                  <a:lnTo>
                    <a:pt x="520" y="7632"/>
                  </a:lnTo>
                  <a:lnTo>
                    <a:pt x="2895" y="9525"/>
                  </a:lnTo>
                  <a:lnTo>
                    <a:pt x="6527" y="12598"/>
                  </a:lnTo>
                  <a:lnTo>
                    <a:pt x="78384" y="68100"/>
                  </a:lnTo>
                  <a:lnTo>
                    <a:pt x="99961" y="84378"/>
                  </a:lnTo>
                  <a:lnTo>
                    <a:pt x="101841" y="78346"/>
                  </a:lnTo>
                  <a:lnTo>
                    <a:pt x="80155" y="62021"/>
                  </a:lnTo>
                  <a:lnTo>
                    <a:pt x="6527" y="5156"/>
                  </a:lnTo>
                  <a:lnTo>
                    <a:pt x="2895" y="2082"/>
                  </a:lnTo>
                  <a:lnTo>
                    <a:pt x="2146" y="1485"/>
                  </a:lnTo>
                  <a:lnTo>
                    <a:pt x="1600" y="762"/>
                  </a:lnTo>
                  <a:lnTo>
                    <a:pt x="1193" y="0"/>
                  </a:lnTo>
                  <a:close/>
                </a:path>
                <a:path w="368300" h="217804">
                  <a:moveTo>
                    <a:pt x="67259" y="203225"/>
                  </a:moveTo>
                  <a:lnTo>
                    <a:pt x="65903" y="208305"/>
                  </a:lnTo>
                  <a:lnTo>
                    <a:pt x="65849" y="208508"/>
                  </a:lnTo>
                  <a:lnTo>
                    <a:pt x="67284" y="211353"/>
                  </a:lnTo>
                  <a:lnTo>
                    <a:pt x="69849" y="213563"/>
                  </a:lnTo>
                  <a:lnTo>
                    <a:pt x="70980" y="214350"/>
                  </a:lnTo>
                  <a:lnTo>
                    <a:pt x="72072" y="215188"/>
                  </a:lnTo>
                  <a:lnTo>
                    <a:pt x="74980" y="216928"/>
                  </a:lnTo>
                  <a:lnTo>
                    <a:pt x="78130" y="217411"/>
                  </a:lnTo>
                  <a:lnTo>
                    <a:pt x="80683" y="215747"/>
                  </a:lnTo>
                  <a:lnTo>
                    <a:pt x="84708" y="213245"/>
                  </a:lnTo>
                  <a:lnTo>
                    <a:pt x="89532" y="209981"/>
                  </a:lnTo>
                  <a:lnTo>
                    <a:pt x="78130" y="209981"/>
                  </a:lnTo>
                  <a:lnTo>
                    <a:pt x="74980" y="209499"/>
                  </a:lnTo>
                  <a:lnTo>
                    <a:pt x="72072" y="207746"/>
                  </a:lnTo>
                  <a:lnTo>
                    <a:pt x="70980" y="206921"/>
                  </a:lnTo>
                  <a:lnTo>
                    <a:pt x="69849" y="206133"/>
                  </a:lnTo>
                  <a:lnTo>
                    <a:pt x="68186" y="204685"/>
                  </a:lnTo>
                  <a:lnTo>
                    <a:pt x="67678" y="204025"/>
                  </a:lnTo>
                  <a:lnTo>
                    <a:pt x="67259" y="203225"/>
                  </a:lnTo>
                  <a:close/>
                </a:path>
                <a:path w="368300" h="217804">
                  <a:moveTo>
                    <a:pt x="194482" y="145300"/>
                  </a:moveTo>
                  <a:lnTo>
                    <a:pt x="183845" y="145300"/>
                  </a:lnTo>
                  <a:lnTo>
                    <a:pt x="206083" y="160852"/>
                  </a:lnTo>
                  <a:lnTo>
                    <a:pt x="282968" y="213245"/>
                  </a:lnTo>
                  <a:lnTo>
                    <a:pt x="287007" y="215747"/>
                  </a:lnTo>
                  <a:lnTo>
                    <a:pt x="289547" y="217411"/>
                  </a:lnTo>
                  <a:lnTo>
                    <a:pt x="292709" y="216928"/>
                  </a:lnTo>
                  <a:lnTo>
                    <a:pt x="295605" y="215188"/>
                  </a:lnTo>
                  <a:lnTo>
                    <a:pt x="296697" y="214350"/>
                  </a:lnTo>
                  <a:lnTo>
                    <a:pt x="297827" y="213563"/>
                  </a:lnTo>
                  <a:lnTo>
                    <a:pt x="300380" y="211353"/>
                  </a:lnTo>
                  <a:lnTo>
                    <a:pt x="301078" y="209981"/>
                  </a:lnTo>
                  <a:lnTo>
                    <a:pt x="289547" y="209981"/>
                  </a:lnTo>
                  <a:lnTo>
                    <a:pt x="287007" y="208305"/>
                  </a:lnTo>
                  <a:lnTo>
                    <a:pt x="282968" y="205803"/>
                  </a:lnTo>
                  <a:lnTo>
                    <a:pt x="206083" y="153417"/>
                  </a:lnTo>
                  <a:lnTo>
                    <a:pt x="194482" y="145300"/>
                  </a:lnTo>
                  <a:close/>
                </a:path>
                <a:path w="368300" h="217804">
                  <a:moveTo>
                    <a:pt x="183845" y="137858"/>
                  </a:moveTo>
                  <a:lnTo>
                    <a:pt x="161599" y="153417"/>
                  </a:lnTo>
                  <a:lnTo>
                    <a:pt x="84708" y="205803"/>
                  </a:lnTo>
                  <a:lnTo>
                    <a:pt x="80683" y="208305"/>
                  </a:lnTo>
                  <a:lnTo>
                    <a:pt x="78130" y="209981"/>
                  </a:lnTo>
                  <a:lnTo>
                    <a:pt x="89532" y="209981"/>
                  </a:lnTo>
                  <a:lnTo>
                    <a:pt x="161599" y="160852"/>
                  </a:lnTo>
                  <a:lnTo>
                    <a:pt x="183845" y="145300"/>
                  </a:lnTo>
                  <a:lnTo>
                    <a:pt x="194482" y="145300"/>
                  </a:lnTo>
                  <a:lnTo>
                    <a:pt x="183845" y="137858"/>
                  </a:lnTo>
                  <a:close/>
                </a:path>
                <a:path w="368300" h="217804">
                  <a:moveTo>
                    <a:pt x="300418" y="203225"/>
                  </a:moveTo>
                  <a:lnTo>
                    <a:pt x="300012" y="204025"/>
                  </a:lnTo>
                  <a:lnTo>
                    <a:pt x="299504" y="204685"/>
                  </a:lnTo>
                  <a:lnTo>
                    <a:pt x="297827" y="206133"/>
                  </a:lnTo>
                  <a:lnTo>
                    <a:pt x="296697" y="206921"/>
                  </a:lnTo>
                  <a:lnTo>
                    <a:pt x="295605" y="207746"/>
                  </a:lnTo>
                  <a:lnTo>
                    <a:pt x="292709" y="209499"/>
                  </a:lnTo>
                  <a:lnTo>
                    <a:pt x="289547" y="209981"/>
                  </a:lnTo>
                  <a:lnTo>
                    <a:pt x="301078" y="209981"/>
                  </a:lnTo>
                  <a:lnTo>
                    <a:pt x="301828" y="208508"/>
                  </a:lnTo>
                  <a:lnTo>
                    <a:pt x="301170" y="206133"/>
                  </a:lnTo>
                  <a:lnTo>
                    <a:pt x="300418" y="203225"/>
                  </a:lnTo>
                  <a:close/>
                </a:path>
              </a:pathLst>
            </a:custGeom>
            <a:solidFill>
              <a:srgbClr val="BFBD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880942" y="3837038"/>
              <a:ext cx="343535" cy="326390"/>
            </a:xfrm>
            <a:custGeom>
              <a:avLst/>
              <a:gdLst/>
              <a:ahLst/>
              <a:cxnLst/>
              <a:rect l="l" t="t" r="r" b="b"/>
              <a:pathLst>
                <a:path w="343534" h="326389">
                  <a:moveTo>
                    <a:pt x="342479" y="123355"/>
                  </a:moveTo>
                  <a:lnTo>
                    <a:pt x="557" y="123355"/>
                  </a:lnTo>
                  <a:lnTo>
                    <a:pt x="329" y="123926"/>
                  </a:lnTo>
                  <a:lnTo>
                    <a:pt x="202" y="124307"/>
                  </a:lnTo>
                  <a:lnTo>
                    <a:pt x="87" y="124675"/>
                  </a:lnTo>
                  <a:lnTo>
                    <a:pt x="0" y="125641"/>
                  </a:lnTo>
                  <a:lnTo>
                    <a:pt x="186" y="125641"/>
                  </a:lnTo>
                  <a:lnTo>
                    <a:pt x="104862" y="201549"/>
                  </a:lnTo>
                  <a:lnTo>
                    <a:pt x="64845" y="324421"/>
                  </a:lnTo>
                  <a:lnTo>
                    <a:pt x="64845" y="324866"/>
                  </a:lnTo>
                  <a:lnTo>
                    <a:pt x="65962" y="325729"/>
                  </a:lnTo>
                  <a:lnTo>
                    <a:pt x="66292" y="325920"/>
                  </a:lnTo>
                  <a:lnTo>
                    <a:pt x="66483" y="326059"/>
                  </a:lnTo>
                  <a:lnTo>
                    <a:pt x="66724" y="326059"/>
                  </a:lnTo>
                  <a:lnTo>
                    <a:pt x="171512" y="249923"/>
                  </a:lnTo>
                  <a:lnTo>
                    <a:pt x="253921" y="249923"/>
                  </a:lnTo>
                  <a:lnTo>
                    <a:pt x="238161" y="201549"/>
                  </a:lnTo>
                  <a:lnTo>
                    <a:pt x="342835" y="125641"/>
                  </a:lnTo>
                  <a:lnTo>
                    <a:pt x="342949" y="124675"/>
                  </a:lnTo>
                  <a:lnTo>
                    <a:pt x="342822" y="124307"/>
                  </a:lnTo>
                  <a:lnTo>
                    <a:pt x="342695" y="123926"/>
                  </a:lnTo>
                  <a:lnTo>
                    <a:pt x="342543" y="123583"/>
                  </a:lnTo>
                  <a:lnTo>
                    <a:pt x="342479" y="123355"/>
                  </a:lnTo>
                  <a:close/>
                </a:path>
                <a:path w="343534" h="326389">
                  <a:moveTo>
                    <a:pt x="253921" y="249923"/>
                  </a:moveTo>
                  <a:lnTo>
                    <a:pt x="171512" y="249923"/>
                  </a:lnTo>
                  <a:lnTo>
                    <a:pt x="276300" y="326059"/>
                  </a:lnTo>
                  <a:lnTo>
                    <a:pt x="276554" y="326059"/>
                  </a:lnTo>
                  <a:lnTo>
                    <a:pt x="276731" y="325920"/>
                  </a:lnTo>
                  <a:lnTo>
                    <a:pt x="277053" y="325729"/>
                  </a:lnTo>
                  <a:lnTo>
                    <a:pt x="277709" y="325259"/>
                  </a:lnTo>
                  <a:lnTo>
                    <a:pt x="278192" y="324866"/>
                  </a:lnTo>
                  <a:lnTo>
                    <a:pt x="278192" y="324421"/>
                  </a:lnTo>
                  <a:lnTo>
                    <a:pt x="253921" y="249923"/>
                  </a:lnTo>
                  <a:close/>
                </a:path>
                <a:path w="343534" h="326389">
                  <a:moveTo>
                    <a:pt x="172528" y="0"/>
                  </a:moveTo>
                  <a:lnTo>
                    <a:pt x="170496" y="0"/>
                  </a:lnTo>
                  <a:lnTo>
                    <a:pt x="170305" y="152"/>
                  </a:lnTo>
                  <a:lnTo>
                    <a:pt x="130301" y="123355"/>
                  </a:lnTo>
                  <a:lnTo>
                    <a:pt x="212723" y="123355"/>
                  </a:lnTo>
                  <a:lnTo>
                    <a:pt x="172795" y="368"/>
                  </a:lnTo>
                  <a:lnTo>
                    <a:pt x="172731" y="152"/>
                  </a:lnTo>
                  <a:lnTo>
                    <a:pt x="172528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09490" y="4250652"/>
              <a:ext cx="217331" cy="121155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73879" y="3511537"/>
              <a:ext cx="357835" cy="26546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0693273" y="3630320"/>
              <a:ext cx="718820" cy="27940"/>
            </a:xfrm>
            <a:custGeom>
              <a:avLst/>
              <a:gdLst/>
              <a:ahLst/>
              <a:cxnLst/>
              <a:rect l="l" t="t" r="r" b="b"/>
              <a:pathLst>
                <a:path w="718820" h="27939">
                  <a:moveTo>
                    <a:pt x="153530" y="0"/>
                  </a:moveTo>
                  <a:lnTo>
                    <a:pt x="0" y="11137"/>
                  </a:lnTo>
                  <a:lnTo>
                    <a:pt x="0" y="16751"/>
                  </a:lnTo>
                  <a:lnTo>
                    <a:pt x="153530" y="27901"/>
                  </a:lnTo>
                  <a:lnTo>
                    <a:pt x="153530" y="0"/>
                  </a:lnTo>
                  <a:close/>
                </a:path>
                <a:path w="718820" h="27939">
                  <a:moveTo>
                    <a:pt x="718705" y="11137"/>
                  </a:moveTo>
                  <a:lnTo>
                    <a:pt x="565175" y="0"/>
                  </a:lnTo>
                  <a:lnTo>
                    <a:pt x="565175" y="27901"/>
                  </a:lnTo>
                  <a:lnTo>
                    <a:pt x="718705" y="16751"/>
                  </a:lnTo>
                  <a:lnTo>
                    <a:pt x="718705" y="11137"/>
                  </a:lnTo>
                  <a:close/>
                </a:path>
              </a:pathLst>
            </a:custGeom>
            <a:solidFill>
              <a:srgbClr val="BFBDB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1221773" y="4511738"/>
            <a:ext cx="3162935" cy="0"/>
          </a:xfrm>
          <a:custGeom>
            <a:avLst/>
            <a:gdLst/>
            <a:ahLst/>
            <a:cxnLst/>
            <a:rect l="l" t="t" r="r" b="b"/>
            <a:pathLst>
              <a:path w="3162935" h="0">
                <a:moveTo>
                  <a:pt x="0" y="0"/>
                </a:moveTo>
                <a:lnTo>
                  <a:pt x="3162846" y="0"/>
                </a:lnTo>
              </a:path>
            </a:pathLst>
          </a:custGeom>
          <a:ln w="10591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06880" y="4818202"/>
            <a:ext cx="699135" cy="694690"/>
          </a:xfrm>
          <a:custGeom>
            <a:avLst/>
            <a:gdLst/>
            <a:ahLst/>
            <a:cxnLst/>
            <a:rect l="l" t="t" r="r" b="b"/>
            <a:pathLst>
              <a:path w="699135" h="694689">
                <a:moveTo>
                  <a:pt x="699007" y="0"/>
                </a:moveTo>
                <a:lnTo>
                  <a:pt x="0" y="0"/>
                </a:lnTo>
                <a:lnTo>
                  <a:pt x="0" y="694309"/>
                </a:lnTo>
                <a:lnTo>
                  <a:pt x="699007" y="694309"/>
                </a:lnTo>
                <a:lnTo>
                  <a:pt x="699007" y="0"/>
                </a:lnTo>
                <a:close/>
              </a:path>
            </a:pathLst>
          </a:custGeom>
          <a:solidFill>
            <a:srgbClr val="002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221778" y="4745757"/>
            <a:ext cx="868680" cy="177165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6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600" spc="-30">
                <a:solidFill>
                  <a:srgbClr val="B3B2B2"/>
                </a:solidFill>
                <a:latin typeface="Palatino Linotype"/>
                <a:cs typeface="Palatino Linotype"/>
              </a:rPr>
              <a:t>PANTONE</a:t>
            </a:r>
            <a:r>
              <a:rPr dirty="0" sz="600" spc="1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B3B2B2"/>
                </a:solidFill>
                <a:latin typeface="Palatino Linotype"/>
                <a:cs typeface="Palatino Linotype"/>
              </a:rPr>
              <a:t>294C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70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R</a:t>
            </a:r>
            <a:r>
              <a:rPr dirty="0" sz="700" spc="25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30">
                <a:solidFill>
                  <a:srgbClr val="B3B2B2"/>
                </a:solidFill>
                <a:latin typeface="Palatino Linotype"/>
                <a:cs typeface="Palatino Linotype"/>
              </a:rPr>
              <a:t>27</a:t>
            </a:r>
            <a:endParaRPr sz="7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  <a:spcBef>
                <a:spcPts val="250"/>
              </a:spcBef>
              <a:tabLst>
                <a:tab pos="474345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25">
                <a:solidFill>
                  <a:srgbClr val="B3B2B2"/>
                </a:solidFill>
                <a:latin typeface="Palatino Linotype"/>
                <a:cs typeface="Palatino Linotype"/>
              </a:rPr>
              <a:t>69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700" spc="19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40">
                <a:solidFill>
                  <a:srgbClr val="B3B2B2"/>
                </a:solidFill>
                <a:latin typeface="Palatino Linotype"/>
                <a:cs typeface="Palatino Linotype"/>
              </a:rPr>
              <a:t>70</a:t>
            </a:r>
            <a:endParaRPr sz="7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  <a:spcBef>
                <a:spcPts val="245"/>
              </a:spcBef>
              <a:tabLst>
                <a:tab pos="474345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50">
                <a:solidFill>
                  <a:srgbClr val="B3B2B2"/>
                </a:solidFill>
                <a:latin typeface="Palatino Linotype"/>
                <a:cs typeface="Palatino Linotype"/>
              </a:rPr>
              <a:t>7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B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119</a:t>
            </a:r>
            <a:endParaRPr sz="7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30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453982" y="4818202"/>
            <a:ext cx="699135" cy="694690"/>
          </a:xfrm>
          <a:custGeom>
            <a:avLst/>
            <a:gdLst/>
            <a:ahLst/>
            <a:cxnLst/>
            <a:rect l="l" t="t" r="r" b="b"/>
            <a:pathLst>
              <a:path w="699135" h="694689">
                <a:moveTo>
                  <a:pt x="699033" y="0"/>
                </a:moveTo>
                <a:lnTo>
                  <a:pt x="0" y="0"/>
                </a:lnTo>
                <a:lnTo>
                  <a:pt x="0" y="694309"/>
                </a:lnTo>
                <a:lnTo>
                  <a:pt x="699033" y="694309"/>
                </a:lnTo>
                <a:lnTo>
                  <a:pt x="699033" y="0"/>
                </a:lnTo>
                <a:close/>
              </a:path>
            </a:pathLst>
          </a:custGeom>
          <a:solidFill>
            <a:srgbClr val="E306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368918" y="4745757"/>
            <a:ext cx="868680" cy="177165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6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dirty="0" sz="600" spc="-20">
                <a:solidFill>
                  <a:srgbClr val="B3B2B2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RED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5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40">
                <a:solidFill>
                  <a:srgbClr val="B3B2B2"/>
                </a:solidFill>
                <a:latin typeface="Palatino Linotype"/>
                <a:cs typeface="Palatino Linotype"/>
              </a:rPr>
              <a:t>255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6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G</a:t>
            </a:r>
            <a:r>
              <a:rPr dirty="0" sz="700" spc="23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43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45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700" spc="2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453233" y="5826887"/>
            <a:ext cx="699135" cy="0"/>
          </a:xfrm>
          <a:custGeom>
            <a:avLst/>
            <a:gdLst/>
            <a:ahLst/>
            <a:cxnLst/>
            <a:rect l="l" t="t" r="r" b="b"/>
            <a:pathLst>
              <a:path w="699135" h="0">
                <a:moveTo>
                  <a:pt x="0" y="0"/>
                </a:moveTo>
                <a:lnTo>
                  <a:pt x="69869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3601084" y="4818202"/>
            <a:ext cx="699135" cy="694690"/>
          </a:xfrm>
          <a:custGeom>
            <a:avLst/>
            <a:gdLst/>
            <a:ahLst/>
            <a:cxnLst/>
            <a:rect l="l" t="t" r="r" b="b"/>
            <a:pathLst>
              <a:path w="699135" h="694689">
                <a:moveTo>
                  <a:pt x="699033" y="0"/>
                </a:moveTo>
                <a:lnTo>
                  <a:pt x="0" y="0"/>
                </a:lnTo>
                <a:lnTo>
                  <a:pt x="0" y="694309"/>
                </a:lnTo>
                <a:lnTo>
                  <a:pt x="699033" y="694309"/>
                </a:lnTo>
                <a:lnTo>
                  <a:pt x="699033" y="0"/>
                </a:lnTo>
                <a:close/>
              </a:path>
            </a:pathLst>
          </a:custGeom>
          <a:solidFill>
            <a:srgbClr val="B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3516007" y="4745757"/>
            <a:ext cx="868680" cy="177165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6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</a:pPr>
            <a:r>
              <a:rPr dirty="0" sz="600" spc="-55">
                <a:solidFill>
                  <a:srgbClr val="B3B2B2"/>
                </a:solidFill>
                <a:latin typeface="Palatino Linotype"/>
                <a:cs typeface="Palatino Linotype"/>
              </a:rPr>
              <a:t>COOL</a:t>
            </a:r>
            <a:r>
              <a:rPr dirty="0" sz="600" spc="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40">
                <a:solidFill>
                  <a:srgbClr val="B3B2B2"/>
                </a:solidFill>
                <a:latin typeface="Palatino Linotype"/>
                <a:cs typeface="Palatino Linotype"/>
              </a:rPr>
              <a:t>GRAY</a:t>
            </a:r>
            <a:r>
              <a:rPr dirty="0" sz="600" spc="3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4C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6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187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700" spc="19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188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45"/>
              </a:spcBef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B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189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40">
                <a:solidFill>
                  <a:srgbClr val="B3B2B2"/>
                </a:solidFill>
                <a:latin typeface="Palatino Linotype"/>
                <a:cs typeface="Palatino Linotype"/>
              </a:rPr>
              <a:t>35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3600348" y="5826887"/>
            <a:ext cx="699135" cy="0"/>
          </a:xfrm>
          <a:custGeom>
            <a:avLst/>
            <a:gdLst/>
            <a:ahLst/>
            <a:cxnLst/>
            <a:rect l="l" t="t" r="r" b="b"/>
            <a:pathLst>
              <a:path w="699135" h="0">
                <a:moveTo>
                  <a:pt x="0" y="0"/>
                </a:moveTo>
                <a:lnTo>
                  <a:pt x="69869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306563" y="5826887"/>
            <a:ext cx="699135" cy="0"/>
          </a:xfrm>
          <a:custGeom>
            <a:avLst/>
            <a:gdLst/>
            <a:ahLst/>
            <a:cxnLst/>
            <a:rect l="l" t="t" r="r" b="b"/>
            <a:pathLst>
              <a:path w="699135" h="0">
                <a:moveTo>
                  <a:pt x="0" y="0"/>
                </a:moveTo>
                <a:lnTo>
                  <a:pt x="69869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0651273" y="3132747"/>
            <a:ext cx="16871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40">
                <a:solidFill>
                  <a:srgbClr val="9D9D9C"/>
                </a:solidFill>
                <a:latin typeface="Palatino Linotype"/>
                <a:cs typeface="Palatino Linotype"/>
              </a:rPr>
              <a:t>STANDARD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endParaRPr sz="7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dirty="0" sz="700" spc="6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289905" y="1451521"/>
            <a:ext cx="4404360" cy="7156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25">
                <a:solidFill>
                  <a:srgbClr val="007F2D"/>
                </a:solidFill>
                <a:latin typeface="Palatino Linotype"/>
                <a:cs typeface="Palatino Linotype"/>
              </a:rPr>
              <a:t>0.0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endParaRPr sz="1000">
              <a:latin typeface="Palatino Linotype"/>
              <a:cs typeface="Palatino Linotype"/>
            </a:endParaRPr>
          </a:p>
          <a:p>
            <a:pPr marL="38100" marR="30480">
              <a:lnSpc>
                <a:spcPts val="1300"/>
              </a:lnSpc>
              <a:spcBef>
                <a:spcPts val="6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44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specifically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items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communication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directly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related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Heineken</a:t>
            </a:r>
            <a:r>
              <a:rPr dirty="0" baseline="6944" sz="1200" spc="3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8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lager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clearly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reads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emphasizes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main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72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0.0: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blue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(Pantone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294C).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315305" y="2306866"/>
            <a:ext cx="4768850" cy="11811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versions: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standard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cases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third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option,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endParaRPr sz="800">
              <a:latin typeface="Palatino Linotype"/>
              <a:cs typeface="Palatino Linotype"/>
            </a:endParaRPr>
          </a:p>
          <a:p>
            <a:pPr marL="62230" marR="5080">
              <a:lnSpc>
                <a:spcPct val="135400"/>
              </a:lnSpc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Only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cases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when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standard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really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doesn't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fit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because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very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limited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height.</a:t>
            </a:r>
            <a:endParaRPr sz="800">
              <a:latin typeface="Palatino Linotype"/>
              <a:cs typeface="Palatino Linotype"/>
            </a:endParaRPr>
          </a:p>
          <a:p>
            <a:pPr marL="62230">
              <a:lnSpc>
                <a:spcPct val="100000"/>
              </a:lnSpc>
              <a:spcBef>
                <a:spcPts val="340"/>
              </a:spcBef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vertically,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horizontally.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315305" y="3627666"/>
            <a:ext cx="3829050" cy="11811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different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versions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specific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applications: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white;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preferred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green,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endParaRPr sz="800">
              <a:latin typeface="Palatino Linotype"/>
              <a:cs typeface="Palatino Linotype"/>
            </a:endParaRPr>
          </a:p>
          <a:p>
            <a:pPr marL="62230" marR="5080" indent="-50165">
              <a:lnSpc>
                <a:spcPct val="135400"/>
              </a:lnSpc>
              <a:buChar char="-"/>
              <a:tabLst>
                <a:tab pos="62230" algn="l"/>
                <a:tab pos="6794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case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 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less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than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35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mm.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wide,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reproduced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a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'rough'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printing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technique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85119" y="5936874"/>
            <a:ext cx="2066925" cy="843445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5315305" y="4984013"/>
            <a:ext cx="4861560" cy="85090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800" spc="-105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NOT:</a:t>
            </a:r>
            <a:endParaRPr sz="800">
              <a:latin typeface="Palatino Linotype"/>
              <a:cs typeface="Palatino Linotype"/>
            </a:endParaRPr>
          </a:p>
          <a:p>
            <a:pPr marL="66040" indent="-53340">
              <a:lnSpc>
                <a:spcPct val="100000"/>
              </a:lnSpc>
              <a:spcBef>
                <a:spcPts val="340"/>
              </a:spcBef>
              <a:buChar char="-"/>
              <a:tabLst>
                <a:tab pos="6604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elements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isolation;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not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nor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smiling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50">
                <a:solidFill>
                  <a:srgbClr val="9D9D9C"/>
                </a:solidFill>
                <a:latin typeface="Palatino Linotype"/>
                <a:cs typeface="Palatino Linotype"/>
              </a:rPr>
              <a:t>H</a:t>
            </a:r>
            <a:endParaRPr sz="800">
              <a:latin typeface="Palatino Linotype"/>
              <a:cs typeface="Palatino Linotype"/>
            </a:endParaRPr>
          </a:p>
          <a:p>
            <a:pPr marL="59690" marR="732790" indent="-47625">
              <a:lnSpc>
                <a:spcPct val="135400"/>
              </a:lnSpc>
              <a:buChar char="-"/>
              <a:tabLst>
                <a:tab pos="59690" algn="l"/>
                <a:tab pos="6540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	use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that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strange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(e.g.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blue,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red,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etc).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Create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around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isolate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these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endParaRPr sz="800">
              <a:latin typeface="Palatino Linotype"/>
              <a:cs typeface="Palatino Linotype"/>
            </a:endParaRPr>
          </a:p>
          <a:p>
            <a:pPr marL="66040" indent="-53340">
              <a:lnSpc>
                <a:spcPct val="100000"/>
              </a:lnSpc>
              <a:spcBef>
                <a:spcPts val="340"/>
              </a:spcBef>
              <a:buChar char="-"/>
              <a:tabLst>
                <a:tab pos="6604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change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composition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any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way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5229529" y="4981118"/>
            <a:ext cx="5045075" cy="918844"/>
          </a:xfrm>
          <a:custGeom>
            <a:avLst/>
            <a:gdLst/>
            <a:ahLst/>
            <a:cxnLst/>
            <a:rect l="l" t="t" r="r" b="b"/>
            <a:pathLst>
              <a:path w="5045075" h="918845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846747"/>
                </a:lnTo>
                <a:lnTo>
                  <a:pt x="1124" y="888377"/>
                </a:lnTo>
                <a:lnTo>
                  <a:pt x="8999" y="909754"/>
                </a:lnTo>
                <a:lnTo>
                  <a:pt x="30373" y="917630"/>
                </a:lnTo>
                <a:lnTo>
                  <a:pt x="71996" y="918756"/>
                </a:lnTo>
                <a:lnTo>
                  <a:pt x="4972875" y="918756"/>
                </a:lnTo>
                <a:lnTo>
                  <a:pt x="5014498" y="917630"/>
                </a:lnTo>
                <a:lnTo>
                  <a:pt x="5035872" y="909754"/>
                </a:lnTo>
                <a:lnTo>
                  <a:pt x="5043746" y="888377"/>
                </a:lnTo>
                <a:lnTo>
                  <a:pt x="5044871" y="846747"/>
                </a:lnTo>
                <a:lnTo>
                  <a:pt x="5044871" y="71996"/>
                </a:lnTo>
                <a:lnTo>
                  <a:pt x="5043746" y="30373"/>
                </a:lnTo>
                <a:lnTo>
                  <a:pt x="5035872" y="8999"/>
                </a:lnTo>
                <a:lnTo>
                  <a:pt x="5014498" y="1124"/>
                </a:lnTo>
                <a:lnTo>
                  <a:pt x="4972875" y="0"/>
                </a:lnTo>
                <a:lnTo>
                  <a:pt x="71996" y="0"/>
                </a:lnTo>
                <a:close/>
              </a:path>
            </a:pathLst>
          </a:custGeom>
          <a:ln w="19049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11489740" y="5307253"/>
            <a:ext cx="13061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7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6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0640923" y="6444818"/>
            <a:ext cx="15741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45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7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700" spc="60">
                <a:solidFill>
                  <a:srgbClr val="9D9D9C"/>
                </a:solidFill>
                <a:latin typeface="Palatino Linotype"/>
                <a:cs typeface="Palatino Linotype"/>
              </a:rPr>
              <a:t>0.0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651680" y="1473263"/>
            <a:ext cx="16954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 spc="-6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KEEP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INDICATED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CLEA-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RANCE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OTHER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ELEMENTS.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0603750" y="5742495"/>
            <a:ext cx="19215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FOR</a:t>
            </a:r>
            <a:r>
              <a:rPr dirty="0" sz="1000" spc="110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EXCEPTIONAL</a:t>
            </a:r>
            <a:r>
              <a:rPr dirty="0" sz="1000" spc="114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USE</a:t>
            </a:r>
            <a:r>
              <a:rPr dirty="0" sz="1000" spc="110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 spc="-20">
                <a:solidFill>
                  <a:srgbClr val="E30613"/>
                </a:solidFill>
                <a:latin typeface="Palatino Linotype"/>
                <a:cs typeface="Palatino Linotype"/>
              </a:rPr>
              <a:t>ONLY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0" y="1224000"/>
            <a:ext cx="5328285" cy="12700"/>
          </a:xfrm>
          <a:custGeom>
            <a:avLst/>
            <a:gdLst/>
            <a:ahLst/>
            <a:cxnLst/>
            <a:rect l="l" t="t" r="r" b="b"/>
            <a:pathLst>
              <a:path w="5328285" h="12700">
                <a:moveTo>
                  <a:pt x="5328005" y="0"/>
                </a:moveTo>
                <a:lnTo>
                  <a:pt x="0" y="0"/>
                </a:lnTo>
                <a:lnTo>
                  <a:pt x="0" y="12700"/>
                </a:lnTo>
                <a:lnTo>
                  <a:pt x="5328005" y="12700"/>
                </a:lnTo>
                <a:lnTo>
                  <a:pt x="5328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30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59"/>
              <a:t> </a:t>
            </a:r>
            <a:r>
              <a:rPr dirty="0" sz="2600"/>
              <a:t>0.0</a:t>
            </a:r>
            <a:r>
              <a:rPr dirty="0" sz="2600" spc="-165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50" name="object 5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344016" y="6761698"/>
            <a:ext cx="1270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07F2D"/>
                </a:solidFill>
                <a:latin typeface="Palatino Linotype"/>
                <a:cs typeface="Palatino Linotype"/>
              </a:rPr>
              <a:t>16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36146" y="3640469"/>
            <a:ext cx="1686560" cy="2921635"/>
            <a:chOff x="5836146" y="3640469"/>
            <a:chExt cx="1686560" cy="2921635"/>
          </a:xfrm>
        </p:grpSpPr>
        <p:sp>
          <p:nvSpPr>
            <p:cNvPr id="6" name="object 6" descr=""/>
            <p:cNvSpPr/>
            <p:nvPr/>
          </p:nvSpPr>
          <p:spPr>
            <a:xfrm>
              <a:off x="5836146" y="4839841"/>
              <a:ext cx="1686560" cy="1249045"/>
            </a:xfrm>
            <a:custGeom>
              <a:avLst/>
              <a:gdLst/>
              <a:ahLst/>
              <a:cxnLst/>
              <a:rect l="l" t="t" r="r" b="b"/>
              <a:pathLst>
                <a:path w="1686559" h="1249045">
                  <a:moveTo>
                    <a:pt x="1686363" y="1248636"/>
                  </a:moveTo>
                  <a:lnTo>
                    <a:pt x="0" y="1248636"/>
                  </a:lnTo>
                  <a:lnTo>
                    <a:pt x="0" y="0"/>
                  </a:lnTo>
                  <a:lnTo>
                    <a:pt x="1686363" y="0"/>
                  </a:lnTo>
                  <a:lnTo>
                    <a:pt x="1686363" y="1248636"/>
                  </a:lnTo>
                  <a:close/>
                </a:path>
              </a:pathLst>
            </a:custGeom>
            <a:solidFill>
              <a:srgbClr val="BCDC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0518" y="3640469"/>
              <a:ext cx="1156652" cy="2921417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7522521" y="3487864"/>
            <a:ext cx="0" cy="1249045"/>
          </a:xfrm>
          <a:custGeom>
            <a:avLst/>
            <a:gdLst/>
            <a:ahLst/>
            <a:cxnLst/>
            <a:rect l="l" t="t" r="r" b="b"/>
            <a:pathLst>
              <a:path w="0" h="1249045">
                <a:moveTo>
                  <a:pt x="0" y="0"/>
                </a:moveTo>
                <a:lnTo>
                  <a:pt x="0" y="1248636"/>
                </a:lnTo>
              </a:path>
            </a:pathLst>
          </a:custGeom>
          <a:ln w="5610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836146" y="3487864"/>
            <a:ext cx="0" cy="1249045"/>
          </a:xfrm>
          <a:custGeom>
            <a:avLst/>
            <a:gdLst/>
            <a:ahLst/>
            <a:cxnLst/>
            <a:rect l="l" t="t" r="r" b="b"/>
            <a:pathLst>
              <a:path w="0" h="1249045">
                <a:moveTo>
                  <a:pt x="0" y="1248636"/>
                </a:moveTo>
                <a:lnTo>
                  <a:pt x="0" y="0"/>
                </a:lnTo>
              </a:path>
            </a:pathLst>
          </a:custGeom>
          <a:ln w="5610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589241" y="1623114"/>
            <a:ext cx="3980179" cy="4140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LEGAL</a:t>
            </a:r>
            <a:r>
              <a:rPr dirty="0" sz="95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RESTRICTION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20">
                <a:solidFill>
                  <a:srgbClr val="007F2D"/>
                </a:solidFill>
                <a:latin typeface="Palatino Linotype"/>
                <a:cs typeface="Palatino Linotype"/>
              </a:rPr>
              <a:t>REGARDING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PLACEMENT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OF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RED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20">
                <a:solidFill>
                  <a:srgbClr val="007F2D"/>
                </a:solidFill>
                <a:latin typeface="Palatino Linotype"/>
                <a:cs typeface="Palatino Linotype"/>
              </a:rPr>
              <a:t>STAR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938020" algn="l"/>
              </a:tabLst>
            </a:pP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White</a:t>
            </a:r>
            <a:r>
              <a:rPr dirty="0" sz="650" spc="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area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	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50" spc="1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area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86953" y="3392174"/>
            <a:ext cx="1321435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5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50">
              <a:latin typeface="Palatino Linotype"/>
              <a:cs typeface="Palatino Linotype"/>
            </a:endParaRPr>
          </a:p>
          <a:p>
            <a:pPr marL="12700" marR="721360">
              <a:lnSpc>
                <a:spcPct val="132300"/>
              </a:lnSpc>
            </a:pP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0.0_1_A_PMS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38139" y="1734964"/>
            <a:ext cx="1820545" cy="3016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650" spc="2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5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blue</a:t>
            </a:r>
            <a:r>
              <a:rPr dirty="0" sz="65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area</a:t>
            </a:r>
            <a:endParaRPr sz="6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(Legaly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allowed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place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a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with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Red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Star)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96672" y="2113618"/>
            <a:ext cx="9840595" cy="1255395"/>
            <a:chOff x="1596672" y="2113618"/>
            <a:chExt cx="9840595" cy="125539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6725" y="2116321"/>
              <a:ext cx="9837451" cy="125236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599457" y="2116403"/>
              <a:ext cx="9834880" cy="1249680"/>
            </a:xfrm>
            <a:custGeom>
              <a:avLst/>
              <a:gdLst/>
              <a:ahLst/>
              <a:cxnLst/>
              <a:rect l="l" t="t" r="r" b="b"/>
              <a:pathLst>
                <a:path w="9834880" h="1249679">
                  <a:moveTo>
                    <a:pt x="9747413" y="3156"/>
                  </a:moveTo>
                  <a:lnTo>
                    <a:pt x="9797888" y="16702"/>
                  </a:lnTo>
                  <a:lnTo>
                    <a:pt x="9823807" y="46504"/>
                  </a:lnTo>
                  <a:lnTo>
                    <a:pt x="9833357" y="76305"/>
                  </a:lnTo>
                  <a:lnTo>
                    <a:pt x="9834721" y="89851"/>
                  </a:lnTo>
                  <a:lnTo>
                    <a:pt x="9834721" y="1162465"/>
                  </a:lnTo>
                  <a:lnTo>
                    <a:pt x="9821079" y="1212573"/>
                  </a:lnTo>
                  <a:lnTo>
                    <a:pt x="9791067" y="1238304"/>
                  </a:lnTo>
                  <a:lnTo>
                    <a:pt x="9761055" y="1247784"/>
                  </a:lnTo>
                  <a:lnTo>
                    <a:pt x="9747413" y="1249138"/>
                  </a:lnTo>
                </a:path>
                <a:path w="9834880" h="1249679">
                  <a:moveTo>
                    <a:pt x="9747413" y="1249138"/>
                  </a:moveTo>
                  <a:lnTo>
                    <a:pt x="1685296" y="1249138"/>
                  </a:lnTo>
                  <a:lnTo>
                    <a:pt x="87319" y="1245982"/>
                  </a:lnTo>
                  <a:lnTo>
                    <a:pt x="36837" y="1232435"/>
                  </a:lnTo>
                  <a:lnTo>
                    <a:pt x="10914" y="1202634"/>
                  </a:lnTo>
                  <a:lnTo>
                    <a:pt x="1364" y="1172833"/>
                  </a:lnTo>
                  <a:lnTo>
                    <a:pt x="0" y="1159287"/>
                  </a:lnTo>
                  <a:lnTo>
                    <a:pt x="0" y="86694"/>
                  </a:lnTo>
                  <a:lnTo>
                    <a:pt x="13643" y="36574"/>
                  </a:lnTo>
                  <a:lnTo>
                    <a:pt x="43659" y="10836"/>
                  </a:lnTo>
                  <a:lnTo>
                    <a:pt x="73675" y="1354"/>
                  </a:lnTo>
                  <a:lnTo>
                    <a:pt x="87319" y="0"/>
                  </a:lnTo>
                  <a:lnTo>
                    <a:pt x="1685296" y="0"/>
                  </a:lnTo>
                  <a:lnTo>
                    <a:pt x="9747413" y="0"/>
                  </a:lnTo>
                </a:path>
              </a:pathLst>
            </a:custGeom>
            <a:ln w="5590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2852" y="2216595"/>
              <a:ext cx="1487352" cy="10492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5549" y="2203138"/>
              <a:ext cx="1487349" cy="106265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9576477" y="2708583"/>
              <a:ext cx="31115" cy="175895"/>
            </a:xfrm>
            <a:custGeom>
              <a:avLst/>
              <a:gdLst/>
              <a:ahLst/>
              <a:cxnLst/>
              <a:rect l="l" t="t" r="r" b="b"/>
              <a:pathLst>
                <a:path w="31115" h="175894">
                  <a:moveTo>
                    <a:pt x="1353" y="175421"/>
                  </a:moveTo>
                  <a:lnTo>
                    <a:pt x="0" y="171707"/>
                  </a:lnTo>
                  <a:lnTo>
                    <a:pt x="9048" y="152308"/>
                  </a:lnTo>
                  <a:lnTo>
                    <a:pt x="15721" y="131728"/>
                  </a:lnTo>
                  <a:lnTo>
                    <a:pt x="19849" y="110138"/>
                  </a:lnTo>
                  <a:lnTo>
                    <a:pt x="21263" y="87710"/>
                  </a:lnTo>
                  <a:lnTo>
                    <a:pt x="19849" y="65282"/>
                  </a:lnTo>
                  <a:lnTo>
                    <a:pt x="15721" y="43691"/>
                  </a:lnTo>
                  <a:lnTo>
                    <a:pt x="9048" y="23108"/>
                  </a:lnTo>
                  <a:lnTo>
                    <a:pt x="0" y="3702"/>
                  </a:lnTo>
                  <a:lnTo>
                    <a:pt x="1353" y="0"/>
                  </a:lnTo>
                  <a:lnTo>
                    <a:pt x="13737" y="19389"/>
                  </a:lnTo>
                  <a:lnTo>
                    <a:pt x="22975" y="40680"/>
                  </a:lnTo>
                  <a:lnTo>
                    <a:pt x="28750" y="63559"/>
                  </a:lnTo>
                  <a:lnTo>
                    <a:pt x="30745" y="87710"/>
                  </a:lnTo>
                  <a:lnTo>
                    <a:pt x="28750" y="111857"/>
                  </a:lnTo>
                  <a:lnTo>
                    <a:pt x="22975" y="134736"/>
                  </a:lnTo>
                  <a:lnTo>
                    <a:pt x="13737" y="156030"/>
                  </a:lnTo>
                  <a:lnTo>
                    <a:pt x="1353" y="1754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05583" y="2216639"/>
              <a:ext cx="1458254" cy="10492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850843" y="2173161"/>
              <a:ext cx="0" cy="1133475"/>
            </a:xfrm>
            <a:custGeom>
              <a:avLst/>
              <a:gdLst/>
              <a:ahLst/>
              <a:cxnLst/>
              <a:rect l="l" t="t" r="r" b="b"/>
              <a:pathLst>
                <a:path w="0" h="1133475">
                  <a:moveTo>
                    <a:pt x="0" y="0"/>
                  </a:moveTo>
                  <a:lnTo>
                    <a:pt x="0" y="1132853"/>
                  </a:lnTo>
                </a:path>
              </a:pathLst>
            </a:custGeom>
            <a:ln w="5412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964518" y="2203049"/>
              <a:ext cx="1448435" cy="1073150"/>
            </a:xfrm>
            <a:custGeom>
              <a:avLst/>
              <a:gdLst/>
              <a:ahLst/>
              <a:cxnLst/>
              <a:rect l="l" t="t" r="r" b="b"/>
              <a:pathLst>
                <a:path w="1448434" h="1073150">
                  <a:moveTo>
                    <a:pt x="1448354" y="0"/>
                  </a:moveTo>
                  <a:lnTo>
                    <a:pt x="0" y="1073083"/>
                  </a:lnTo>
                </a:path>
              </a:pathLst>
            </a:custGeom>
            <a:ln w="31043">
              <a:solidFill>
                <a:srgbClr val="E306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964518" y="2203049"/>
              <a:ext cx="1448435" cy="1073150"/>
            </a:xfrm>
            <a:custGeom>
              <a:avLst/>
              <a:gdLst/>
              <a:ahLst/>
              <a:cxnLst/>
              <a:rect l="l" t="t" r="r" b="b"/>
              <a:pathLst>
                <a:path w="1448434" h="1073150">
                  <a:moveTo>
                    <a:pt x="0" y="0"/>
                  </a:moveTo>
                  <a:lnTo>
                    <a:pt x="1448354" y="1073083"/>
                  </a:lnTo>
                </a:path>
              </a:pathLst>
            </a:custGeom>
            <a:ln w="31043">
              <a:solidFill>
                <a:srgbClr val="E306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522522" y="2173161"/>
              <a:ext cx="0" cy="1133475"/>
            </a:xfrm>
            <a:custGeom>
              <a:avLst/>
              <a:gdLst/>
              <a:ahLst/>
              <a:cxnLst/>
              <a:rect l="l" t="t" r="r" b="b"/>
              <a:pathLst>
                <a:path w="0" h="1133475">
                  <a:moveTo>
                    <a:pt x="0" y="0"/>
                  </a:moveTo>
                  <a:lnTo>
                    <a:pt x="0" y="1132853"/>
                  </a:lnTo>
                </a:path>
              </a:pathLst>
            </a:custGeom>
            <a:ln w="5412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65733" y="2202068"/>
              <a:ext cx="1487360" cy="1051718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732814" y="1906391"/>
            <a:ext cx="71564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PMS: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294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C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area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562175" y="1906391"/>
            <a:ext cx="92392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5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blue</a:t>
            </a: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85">
                <a:solidFill>
                  <a:srgbClr val="878A8E"/>
                </a:solidFill>
                <a:latin typeface="Palatino Linotype"/>
                <a:cs typeface="Palatino Linotype"/>
              </a:rPr>
              <a:t>area</a:t>
            </a: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(UCL)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566630" y="3392174"/>
            <a:ext cx="1768475" cy="5499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35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endParaRPr sz="65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reproduction.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0.0_1_E_1COLOR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726489" y="3392174"/>
            <a:ext cx="1374775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5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reproduction.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0.0_1_C_PMS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588274" y="6895000"/>
            <a:ext cx="4429125" cy="130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5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horizontally. 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logo 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areas/applications.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512172" y="3392174"/>
            <a:ext cx="1652270" cy="681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8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use 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5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5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alluminium/inox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50">
              <a:latin typeface="Palatino Linotype"/>
              <a:cs typeface="Palatino Linotype"/>
            </a:endParaRPr>
          </a:p>
          <a:p>
            <a:pPr marL="12700" marR="1021080">
              <a:lnSpc>
                <a:spcPct val="132300"/>
              </a:lnSpc>
            </a:pP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0.0_1_C1_PMS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354105" y="4788077"/>
            <a:ext cx="1367790" cy="85090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endParaRPr sz="800">
              <a:latin typeface="Palatino Linotype"/>
              <a:cs typeface="Palatino Linotype"/>
            </a:endParaRPr>
          </a:p>
          <a:p>
            <a:pPr marL="12700" marR="5080">
              <a:lnSpc>
                <a:spcPct val="135400"/>
              </a:lnSpc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blue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background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avoid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violation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settlement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agreement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San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Pellegrino.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559696" y="4153471"/>
            <a:ext cx="2470150" cy="49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9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>
                <a:solidFill>
                  <a:srgbClr val="007F2D"/>
                </a:solidFill>
                <a:latin typeface="Palatino Linotype"/>
                <a:cs typeface="Palatino Linotype"/>
              </a:rPr>
              <a:t>AGREEMENT</a:t>
            </a:r>
            <a:r>
              <a:rPr dirty="0" sz="9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>
                <a:solidFill>
                  <a:srgbClr val="007F2D"/>
                </a:solidFill>
                <a:latin typeface="Palatino Linotype"/>
                <a:cs typeface="Palatino Linotype"/>
              </a:rPr>
              <a:t>WITH</a:t>
            </a:r>
            <a:r>
              <a:rPr dirty="0" sz="9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>
                <a:solidFill>
                  <a:srgbClr val="007F2D"/>
                </a:solidFill>
                <a:latin typeface="Palatino Linotype"/>
                <a:cs typeface="Palatino Linotype"/>
              </a:rPr>
              <a:t>SAN</a:t>
            </a:r>
            <a:r>
              <a:rPr dirty="0" sz="9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-10">
                <a:solidFill>
                  <a:srgbClr val="007F2D"/>
                </a:solidFill>
                <a:latin typeface="Palatino Linotype"/>
                <a:cs typeface="Palatino Linotype"/>
              </a:rPr>
              <a:t>PELLEGRINO!</a:t>
            </a: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9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dirty="0" sz="800" spc="-35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STARS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534296" y="4783391"/>
            <a:ext cx="3543300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35400"/>
              </a:lnSpc>
              <a:spcBef>
                <a:spcPts val="10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SP's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will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not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be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"Heineken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67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Green"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(Enclosure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II),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exept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five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products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"Dribly,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"San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Pellegrino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menta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ghiacciata",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"Sanpellegrino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Aranciata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amara",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"Sanpellegrino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Limonata",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"Sanpellegrino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Cedrata"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(Enclosure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V).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559696" y="5608891"/>
            <a:ext cx="341566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10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HB's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will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not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be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"Sanpellegrino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blue"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(sparkling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water)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nor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"Limpia/Sanpellegrino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pink"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(still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water)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(Enclosure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III,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IV).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8604961" y="4822202"/>
            <a:ext cx="89026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SAN</a:t>
            </a:r>
            <a:r>
              <a:rPr dirty="0" sz="800" spc="-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PELLEGRINO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855912" y="5650242"/>
            <a:ext cx="6648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7936" sz="1050" spc="-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endParaRPr baseline="7936" sz="1050">
              <a:latin typeface="Palatino Linotype"/>
              <a:cs typeface="Palatino Linotype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0" y="1224000"/>
            <a:ext cx="5328285" cy="12700"/>
          </a:xfrm>
          <a:custGeom>
            <a:avLst/>
            <a:gdLst/>
            <a:ahLst/>
            <a:cxnLst/>
            <a:rect l="l" t="t" r="r" b="b"/>
            <a:pathLst>
              <a:path w="5328285" h="12700">
                <a:moveTo>
                  <a:pt x="5328005" y="0"/>
                </a:moveTo>
                <a:lnTo>
                  <a:pt x="0" y="0"/>
                </a:lnTo>
                <a:lnTo>
                  <a:pt x="0" y="12700"/>
                </a:lnTo>
                <a:lnTo>
                  <a:pt x="5328005" y="12700"/>
                </a:lnTo>
                <a:lnTo>
                  <a:pt x="5328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30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59"/>
              <a:t> </a:t>
            </a:r>
            <a:r>
              <a:rPr dirty="0" sz="2600"/>
              <a:t>0.0</a:t>
            </a:r>
            <a:r>
              <a:rPr dirty="0" sz="2600" spc="-165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39" name="object 39" descr=""/>
          <p:cNvSpPr txBox="1"/>
          <p:nvPr/>
        </p:nvSpPr>
        <p:spPr>
          <a:xfrm>
            <a:off x="2002180" y="1247597"/>
            <a:ext cx="336422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07F2D"/>
                </a:solidFill>
                <a:latin typeface="Palatino Linotype"/>
                <a:cs typeface="Palatino Linotype"/>
              </a:rPr>
              <a:t>Use</a:t>
            </a:r>
            <a:r>
              <a:rPr dirty="0" sz="1100" spc="7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7F2D"/>
                </a:solidFill>
                <a:latin typeface="Palatino Linotype"/>
                <a:cs typeface="Palatino Linotype"/>
              </a:rPr>
              <a:t>of</a:t>
            </a:r>
            <a:r>
              <a:rPr dirty="0" sz="1100" spc="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18518" sz="1350">
                <a:solidFill>
                  <a:srgbClr val="007F2D"/>
                </a:solidFill>
                <a:latin typeface="Palatino Linotype"/>
                <a:cs typeface="Palatino Linotype"/>
              </a:rPr>
              <a:t>®</a:t>
            </a:r>
            <a:r>
              <a:rPr dirty="0" baseline="18518" sz="1350" spc="187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90">
                <a:solidFill>
                  <a:srgbClr val="007F2D"/>
                </a:solidFill>
                <a:latin typeface="Palatino Linotype"/>
                <a:cs typeface="Palatino Linotype"/>
              </a:rPr>
              <a:t>0.0</a:t>
            </a:r>
            <a:r>
              <a:rPr dirty="0" sz="1100" spc="7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r>
              <a:rPr dirty="0" sz="1100" spc="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65">
                <a:solidFill>
                  <a:srgbClr val="007F2D"/>
                </a:solidFill>
                <a:latin typeface="Palatino Linotype"/>
                <a:cs typeface="Palatino Linotype"/>
              </a:rPr>
              <a:t>on</a:t>
            </a:r>
            <a:r>
              <a:rPr dirty="0" sz="1100" spc="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90">
                <a:solidFill>
                  <a:srgbClr val="007F2D"/>
                </a:solidFill>
                <a:latin typeface="Palatino Linotype"/>
                <a:cs typeface="Palatino Linotype"/>
              </a:rPr>
              <a:t>a</a:t>
            </a:r>
            <a:r>
              <a:rPr dirty="0" sz="1100" spc="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7F2D"/>
                </a:solidFill>
                <a:latin typeface="Palatino Linotype"/>
                <a:cs typeface="Palatino Linotype"/>
              </a:rPr>
              <a:t>blue</a:t>
            </a:r>
            <a:r>
              <a:rPr dirty="0" sz="1100" spc="7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45">
                <a:solidFill>
                  <a:srgbClr val="007F2D"/>
                </a:solidFill>
                <a:latin typeface="Palatino Linotype"/>
                <a:cs typeface="Palatino Linotype"/>
              </a:rPr>
              <a:t>background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843002" y="0"/>
            <a:ext cx="837565" cy="201930"/>
          </a:xfrm>
          <a:custGeom>
            <a:avLst/>
            <a:gdLst/>
            <a:ahLst/>
            <a:cxnLst/>
            <a:rect l="l" t="t" r="r" b="b"/>
            <a:pathLst>
              <a:path w="837565" h="201930">
                <a:moveTo>
                  <a:pt x="837006" y="0"/>
                </a:moveTo>
                <a:lnTo>
                  <a:pt x="0" y="0"/>
                </a:lnTo>
                <a:lnTo>
                  <a:pt x="0" y="201599"/>
                </a:lnTo>
                <a:lnTo>
                  <a:pt x="837006" y="201599"/>
                </a:lnTo>
                <a:lnTo>
                  <a:pt x="837006" y="0"/>
                </a:lnTo>
                <a:close/>
              </a:path>
            </a:pathLst>
          </a:custGeom>
          <a:solidFill>
            <a:srgbClr val="CDD1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894401" y="0"/>
            <a:ext cx="930910" cy="201930"/>
          </a:xfrm>
          <a:prstGeom prst="rect">
            <a:avLst/>
          </a:prstGeom>
          <a:solidFill>
            <a:srgbClr val="CDD1D3"/>
          </a:solidFill>
        </p:spPr>
        <p:txBody>
          <a:bodyPr wrap="square" lIns="0" tIns="11430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9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0" y="1224000"/>
            <a:ext cx="5328285" cy="12700"/>
          </a:xfrm>
          <a:custGeom>
            <a:avLst/>
            <a:gdLst/>
            <a:ahLst/>
            <a:cxnLst/>
            <a:rect l="l" t="t" r="r" b="b"/>
            <a:pathLst>
              <a:path w="5328285" h="12700">
                <a:moveTo>
                  <a:pt x="5328005" y="0"/>
                </a:moveTo>
                <a:lnTo>
                  <a:pt x="0" y="0"/>
                </a:lnTo>
                <a:lnTo>
                  <a:pt x="0" y="12700"/>
                </a:lnTo>
                <a:lnTo>
                  <a:pt x="5328005" y="12700"/>
                </a:lnTo>
                <a:lnTo>
                  <a:pt x="5328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30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59"/>
              <a:t> </a:t>
            </a:r>
            <a:r>
              <a:rPr dirty="0" sz="2600"/>
              <a:t>0.0</a:t>
            </a:r>
            <a:r>
              <a:rPr dirty="0" sz="2600" spc="-165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7" name="object 7" descr=""/>
          <p:cNvSpPr txBox="1"/>
          <p:nvPr/>
        </p:nvSpPr>
        <p:spPr>
          <a:xfrm>
            <a:off x="4666818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53222" y="3973464"/>
            <a:ext cx="3425825" cy="43116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2: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5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&lt;35mm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52739" y="6611573"/>
            <a:ext cx="407289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horizontally.</a:t>
            </a:r>
            <a:r>
              <a:rPr dirty="0" sz="60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</a:t>
            </a:r>
            <a:r>
              <a:rPr dirty="0" sz="60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areas/applications.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083996" y="1999475"/>
            <a:ext cx="1634489" cy="1158875"/>
            <a:chOff x="7083996" y="1999475"/>
            <a:chExt cx="1634489" cy="1158875"/>
          </a:xfrm>
        </p:grpSpPr>
        <p:sp>
          <p:nvSpPr>
            <p:cNvPr id="11" name="object 11" descr=""/>
            <p:cNvSpPr/>
            <p:nvPr/>
          </p:nvSpPr>
          <p:spPr>
            <a:xfrm>
              <a:off x="7086523" y="2002002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09" h="1153795">
                  <a:moveTo>
                    <a:pt x="1548841" y="0"/>
                  </a:moveTo>
                  <a:lnTo>
                    <a:pt x="80238" y="0"/>
                  </a:ln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59"/>
                  </a:lnTo>
                  <a:lnTo>
                    <a:pt x="1253" y="1119347"/>
                  </a:lnTo>
                  <a:lnTo>
                    <a:pt x="10029" y="1143168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8"/>
                  </a:lnTo>
                  <a:lnTo>
                    <a:pt x="1627826" y="1119347"/>
                  </a:lnTo>
                  <a:lnTo>
                    <a:pt x="1629079" y="1072959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086523" y="2002002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09" h="1153795">
                  <a:moveTo>
                    <a:pt x="80238" y="0"/>
                  </a:move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59"/>
                  </a:lnTo>
                  <a:lnTo>
                    <a:pt x="1253" y="1119347"/>
                  </a:lnTo>
                  <a:lnTo>
                    <a:pt x="10029" y="1143168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8"/>
                  </a:lnTo>
                  <a:lnTo>
                    <a:pt x="1627826" y="1119347"/>
                  </a:lnTo>
                  <a:lnTo>
                    <a:pt x="1629079" y="1072959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lnTo>
                    <a:pt x="80238" y="0"/>
                  </a:lnTo>
                  <a:close/>
                </a:path>
              </a:pathLst>
            </a:custGeom>
            <a:ln w="505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7181" y="2078380"/>
              <a:ext cx="1366926" cy="973378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7083996" y="4570031"/>
            <a:ext cx="1634489" cy="1158875"/>
            <a:chOff x="7083996" y="4570031"/>
            <a:chExt cx="1634489" cy="1158875"/>
          </a:xfrm>
        </p:grpSpPr>
        <p:sp>
          <p:nvSpPr>
            <p:cNvPr id="15" name="object 15" descr=""/>
            <p:cNvSpPr/>
            <p:nvPr/>
          </p:nvSpPr>
          <p:spPr>
            <a:xfrm>
              <a:off x="7086523" y="4572558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09" h="1153795">
                  <a:moveTo>
                    <a:pt x="1548841" y="0"/>
                  </a:moveTo>
                  <a:lnTo>
                    <a:pt x="80238" y="0"/>
                  </a:ln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59"/>
                  </a:lnTo>
                  <a:lnTo>
                    <a:pt x="1253" y="1119347"/>
                  </a:lnTo>
                  <a:lnTo>
                    <a:pt x="10029" y="1143168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8"/>
                  </a:lnTo>
                  <a:lnTo>
                    <a:pt x="1627826" y="1119347"/>
                  </a:lnTo>
                  <a:lnTo>
                    <a:pt x="1629079" y="1072959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086523" y="4572558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09" h="1153795">
                  <a:moveTo>
                    <a:pt x="80238" y="0"/>
                  </a:move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59"/>
                  </a:lnTo>
                  <a:lnTo>
                    <a:pt x="1253" y="1119347"/>
                  </a:lnTo>
                  <a:lnTo>
                    <a:pt x="10029" y="1143168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8"/>
                  </a:lnTo>
                  <a:lnTo>
                    <a:pt x="1627826" y="1119347"/>
                  </a:lnTo>
                  <a:lnTo>
                    <a:pt x="1629079" y="1072959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lnTo>
                    <a:pt x="80238" y="0"/>
                  </a:lnTo>
                  <a:close/>
                </a:path>
              </a:pathLst>
            </a:custGeom>
            <a:ln w="505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8400" y="4631423"/>
              <a:ext cx="1366926" cy="980833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753463" y="1421005"/>
            <a:ext cx="1299845" cy="43116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1: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Standard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5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531666" y="4572927"/>
            <a:ext cx="1629410" cy="1153795"/>
            <a:chOff x="3531666" y="4572927"/>
            <a:chExt cx="1629410" cy="1153795"/>
          </a:xfrm>
        </p:grpSpPr>
        <p:sp>
          <p:nvSpPr>
            <p:cNvPr id="20" name="object 20" descr=""/>
            <p:cNvSpPr/>
            <p:nvPr/>
          </p:nvSpPr>
          <p:spPr>
            <a:xfrm>
              <a:off x="3531666" y="4572927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10" h="1153795">
                  <a:moveTo>
                    <a:pt x="1548841" y="0"/>
                  </a:moveTo>
                  <a:lnTo>
                    <a:pt x="80238" y="0"/>
                  </a:ln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72"/>
                  </a:lnTo>
                  <a:lnTo>
                    <a:pt x="1253" y="1119352"/>
                  </a:lnTo>
                  <a:lnTo>
                    <a:pt x="10029" y="1143169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9"/>
                  </a:lnTo>
                  <a:lnTo>
                    <a:pt x="1627826" y="1119352"/>
                  </a:lnTo>
                  <a:lnTo>
                    <a:pt x="1629079" y="1072972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2210" y="4634357"/>
              <a:ext cx="1366926" cy="995502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761502" y="1999005"/>
            <a:ext cx="1634489" cy="1158875"/>
            <a:chOff x="1761502" y="1999005"/>
            <a:chExt cx="1634489" cy="1158875"/>
          </a:xfrm>
        </p:grpSpPr>
        <p:sp>
          <p:nvSpPr>
            <p:cNvPr id="23" name="object 23" descr=""/>
            <p:cNvSpPr/>
            <p:nvPr/>
          </p:nvSpPr>
          <p:spPr>
            <a:xfrm>
              <a:off x="1764030" y="2001532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10" h="1153795">
                  <a:moveTo>
                    <a:pt x="80238" y="0"/>
                  </a:move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59"/>
                  </a:lnTo>
                  <a:lnTo>
                    <a:pt x="1253" y="1119347"/>
                  </a:lnTo>
                  <a:lnTo>
                    <a:pt x="10029" y="1143168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8"/>
                  </a:lnTo>
                  <a:lnTo>
                    <a:pt x="1627826" y="1119347"/>
                  </a:lnTo>
                  <a:lnTo>
                    <a:pt x="1629079" y="1072959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lnTo>
                    <a:pt x="80238" y="0"/>
                  </a:lnTo>
                  <a:close/>
                </a:path>
              </a:pathLst>
            </a:custGeom>
            <a:ln w="505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5805" y="2091817"/>
              <a:ext cx="1366926" cy="971118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751507" y="3178905"/>
            <a:ext cx="1216660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63575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0.0_1_A_PMS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517734" y="3178905"/>
            <a:ext cx="1265555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0.0_1_B_PMS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296415" y="3178905"/>
            <a:ext cx="1619885" cy="6324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700"/>
              </a:lnSpc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blue,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dark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1076325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0.0_1_C_PMS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075015" y="3178905"/>
            <a:ext cx="1520825" cy="632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on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alluminium/inox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background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00">
              <a:latin typeface="Palatino Linotype"/>
              <a:cs typeface="Palatino Linotype"/>
            </a:endParaRPr>
          </a:p>
          <a:p>
            <a:pPr marL="12700" marR="939165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0.0_1_C1_PMS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531666" y="2002383"/>
            <a:ext cx="1629410" cy="1153795"/>
            <a:chOff x="3531666" y="2002383"/>
            <a:chExt cx="1629410" cy="1153795"/>
          </a:xfrm>
        </p:grpSpPr>
        <p:sp>
          <p:nvSpPr>
            <p:cNvPr id="30" name="object 30" descr=""/>
            <p:cNvSpPr/>
            <p:nvPr/>
          </p:nvSpPr>
          <p:spPr>
            <a:xfrm>
              <a:off x="3531666" y="2002383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10" h="1153795">
                  <a:moveTo>
                    <a:pt x="1548841" y="0"/>
                  </a:moveTo>
                  <a:lnTo>
                    <a:pt x="80238" y="0"/>
                  </a:ln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72"/>
                  </a:lnTo>
                  <a:lnTo>
                    <a:pt x="1253" y="1119352"/>
                  </a:lnTo>
                  <a:lnTo>
                    <a:pt x="10029" y="1143169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9"/>
                  </a:lnTo>
                  <a:lnTo>
                    <a:pt x="1627826" y="1119352"/>
                  </a:lnTo>
                  <a:lnTo>
                    <a:pt x="1629079" y="1072972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2984" y="2079358"/>
              <a:ext cx="1366939" cy="983526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5308791" y="2001684"/>
            <a:ext cx="1629410" cy="1153795"/>
            <a:chOff x="5308791" y="2001684"/>
            <a:chExt cx="1629410" cy="1153795"/>
          </a:xfrm>
        </p:grpSpPr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8791" y="2001684"/>
              <a:ext cx="1629067" cy="1153198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0565" y="2079358"/>
              <a:ext cx="1366926" cy="983526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5308791" y="4572241"/>
            <a:ext cx="1629410" cy="1153795"/>
            <a:chOff x="5308791" y="4572241"/>
            <a:chExt cx="1629410" cy="1153795"/>
          </a:xfrm>
        </p:grpSpPr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8791" y="4572241"/>
              <a:ext cx="1629067" cy="115319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43474" y="4634357"/>
              <a:ext cx="1366926" cy="995502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1761502" y="4569561"/>
            <a:ext cx="1634489" cy="1158875"/>
            <a:chOff x="1761502" y="4569561"/>
            <a:chExt cx="1634489" cy="1158875"/>
          </a:xfrm>
        </p:grpSpPr>
        <p:sp>
          <p:nvSpPr>
            <p:cNvPr id="39" name="object 39" descr=""/>
            <p:cNvSpPr/>
            <p:nvPr/>
          </p:nvSpPr>
          <p:spPr>
            <a:xfrm>
              <a:off x="1764030" y="4572089"/>
              <a:ext cx="1629410" cy="1153795"/>
            </a:xfrm>
            <a:custGeom>
              <a:avLst/>
              <a:gdLst/>
              <a:ahLst/>
              <a:cxnLst/>
              <a:rect l="l" t="t" r="r" b="b"/>
              <a:pathLst>
                <a:path w="1629410" h="1153795">
                  <a:moveTo>
                    <a:pt x="80238" y="0"/>
                  </a:moveTo>
                  <a:lnTo>
                    <a:pt x="33850" y="1253"/>
                  </a:lnTo>
                  <a:lnTo>
                    <a:pt x="10029" y="10029"/>
                  </a:lnTo>
                  <a:lnTo>
                    <a:pt x="1253" y="33850"/>
                  </a:lnTo>
                  <a:lnTo>
                    <a:pt x="0" y="80238"/>
                  </a:lnTo>
                  <a:lnTo>
                    <a:pt x="0" y="1072959"/>
                  </a:lnTo>
                  <a:lnTo>
                    <a:pt x="1253" y="1119347"/>
                  </a:lnTo>
                  <a:lnTo>
                    <a:pt x="10029" y="1143168"/>
                  </a:lnTo>
                  <a:lnTo>
                    <a:pt x="33850" y="1151944"/>
                  </a:lnTo>
                  <a:lnTo>
                    <a:pt x="80238" y="1153198"/>
                  </a:lnTo>
                  <a:lnTo>
                    <a:pt x="1548841" y="1153198"/>
                  </a:lnTo>
                  <a:lnTo>
                    <a:pt x="1595229" y="1151944"/>
                  </a:lnTo>
                  <a:lnTo>
                    <a:pt x="1619049" y="1143168"/>
                  </a:lnTo>
                  <a:lnTo>
                    <a:pt x="1627826" y="1119347"/>
                  </a:lnTo>
                  <a:lnTo>
                    <a:pt x="1629079" y="1072959"/>
                  </a:lnTo>
                  <a:lnTo>
                    <a:pt x="1629079" y="80238"/>
                  </a:lnTo>
                  <a:lnTo>
                    <a:pt x="1627826" y="33850"/>
                  </a:lnTo>
                  <a:lnTo>
                    <a:pt x="1619049" y="10029"/>
                  </a:lnTo>
                  <a:lnTo>
                    <a:pt x="1595229" y="1253"/>
                  </a:lnTo>
                  <a:lnTo>
                    <a:pt x="1548841" y="0"/>
                  </a:lnTo>
                  <a:lnTo>
                    <a:pt x="80238" y="0"/>
                  </a:lnTo>
                  <a:close/>
                </a:path>
              </a:pathLst>
            </a:custGeom>
            <a:ln w="5054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6402" y="4649876"/>
              <a:ext cx="1366926" cy="979906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1751507" y="5749423"/>
            <a:ext cx="1234440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73100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0.0_2_A_PMS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517734" y="5749423"/>
            <a:ext cx="1265555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0.0_2_B_PMS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296415" y="5749423"/>
            <a:ext cx="1619885" cy="6324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700"/>
              </a:lnSpc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blue,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dark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1067435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0.0_2_C_PMS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075015" y="5749423"/>
            <a:ext cx="1538605" cy="632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on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alluminium/inox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background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00">
              <a:latin typeface="Palatino Linotype"/>
              <a:cs typeface="Palatino Linotype"/>
            </a:endParaRPr>
          </a:p>
          <a:p>
            <a:pPr marL="12700" marR="948690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0.0_2_C1_PMS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1626654" y="3976065"/>
            <a:ext cx="10768965" cy="0"/>
          </a:xfrm>
          <a:custGeom>
            <a:avLst/>
            <a:gdLst/>
            <a:ahLst/>
            <a:cxnLst/>
            <a:rect l="l" t="t" r="r" b="b"/>
            <a:pathLst>
              <a:path w="10768965" h="0">
                <a:moveTo>
                  <a:pt x="0" y="0"/>
                </a:moveTo>
                <a:lnTo>
                  <a:pt x="10768685" y="0"/>
                </a:lnTo>
              </a:path>
            </a:pathLst>
          </a:custGeom>
          <a:ln w="10109">
            <a:solidFill>
              <a:srgbClr val="BFBD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8855265" y="3178905"/>
            <a:ext cx="1542415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864869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0.0_1_D_1COLOR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0633865" y="3178905"/>
            <a:ext cx="1542415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0.0_1_E_1COLOR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48" name="object 4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42130" y="4572063"/>
            <a:ext cx="1629079" cy="1153198"/>
          </a:xfrm>
          <a:prstGeom prst="rect">
            <a:avLst/>
          </a:prstGeom>
        </p:spPr>
      </p:pic>
      <p:sp>
        <p:nvSpPr>
          <p:cNvPr id="49" name="object 49" descr=""/>
          <p:cNvSpPr txBox="1"/>
          <p:nvPr/>
        </p:nvSpPr>
        <p:spPr>
          <a:xfrm>
            <a:off x="8855265" y="5749448"/>
            <a:ext cx="1560195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873760">
              <a:lnSpc>
                <a:spcPct val="1327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0.0_2_D_1COLOR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50" name="object 5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64231" y="1999475"/>
            <a:ext cx="1634134" cy="1158252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642130" y="2004466"/>
            <a:ext cx="1629079" cy="1153198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10633865" y="5749448"/>
            <a:ext cx="1560195" cy="511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8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33020">
              <a:lnSpc>
                <a:spcPct val="100000"/>
              </a:lnSpc>
              <a:spcBef>
                <a:spcPts val="235"/>
              </a:spcBef>
            </a:pP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_2_E_1COLOR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864231" y="4570031"/>
            <a:ext cx="1634134" cy="1158252"/>
          </a:xfrm>
          <a:prstGeom prst="rect">
            <a:avLst/>
          </a:prstGeom>
        </p:spPr>
      </p:pic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50"/>
              <a:t>20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74520" y="1414452"/>
            <a:ext cx="1239520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3: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Vertical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&gt;66mm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67978" y="1957673"/>
            <a:ext cx="106807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30175">
              <a:lnSpc>
                <a:spcPct val="132300"/>
              </a:lnSpc>
              <a:spcBef>
                <a:spcPts val="90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0.0_3_A_PMS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45768" y="1957673"/>
            <a:ext cx="1345565" cy="630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 dark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blue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color.</a:t>
            </a:r>
            <a:endParaRPr sz="600">
              <a:latin typeface="Palatino Linotype"/>
              <a:cs typeface="Palatino Linotype"/>
            </a:endParaRPr>
          </a:p>
          <a:p>
            <a:pPr marL="12700" marR="79248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0.0_3_B_PMS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32273" y="1966382"/>
            <a:ext cx="123190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Mono-colour</a:t>
            </a:r>
            <a:r>
              <a:rPr dirty="0" sz="600" spc="1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55562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0.0_3_E_1COLOR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64420" y="1966382"/>
            <a:ext cx="131318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Mono-colour</a:t>
            </a:r>
            <a:r>
              <a:rPr dirty="0" sz="600" spc="1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repro-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duction.</a:t>
            </a:r>
            <a:endParaRPr sz="600">
              <a:latin typeface="Palatino Linotype"/>
              <a:cs typeface="Palatino Linotype"/>
            </a:endParaRPr>
          </a:p>
          <a:p>
            <a:pPr marL="12700" marR="62865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0.0_3_D_1COLOR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74520" y="4146666"/>
            <a:ext cx="3415029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75">
                <a:solidFill>
                  <a:srgbClr val="007F2D"/>
                </a:solidFill>
                <a:latin typeface="Palatino Linotype"/>
                <a:cs typeface="Palatino Linotype"/>
              </a:rPr>
              <a:t>4: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Vertical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 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 to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&lt;66mm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627796" y="4137990"/>
            <a:ext cx="9520555" cy="10160"/>
          </a:xfrm>
          <a:custGeom>
            <a:avLst/>
            <a:gdLst/>
            <a:ahLst/>
            <a:cxnLst/>
            <a:rect l="l" t="t" r="r" b="b"/>
            <a:pathLst>
              <a:path w="9520555" h="10160">
                <a:moveTo>
                  <a:pt x="9520212" y="0"/>
                </a:moveTo>
                <a:lnTo>
                  <a:pt x="0" y="0"/>
                </a:lnTo>
                <a:lnTo>
                  <a:pt x="0" y="10083"/>
                </a:lnTo>
                <a:lnTo>
                  <a:pt x="9520212" y="10083"/>
                </a:lnTo>
                <a:lnTo>
                  <a:pt x="9520212" y="0"/>
                </a:lnTo>
                <a:close/>
              </a:path>
            </a:pathLst>
          </a:custGeom>
          <a:solidFill>
            <a:srgbClr val="B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753742" y="6589613"/>
            <a:ext cx="423735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vertically.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regular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horizontal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areas/applications.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764277" y="1985829"/>
            <a:ext cx="584835" cy="1593850"/>
            <a:chOff x="1764277" y="1985829"/>
            <a:chExt cx="584835" cy="1593850"/>
          </a:xfrm>
        </p:grpSpPr>
        <p:sp>
          <p:nvSpPr>
            <p:cNvPr id="13" name="object 13" descr=""/>
            <p:cNvSpPr/>
            <p:nvPr/>
          </p:nvSpPr>
          <p:spPr>
            <a:xfrm>
              <a:off x="1767027" y="1988578"/>
              <a:ext cx="579120" cy="1588135"/>
            </a:xfrm>
            <a:custGeom>
              <a:avLst/>
              <a:gdLst/>
              <a:ahLst/>
              <a:cxnLst/>
              <a:rect l="l" t="t" r="r" b="b"/>
              <a:pathLst>
                <a:path w="579119" h="1588135">
                  <a:moveTo>
                    <a:pt x="521601" y="0"/>
                  </a:moveTo>
                  <a:lnTo>
                    <a:pt x="57137" y="0"/>
                  </a:lnTo>
                  <a:lnTo>
                    <a:pt x="34900" y="4489"/>
                  </a:lnTo>
                  <a:lnTo>
                    <a:pt x="16738" y="16733"/>
                  </a:lnTo>
                  <a:lnTo>
                    <a:pt x="4491" y="34895"/>
                  </a:lnTo>
                  <a:lnTo>
                    <a:pt x="0" y="57137"/>
                  </a:lnTo>
                  <a:lnTo>
                    <a:pt x="0" y="1530819"/>
                  </a:lnTo>
                  <a:lnTo>
                    <a:pt x="4491" y="1553054"/>
                  </a:lnTo>
                  <a:lnTo>
                    <a:pt x="16738" y="1571212"/>
                  </a:lnTo>
                  <a:lnTo>
                    <a:pt x="34900" y="1583455"/>
                  </a:lnTo>
                  <a:lnTo>
                    <a:pt x="57137" y="1587944"/>
                  </a:lnTo>
                  <a:lnTo>
                    <a:pt x="521601" y="1587944"/>
                  </a:lnTo>
                  <a:lnTo>
                    <a:pt x="543843" y="1583455"/>
                  </a:lnTo>
                  <a:lnTo>
                    <a:pt x="562005" y="1571212"/>
                  </a:lnTo>
                  <a:lnTo>
                    <a:pt x="574249" y="1553054"/>
                  </a:lnTo>
                  <a:lnTo>
                    <a:pt x="578739" y="1530819"/>
                  </a:lnTo>
                  <a:lnTo>
                    <a:pt x="578739" y="57137"/>
                  </a:lnTo>
                  <a:lnTo>
                    <a:pt x="574249" y="34895"/>
                  </a:lnTo>
                  <a:lnTo>
                    <a:pt x="562005" y="16733"/>
                  </a:lnTo>
                  <a:lnTo>
                    <a:pt x="543843" y="4489"/>
                  </a:lnTo>
                  <a:lnTo>
                    <a:pt x="521601" y="0"/>
                  </a:lnTo>
                  <a:close/>
                </a:path>
              </a:pathLst>
            </a:custGeom>
            <a:ln w="549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4344" y="2069541"/>
              <a:ext cx="526389" cy="1428673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6420745" y="1985829"/>
            <a:ext cx="584835" cy="1593850"/>
            <a:chOff x="6420745" y="1985829"/>
            <a:chExt cx="584835" cy="1593850"/>
          </a:xfrm>
        </p:grpSpPr>
        <p:sp>
          <p:nvSpPr>
            <p:cNvPr id="16" name="object 16" descr=""/>
            <p:cNvSpPr/>
            <p:nvPr/>
          </p:nvSpPr>
          <p:spPr>
            <a:xfrm>
              <a:off x="6423494" y="1988578"/>
              <a:ext cx="579120" cy="1588135"/>
            </a:xfrm>
            <a:custGeom>
              <a:avLst/>
              <a:gdLst/>
              <a:ahLst/>
              <a:cxnLst/>
              <a:rect l="l" t="t" r="r" b="b"/>
              <a:pathLst>
                <a:path w="579120" h="1588135">
                  <a:moveTo>
                    <a:pt x="521601" y="0"/>
                  </a:moveTo>
                  <a:lnTo>
                    <a:pt x="57137" y="0"/>
                  </a:lnTo>
                  <a:lnTo>
                    <a:pt x="34900" y="4489"/>
                  </a:lnTo>
                  <a:lnTo>
                    <a:pt x="16738" y="16733"/>
                  </a:lnTo>
                  <a:lnTo>
                    <a:pt x="4491" y="34895"/>
                  </a:lnTo>
                  <a:lnTo>
                    <a:pt x="0" y="57137"/>
                  </a:lnTo>
                  <a:lnTo>
                    <a:pt x="0" y="1530819"/>
                  </a:lnTo>
                  <a:lnTo>
                    <a:pt x="4491" y="1553054"/>
                  </a:lnTo>
                  <a:lnTo>
                    <a:pt x="16738" y="1571212"/>
                  </a:lnTo>
                  <a:lnTo>
                    <a:pt x="34900" y="1583455"/>
                  </a:lnTo>
                  <a:lnTo>
                    <a:pt x="57137" y="1587944"/>
                  </a:lnTo>
                  <a:lnTo>
                    <a:pt x="521601" y="1587944"/>
                  </a:lnTo>
                  <a:lnTo>
                    <a:pt x="543843" y="1583455"/>
                  </a:lnTo>
                  <a:lnTo>
                    <a:pt x="562005" y="1571212"/>
                  </a:lnTo>
                  <a:lnTo>
                    <a:pt x="574249" y="1553054"/>
                  </a:lnTo>
                  <a:lnTo>
                    <a:pt x="578739" y="1530819"/>
                  </a:lnTo>
                  <a:lnTo>
                    <a:pt x="578739" y="57137"/>
                  </a:lnTo>
                  <a:lnTo>
                    <a:pt x="574249" y="34895"/>
                  </a:lnTo>
                  <a:lnTo>
                    <a:pt x="562005" y="16733"/>
                  </a:lnTo>
                  <a:lnTo>
                    <a:pt x="543843" y="4489"/>
                  </a:lnTo>
                  <a:lnTo>
                    <a:pt x="521601" y="0"/>
                  </a:lnTo>
                  <a:close/>
                </a:path>
              </a:pathLst>
            </a:custGeom>
            <a:ln w="54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0799" y="2069554"/>
              <a:ext cx="526389" cy="1428661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8804503" y="1988578"/>
            <a:ext cx="579120" cy="1588135"/>
            <a:chOff x="8804503" y="1988578"/>
            <a:chExt cx="579120" cy="1588135"/>
          </a:xfrm>
        </p:grpSpPr>
        <p:sp>
          <p:nvSpPr>
            <p:cNvPr id="19" name="object 19" descr=""/>
            <p:cNvSpPr/>
            <p:nvPr/>
          </p:nvSpPr>
          <p:spPr>
            <a:xfrm>
              <a:off x="8804503" y="1988578"/>
              <a:ext cx="579120" cy="1588135"/>
            </a:xfrm>
            <a:custGeom>
              <a:avLst/>
              <a:gdLst/>
              <a:ahLst/>
              <a:cxnLst/>
              <a:rect l="l" t="t" r="r" b="b"/>
              <a:pathLst>
                <a:path w="579120" h="1588135">
                  <a:moveTo>
                    <a:pt x="521601" y="0"/>
                  </a:moveTo>
                  <a:lnTo>
                    <a:pt x="57137" y="0"/>
                  </a:lnTo>
                  <a:lnTo>
                    <a:pt x="34900" y="4489"/>
                  </a:lnTo>
                  <a:lnTo>
                    <a:pt x="16738" y="16733"/>
                  </a:lnTo>
                  <a:lnTo>
                    <a:pt x="4491" y="34895"/>
                  </a:lnTo>
                  <a:lnTo>
                    <a:pt x="0" y="57137"/>
                  </a:lnTo>
                  <a:lnTo>
                    <a:pt x="0" y="1530819"/>
                  </a:lnTo>
                  <a:lnTo>
                    <a:pt x="4491" y="1553054"/>
                  </a:lnTo>
                  <a:lnTo>
                    <a:pt x="16738" y="1571212"/>
                  </a:lnTo>
                  <a:lnTo>
                    <a:pt x="34900" y="1583455"/>
                  </a:lnTo>
                  <a:lnTo>
                    <a:pt x="57137" y="1587944"/>
                  </a:lnTo>
                  <a:lnTo>
                    <a:pt x="521601" y="1587944"/>
                  </a:lnTo>
                  <a:lnTo>
                    <a:pt x="543843" y="1583455"/>
                  </a:lnTo>
                  <a:lnTo>
                    <a:pt x="562005" y="1571212"/>
                  </a:lnTo>
                  <a:lnTo>
                    <a:pt x="574249" y="1553054"/>
                  </a:lnTo>
                  <a:lnTo>
                    <a:pt x="578739" y="1530819"/>
                  </a:lnTo>
                  <a:lnTo>
                    <a:pt x="578739" y="57137"/>
                  </a:lnTo>
                  <a:lnTo>
                    <a:pt x="574249" y="34895"/>
                  </a:lnTo>
                  <a:lnTo>
                    <a:pt x="562005" y="16733"/>
                  </a:lnTo>
                  <a:lnTo>
                    <a:pt x="543843" y="4489"/>
                  </a:lnTo>
                  <a:lnTo>
                    <a:pt x="5216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31808" y="2069554"/>
              <a:ext cx="526389" cy="1428661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4042486" y="1988566"/>
            <a:ext cx="579120" cy="1588135"/>
            <a:chOff x="4042486" y="1988566"/>
            <a:chExt cx="579120" cy="1588135"/>
          </a:xfrm>
        </p:grpSpPr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42486" y="1988566"/>
              <a:ext cx="578726" cy="158795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27817" y="2604821"/>
              <a:ext cx="159184" cy="88733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1744" y="2063496"/>
              <a:ext cx="262089" cy="19442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069461" y="2150478"/>
              <a:ext cx="526415" cy="20955"/>
            </a:xfrm>
            <a:custGeom>
              <a:avLst/>
              <a:gdLst/>
              <a:ahLst/>
              <a:cxnLst/>
              <a:rect l="l" t="t" r="r" b="b"/>
              <a:pathLst>
                <a:path w="526414" h="20955">
                  <a:moveTo>
                    <a:pt x="112445" y="0"/>
                  </a:moveTo>
                  <a:lnTo>
                    <a:pt x="0" y="8166"/>
                  </a:lnTo>
                  <a:lnTo>
                    <a:pt x="0" y="12280"/>
                  </a:lnTo>
                  <a:lnTo>
                    <a:pt x="112445" y="20447"/>
                  </a:lnTo>
                  <a:lnTo>
                    <a:pt x="112445" y="0"/>
                  </a:lnTo>
                  <a:close/>
                </a:path>
                <a:path w="526414" h="20955">
                  <a:moveTo>
                    <a:pt x="526389" y="8166"/>
                  </a:moveTo>
                  <a:lnTo>
                    <a:pt x="413956" y="0"/>
                  </a:lnTo>
                  <a:lnTo>
                    <a:pt x="413956" y="20447"/>
                  </a:lnTo>
                  <a:lnTo>
                    <a:pt x="526389" y="12280"/>
                  </a:lnTo>
                  <a:lnTo>
                    <a:pt x="526389" y="8166"/>
                  </a:lnTo>
                  <a:close/>
                </a:path>
              </a:pathLst>
            </a:custGeom>
            <a:solidFill>
              <a:srgbClr val="BFBD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197896" y="2293442"/>
              <a:ext cx="269875" cy="256540"/>
            </a:xfrm>
            <a:custGeom>
              <a:avLst/>
              <a:gdLst/>
              <a:ahLst/>
              <a:cxnLst/>
              <a:rect l="l" t="t" r="r" b="b"/>
              <a:pathLst>
                <a:path w="269875" h="256539">
                  <a:moveTo>
                    <a:pt x="265480" y="91998"/>
                  </a:moveTo>
                  <a:lnTo>
                    <a:pt x="3822" y="91998"/>
                  </a:lnTo>
                  <a:lnTo>
                    <a:pt x="2158" y="93649"/>
                  </a:lnTo>
                  <a:lnTo>
                    <a:pt x="1181" y="95935"/>
                  </a:lnTo>
                  <a:lnTo>
                    <a:pt x="901" y="96900"/>
                  </a:lnTo>
                  <a:lnTo>
                    <a:pt x="571" y="97853"/>
                  </a:lnTo>
                  <a:lnTo>
                    <a:pt x="0" y="100266"/>
                  </a:lnTo>
                  <a:lnTo>
                    <a:pt x="368" y="102577"/>
                  </a:lnTo>
                  <a:lnTo>
                    <a:pt x="2120" y="103962"/>
                  </a:lnTo>
                  <a:lnTo>
                    <a:pt x="4787" y="106197"/>
                  </a:lnTo>
                  <a:lnTo>
                    <a:pt x="9347" y="109766"/>
                  </a:lnTo>
                  <a:lnTo>
                    <a:pt x="58712" y="147854"/>
                  </a:lnTo>
                  <a:lnTo>
                    <a:pt x="74599" y="159816"/>
                  </a:lnTo>
                  <a:lnTo>
                    <a:pt x="68779" y="178814"/>
                  </a:lnTo>
                  <a:lnTo>
                    <a:pt x="62266" y="200745"/>
                  </a:lnTo>
                  <a:lnTo>
                    <a:pt x="56084" y="221910"/>
                  </a:lnTo>
                  <a:lnTo>
                    <a:pt x="49656" y="244195"/>
                  </a:lnTo>
                  <a:lnTo>
                    <a:pt x="48818" y="247561"/>
                  </a:lnTo>
                  <a:lnTo>
                    <a:pt x="48221" y="249707"/>
                  </a:lnTo>
                  <a:lnTo>
                    <a:pt x="49275" y="251790"/>
                  </a:lnTo>
                  <a:lnTo>
                    <a:pt x="51155" y="253428"/>
                  </a:lnTo>
                  <a:lnTo>
                    <a:pt x="51981" y="253999"/>
                  </a:lnTo>
                  <a:lnTo>
                    <a:pt x="52793" y="254596"/>
                  </a:lnTo>
                  <a:lnTo>
                    <a:pt x="54902" y="255879"/>
                  </a:lnTo>
                  <a:lnTo>
                    <a:pt x="57226" y="256247"/>
                  </a:lnTo>
                  <a:lnTo>
                    <a:pt x="59093" y="255003"/>
                  </a:lnTo>
                  <a:lnTo>
                    <a:pt x="62039" y="253187"/>
                  </a:lnTo>
                  <a:lnTo>
                    <a:pt x="118348" y="214804"/>
                  </a:lnTo>
                  <a:lnTo>
                    <a:pt x="134645" y="203415"/>
                  </a:lnTo>
                  <a:lnTo>
                    <a:pt x="207794" y="203415"/>
                  </a:lnTo>
                  <a:lnTo>
                    <a:pt x="200504" y="178814"/>
                  </a:lnTo>
                  <a:lnTo>
                    <a:pt x="194690" y="159816"/>
                  </a:lnTo>
                  <a:lnTo>
                    <a:pt x="210572" y="147854"/>
                  </a:lnTo>
                  <a:lnTo>
                    <a:pt x="264502" y="106197"/>
                  </a:lnTo>
                  <a:lnTo>
                    <a:pt x="267157" y="103962"/>
                  </a:lnTo>
                  <a:lnTo>
                    <a:pt x="268897" y="102577"/>
                  </a:lnTo>
                  <a:lnTo>
                    <a:pt x="269290" y="100266"/>
                  </a:lnTo>
                  <a:lnTo>
                    <a:pt x="268719" y="97853"/>
                  </a:lnTo>
                  <a:lnTo>
                    <a:pt x="268389" y="96900"/>
                  </a:lnTo>
                  <a:lnTo>
                    <a:pt x="268109" y="95935"/>
                  </a:lnTo>
                  <a:lnTo>
                    <a:pt x="267144" y="93649"/>
                  </a:lnTo>
                  <a:lnTo>
                    <a:pt x="265480" y="91998"/>
                  </a:lnTo>
                  <a:close/>
                </a:path>
                <a:path w="269875" h="256539">
                  <a:moveTo>
                    <a:pt x="207794" y="203415"/>
                  </a:moveTo>
                  <a:lnTo>
                    <a:pt x="134645" y="203415"/>
                  </a:lnTo>
                  <a:lnTo>
                    <a:pt x="150927" y="214804"/>
                  </a:lnTo>
                  <a:lnTo>
                    <a:pt x="207238" y="253187"/>
                  </a:lnTo>
                  <a:lnTo>
                    <a:pt x="210197" y="255003"/>
                  </a:lnTo>
                  <a:lnTo>
                    <a:pt x="212051" y="256247"/>
                  </a:lnTo>
                  <a:lnTo>
                    <a:pt x="214375" y="255879"/>
                  </a:lnTo>
                  <a:lnTo>
                    <a:pt x="216496" y="254596"/>
                  </a:lnTo>
                  <a:lnTo>
                    <a:pt x="217296" y="253999"/>
                  </a:lnTo>
                  <a:lnTo>
                    <a:pt x="218135" y="253428"/>
                  </a:lnTo>
                  <a:lnTo>
                    <a:pt x="220002" y="251790"/>
                  </a:lnTo>
                  <a:lnTo>
                    <a:pt x="221056" y="249707"/>
                  </a:lnTo>
                  <a:lnTo>
                    <a:pt x="220459" y="247561"/>
                  </a:lnTo>
                  <a:lnTo>
                    <a:pt x="219633" y="244195"/>
                  </a:lnTo>
                  <a:lnTo>
                    <a:pt x="218033" y="238607"/>
                  </a:lnTo>
                  <a:lnTo>
                    <a:pt x="213198" y="221910"/>
                  </a:lnTo>
                  <a:lnTo>
                    <a:pt x="207794" y="203415"/>
                  </a:lnTo>
                  <a:close/>
                </a:path>
                <a:path w="269875" h="256539">
                  <a:moveTo>
                    <a:pt x="138112" y="0"/>
                  </a:moveTo>
                  <a:lnTo>
                    <a:pt x="131165" y="0"/>
                  </a:lnTo>
                  <a:lnTo>
                    <a:pt x="129082" y="1066"/>
                  </a:lnTo>
                  <a:lnTo>
                    <a:pt x="128308" y="3162"/>
                  </a:lnTo>
                  <a:lnTo>
                    <a:pt x="126987" y="6362"/>
                  </a:lnTo>
                  <a:lnTo>
                    <a:pt x="119088" y="28164"/>
                  </a:lnTo>
                  <a:lnTo>
                    <a:pt x="111640" y="48921"/>
                  </a:lnTo>
                  <a:lnTo>
                    <a:pt x="104005" y="70491"/>
                  </a:lnTo>
                  <a:lnTo>
                    <a:pt x="97523" y="89280"/>
                  </a:lnTo>
                  <a:lnTo>
                    <a:pt x="77643" y="89622"/>
                  </a:lnTo>
                  <a:lnTo>
                    <a:pt x="9524" y="91655"/>
                  </a:lnTo>
                  <a:lnTo>
                    <a:pt x="4827" y="91998"/>
                  </a:lnTo>
                  <a:lnTo>
                    <a:pt x="264441" y="91998"/>
                  </a:lnTo>
                  <a:lnTo>
                    <a:pt x="259778" y="91655"/>
                  </a:lnTo>
                  <a:lnTo>
                    <a:pt x="191634" y="89622"/>
                  </a:lnTo>
                  <a:lnTo>
                    <a:pt x="171754" y="89280"/>
                  </a:lnTo>
                  <a:lnTo>
                    <a:pt x="165285" y="70491"/>
                  </a:lnTo>
                  <a:lnTo>
                    <a:pt x="157653" y="48921"/>
                  </a:lnTo>
                  <a:lnTo>
                    <a:pt x="150203" y="28164"/>
                  </a:lnTo>
                  <a:lnTo>
                    <a:pt x="142303" y="6362"/>
                  </a:lnTo>
                  <a:lnTo>
                    <a:pt x="140982" y="3162"/>
                  </a:lnTo>
                  <a:lnTo>
                    <a:pt x="140195" y="1066"/>
                  </a:lnTo>
                  <a:lnTo>
                    <a:pt x="138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6916" y="2302091"/>
              <a:ext cx="251100" cy="238734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4042486" y="4803952"/>
            <a:ext cx="579120" cy="1588135"/>
            <a:chOff x="4042486" y="4803952"/>
            <a:chExt cx="579120" cy="1588135"/>
          </a:xfrm>
        </p:grpSpPr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42486" y="4803952"/>
              <a:ext cx="578726" cy="158794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3949" y="4882769"/>
              <a:ext cx="537667" cy="1428482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2467978" y="4773860"/>
            <a:ext cx="106807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5244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0.0_4_A_PMS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745768" y="4773860"/>
            <a:ext cx="1587500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 dark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blue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background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color.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0.0_4_B_PMS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532273" y="4782568"/>
            <a:ext cx="1402080" cy="630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Mono-colour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endParaRPr sz="600">
              <a:latin typeface="Palatino Linotype"/>
              <a:cs typeface="Palatino Linotype"/>
            </a:endParaRPr>
          </a:p>
          <a:p>
            <a:pPr marL="12700" marR="29209">
              <a:lnSpc>
                <a:spcPct val="132300"/>
              </a:lnSpc>
            </a:pP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72199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0.0_4_E_1COLOR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164420" y="4782568"/>
            <a:ext cx="1402080" cy="630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Mono-colour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endParaRPr sz="600">
              <a:latin typeface="Palatino Linotype"/>
              <a:cs typeface="Palatino Linotype"/>
            </a:endParaRPr>
          </a:p>
          <a:p>
            <a:pPr marL="12700" marR="222885">
              <a:lnSpc>
                <a:spcPct val="132300"/>
              </a:lnSpc>
            </a:pP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0.0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71437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0.0_4_D_1COLOR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64277" y="4802016"/>
            <a:ext cx="584238" cy="1593443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20745" y="4802016"/>
            <a:ext cx="584238" cy="1593443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04503" y="4804765"/>
            <a:ext cx="578739" cy="1587944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9259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15"/>
              <a:t> </a:t>
            </a:r>
            <a:r>
              <a:rPr dirty="0" sz="2600"/>
              <a:t>0.0</a:t>
            </a:r>
            <a:r>
              <a:rPr dirty="0" sz="2600" spc="-190"/>
              <a:t> </a:t>
            </a:r>
            <a:r>
              <a:rPr dirty="0" sz="2600" spc="70"/>
              <a:t>vertical</a:t>
            </a:r>
            <a:r>
              <a:rPr dirty="0" sz="2600" spc="-19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41" name="object 4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50"/>
              <a:t>20</a:t>
            </a:fld>
          </a:p>
        </p:txBody>
      </p:sp>
      <p:sp>
        <p:nvSpPr>
          <p:cNvPr id="40" name="object 40" descr=""/>
          <p:cNvSpPr txBox="1"/>
          <p:nvPr/>
        </p:nvSpPr>
        <p:spPr>
          <a:xfrm>
            <a:off x="5973876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71025" y="2241385"/>
            <a:ext cx="4455160" cy="889000"/>
            <a:chOff x="1071025" y="2241385"/>
            <a:chExt cx="4455160" cy="889000"/>
          </a:xfrm>
        </p:grpSpPr>
        <p:sp>
          <p:nvSpPr>
            <p:cNvPr id="5" name="object 5" descr=""/>
            <p:cNvSpPr/>
            <p:nvPr/>
          </p:nvSpPr>
          <p:spPr>
            <a:xfrm>
              <a:off x="1071016" y="2241384"/>
              <a:ext cx="4455160" cy="889000"/>
            </a:xfrm>
            <a:custGeom>
              <a:avLst/>
              <a:gdLst/>
              <a:ahLst/>
              <a:cxnLst/>
              <a:rect l="l" t="t" r="r" b="b"/>
              <a:pathLst>
                <a:path w="4455160" h="889000">
                  <a:moveTo>
                    <a:pt x="4454918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0" y="882650"/>
                  </a:lnTo>
                  <a:lnTo>
                    <a:pt x="0" y="889000"/>
                  </a:lnTo>
                  <a:lnTo>
                    <a:pt x="4454918" y="889000"/>
                  </a:lnTo>
                  <a:lnTo>
                    <a:pt x="4454918" y="882650"/>
                  </a:lnTo>
                  <a:lnTo>
                    <a:pt x="7035" y="882650"/>
                  </a:lnTo>
                  <a:lnTo>
                    <a:pt x="7035" y="7620"/>
                  </a:lnTo>
                  <a:lnTo>
                    <a:pt x="4447870" y="7620"/>
                  </a:lnTo>
                  <a:lnTo>
                    <a:pt x="4447870" y="882510"/>
                  </a:lnTo>
                  <a:lnTo>
                    <a:pt x="4454918" y="882510"/>
                  </a:lnTo>
                  <a:lnTo>
                    <a:pt x="4454918" y="7620"/>
                  </a:lnTo>
                  <a:lnTo>
                    <a:pt x="4454918" y="7035"/>
                  </a:lnTo>
                  <a:lnTo>
                    <a:pt x="4454918" y="0"/>
                  </a:lnTo>
                  <a:close/>
                </a:path>
              </a:pathLst>
            </a:custGeom>
            <a:solidFill>
              <a:srgbClr val="B3B2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3400" y="2499055"/>
              <a:ext cx="2078240" cy="37281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038191" y="2673515"/>
              <a:ext cx="264160" cy="48260"/>
            </a:xfrm>
            <a:custGeom>
              <a:avLst/>
              <a:gdLst/>
              <a:ahLst/>
              <a:cxnLst/>
              <a:rect l="l" t="t" r="r" b="b"/>
              <a:pathLst>
                <a:path w="264160" h="48260">
                  <a:moveTo>
                    <a:pt x="0" y="0"/>
                  </a:moveTo>
                  <a:lnTo>
                    <a:pt x="0" y="47891"/>
                  </a:lnTo>
                  <a:lnTo>
                    <a:pt x="263550" y="28752"/>
                  </a:lnTo>
                  <a:lnTo>
                    <a:pt x="263550" y="19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D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2847" y="2439936"/>
              <a:ext cx="1459483" cy="485381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078064" y="3653116"/>
            <a:ext cx="4441190" cy="875665"/>
            <a:chOff x="1078064" y="3653116"/>
            <a:chExt cx="4441190" cy="875665"/>
          </a:xfrm>
        </p:grpSpPr>
        <p:sp>
          <p:nvSpPr>
            <p:cNvPr id="10" name="object 10" descr=""/>
            <p:cNvSpPr/>
            <p:nvPr/>
          </p:nvSpPr>
          <p:spPr>
            <a:xfrm>
              <a:off x="1078064" y="3653116"/>
              <a:ext cx="4441190" cy="875665"/>
            </a:xfrm>
            <a:custGeom>
              <a:avLst/>
              <a:gdLst/>
              <a:ahLst/>
              <a:cxnLst/>
              <a:rect l="l" t="t" r="r" b="b"/>
              <a:pathLst>
                <a:path w="4441190" h="875664">
                  <a:moveTo>
                    <a:pt x="4440847" y="0"/>
                  </a:moveTo>
                  <a:lnTo>
                    <a:pt x="0" y="0"/>
                  </a:lnTo>
                  <a:lnTo>
                    <a:pt x="0" y="875474"/>
                  </a:lnTo>
                  <a:lnTo>
                    <a:pt x="4440847" y="875474"/>
                  </a:lnTo>
                  <a:lnTo>
                    <a:pt x="4440847" y="0"/>
                  </a:lnTo>
                  <a:close/>
                </a:path>
              </a:pathLst>
            </a:custGeom>
            <a:solidFill>
              <a:srgbClr val="002F6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3400" y="3903764"/>
              <a:ext cx="2078240" cy="37281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532416" y="3827589"/>
              <a:ext cx="1769745" cy="502920"/>
            </a:xfrm>
            <a:custGeom>
              <a:avLst/>
              <a:gdLst/>
              <a:ahLst/>
              <a:cxnLst/>
              <a:rect l="l" t="t" r="r" b="b"/>
              <a:pathLst>
                <a:path w="1769745" h="502920">
                  <a:moveTo>
                    <a:pt x="516775" y="192824"/>
                  </a:moveTo>
                  <a:lnTo>
                    <a:pt x="515683" y="188201"/>
                  </a:lnTo>
                  <a:lnTo>
                    <a:pt x="515048" y="186359"/>
                  </a:lnTo>
                  <a:lnTo>
                    <a:pt x="514489" y="184518"/>
                  </a:lnTo>
                  <a:lnTo>
                    <a:pt x="512622" y="180136"/>
                  </a:lnTo>
                  <a:lnTo>
                    <a:pt x="509447" y="176974"/>
                  </a:lnTo>
                  <a:lnTo>
                    <a:pt x="505155" y="176796"/>
                  </a:lnTo>
                  <a:lnTo>
                    <a:pt x="498513" y="176301"/>
                  </a:lnTo>
                  <a:lnTo>
                    <a:pt x="367753" y="172415"/>
                  </a:lnTo>
                  <a:lnTo>
                    <a:pt x="329615" y="171742"/>
                  </a:lnTo>
                  <a:lnTo>
                    <a:pt x="317169" y="135699"/>
                  </a:lnTo>
                  <a:lnTo>
                    <a:pt x="302514" y="94310"/>
                  </a:lnTo>
                  <a:lnTo>
                    <a:pt x="288213" y="54483"/>
                  </a:lnTo>
                  <a:lnTo>
                    <a:pt x="273062" y="12649"/>
                  </a:lnTo>
                  <a:lnTo>
                    <a:pt x="270535" y="6464"/>
                  </a:lnTo>
                  <a:lnTo>
                    <a:pt x="269049" y="2463"/>
                  </a:lnTo>
                  <a:lnTo>
                    <a:pt x="265049" y="406"/>
                  </a:lnTo>
                  <a:lnTo>
                    <a:pt x="260311" y="0"/>
                  </a:lnTo>
                  <a:lnTo>
                    <a:pt x="256438" y="0"/>
                  </a:lnTo>
                  <a:lnTo>
                    <a:pt x="251688" y="406"/>
                  </a:lnTo>
                  <a:lnTo>
                    <a:pt x="247700" y="2463"/>
                  </a:lnTo>
                  <a:lnTo>
                    <a:pt x="246202" y="6464"/>
                  </a:lnTo>
                  <a:lnTo>
                    <a:pt x="243674" y="12649"/>
                  </a:lnTo>
                  <a:lnTo>
                    <a:pt x="228523" y="54483"/>
                  </a:lnTo>
                  <a:lnTo>
                    <a:pt x="214223" y="94310"/>
                  </a:lnTo>
                  <a:lnTo>
                    <a:pt x="199567" y="135699"/>
                  </a:lnTo>
                  <a:lnTo>
                    <a:pt x="187147" y="171742"/>
                  </a:lnTo>
                  <a:lnTo>
                    <a:pt x="148767" y="172415"/>
                  </a:lnTo>
                  <a:lnTo>
                    <a:pt x="18237" y="176301"/>
                  </a:lnTo>
                  <a:lnTo>
                    <a:pt x="11277" y="176796"/>
                  </a:lnTo>
                  <a:lnTo>
                    <a:pt x="7302" y="176974"/>
                  </a:lnTo>
                  <a:lnTo>
                    <a:pt x="4114" y="180136"/>
                  </a:lnTo>
                  <a:lnTo>
                    <a:pt x="2247" y="184518"/>
                  </a:lnTo>
                  <a:lnTo>
                    <a:pt x="1701" y="186359"/>
                  </a:lnTo>
                  <a:lnTo>
                    <a:pt x="1054" y="188201"/>
                  </a:lnTo>
                  <a:lnTo>
                    <a:pt x="0" y="192824"/>
                  </a:lnTo>
                  <a:lnTo>
                    <a:pt x="723" y="197256"/>
                  </a:lnTo>
                  <a:lnTo>
                    <a:pt x="4051" y="199923"/>
                  </a:lnTo>
                  <a:lnTo>
                    <a:pt x="9156" y="204241"/>
                  </a:lnTo>
                  <a:lnTo>
                    <a:pt x="112636" y="284175"/>
                  </a:lnTo>
                  <a:lnTo>
                    <a:pt x="143116" y="307111"/>
                  </a:lnTo>
                  <a:lnTo>
                    <a:pt x="131953" y="343585"/>
                  </a:lnTo>
                  <a:lnTo>
                    <a:pt x="119468" y="385686"/>
                  </a:lnTo>
                  <a:lnTo>
                    <a:pt x="107607" y="426300"/>
                  </a:lnTo>
                  <a:lnTo>
                    <a:pt x="95262" y="469023"/>
                  </a:lnTo>
                  <a:lnTo>
                    <a:pt x="93675" y="475500"/>
                  </a:lnTo>
                  <a:lnTo>
                    <a:pt x="92532" y="479628"/>
                  </a:lnTo>
                  <a:lnTo>
                    <a:pt x="94538" y="483628"/>
                  </a:lnTo>
                  <a:lnTo>
                    <a:pt x="98158" y="486752"/>
                  </a:lnTo>
                  <a:lnTo>
                    <a:pt x="99758" y="487857"/>
                  </a:lnTo>
                  <a:lnTo>
                    <a:pt x="101282" y="489013"/>
                  </a:lnTo>
                  <a:lnTo>
                    <a:pt x="105359" y="491477"/>
                  </a:lnTo>
                  <a:lnTo>
                    <a:pt x="109791" y="492163"/>
                  </a:lnTo>
                  <a:lnTo>
                    <a:pt x="113360" y="489800"/>
                  </a:lnTo>
                  <a:lnTo>
                    <a:pt x="119062" y="486295"/>
                  </a:lnTo>
                  <a:lnTo>
                    <a:pt x="227101" y="412648"/>
                  </a:lnTo>
                  <a:lnTo>
                    <a:pt x="258381" y="390766"/>
                  </a:lnTo>
                  <a:lnTo>
                    <a:pt x="289636" y="412648"/>
                  </a:lnTo>
                  <a:lnTo>
                    <a:pt x="397700" y="486295"/>
                  </a:lnTo>
                  <a:lnTo>
                    <a:pt x="403390" y="489800"/>
                  </a:lnTo>
                  <a:lnTo>
                    <a:pt x="406946" y="492163"/>
                  </a:lnTo>
                  <a:lnTo>
                    <a:pt x="411391" y="491477"/>
                  </a:lnTo>
                  <a:lnTo>
                    <a:pt x="415467" y="489013"/>
                  </a:lnTo>
                  <a:lnTo>
                    <a:pt x="417004" y="487857"/>
                  </a:lnTo>
                  <a:lnTo>
                    <a:pt x="418592" y="486752"/>
                  </a:lnTo>
                  <a:lnTo>
                    <a:pt x="422198" y="483628"/>
                  </a:lnTo>
                  <a:lnTo>
                    <a:pt x="424218" y="479628"/>
                  </a:lnTo>
                  <a:lnTo>
                    <a:pt x="423075" y="475500"/>
                  </a:lnTo>
                  <a:lnTo>
                    <a:pt x="421474" y="469023"/>
                  </a:lnTo>
                  <a:lnTo>
                    <a:pt x="409117" y="426300"/>
                  </a:lnTo>
                  <a:lnTo>
                    <a:pt x="397256" y="385686"/>
                  </a:lnTo>
                  <a:lnTo>
                    <a:pt x="384771" y="343585"/>
                  </a:lnTo>
                  <a:lnTo>
                    <a:pt x="373634" y="307111"/>
                  </a:lnTo>
                  <a:lnTo>
                    <a:pt x="404101" y="284175"/>
                  </a:lnTo>
                  <a:lnTo>
                    <a:pt x="507580" y="204241"/>
                  </a:lnTo>
                  <a:lnTo>
                    <a:pt x="512686" y="199923"/>
                  </a:lnTo>
                  <a:lnTo>
                    <a:pt x="516039" y="197256"/>
                  </a:lnTo>
                  <a:lnTo>
                    <a:pt x="516775" y="192824"/>
                  </a:lnTo>
                  <a:close/>
                </a:path>
                <a:path w="1769745" h="502920">
                  <a:moveTo>
                    <a:pt x="799134" y="250621"/>
                  </a:moveTo>
                  <a:lnTo>
                    <a:pt x="535584" y="269735"/>
                  </a:lnTo>
                  <a:lnTo>
                    <a:pt x="535584" y="279374"/>
                  </a:lnTo>
                  <a:lnTo>
                    <a:pt x="799134" y="298526"/>
                  </a:lnTo>
                  <a:lnTo>
                    <a:pt x="799134" y="250621"/>
                  </a:lnTo>
                  <a:close/>
                </a:path>
                <a:path w="1769745" h="502920">
                  <a:moveTo>
                    <a:pt x="1113256" y="187388"/>
                  </a:moveTo>
                  <a:lnTo>
                    <a:pt x="1103947" y="136105"/>
                  </a:lnTo>
                  <a:lnTo>
                    <a:pt x="1076045" y="96126"/>
                  </a:lnTo>
                  <a:lnTo>
                    <a:pt x="1037018" y="72542"/>
                  </a:lnTo>
                  <a:lnTo>
                    <a:pt x="1037018" y="187388"/>
                  </a:lnTo>
                  <a:lnTo>
                    <a:pt x="1037018" y="361797"/>
                  </a:lnTo>
                  <a:lnTo>
                    <a:pt x="1036269" y="372795"/>
                  </a:lnTo>
                  <a:lnTo>
                    <a:pt x="1036256" y="373024"/>
                  </a:lnTo>
                  <a:lnTo>
                    <a:pt x="1033805" y="383667"/>
                  </a:lnTo>
                  <a:lnTo>
                    <a:pt x="1007872" y="413245"/>
                  </a:lnTo>
                  <a:lnTo>
                    <a:pt x="987704" y="417017"/>
                  </a:lnTo>
                  <a:lnTo>
                    <a:pt x="977226" y="416077"/>
                  </a:lnTo>
                  <a:lnTo>
                    <a:pt x="977087" y="416077"/>
                  </a:lnTo>
                  <a:lnTo>
                    <a:pt x="945451" y="393280"/>
                  </a:lnTo>
                  <a:lnTo>
                    <a:pt x="938618" y="373024"/>
                  </a:lnTo>
                  <a:lnTo>
                    <a:pt x="938555" y="372795"/>
                  </a:lnTo>
                  <a:lnTo>
                    <a:pt x="937780" y="361797"/>
                  </a:lnTo>
                  <a:lnTo>
                    <a:pt x="937780" y="187388"/>
                  </a:lnTo>
                  <a:lnTo>
                    <a:pt x="951484" y="147586"/>
                  </a:lnTo>
                  <a:lnTo>
                    <a:pt x="987704" y="132168"/>
                  </a:lnTo>
                  <a:lnTo>
                    <a:pt x="998397" y="133134"/>
                  </a:lnTo>
                  <a:lnTo>
                    <a:pt x="1008354" y="136105"/>
                  </a:lnTo>
                  <a:lnTo>
                    <a:pt x="1008126" y="136105"/>
                  </a:lnTo>
                  <a:lnTo>
                    <a:pt x="1016292" y="140677"/>
                  </a:lnTo>
                  <a:lnTo>
                    <a:pt x="1036256" y="176174"/>
                  </a:lnTo>
                  <a:lnTo>
                    <a:pt x="1037018" y="187388"/>
                  </a:lnTo>
                  <a:lnTo>
                    <a:pt x="1037018" y="72542"/>
                  </a:lnTo>
                  <a:lnTo>
                    <a:pt x="1036231" y="72161"/>
                  </a:lnTo>
                  <a:lnTo>
                    <a:pt x="1013053" y="66167"/>
                  </a:lnTo>
                  <a:lnTo>
                    <a:pt x="987704" y="64160"/>
                  </a:lnTo>
                  <a:lnTo>
                    <a:pt x="962342" y="66167"/>
                  </a:lnTo>
                  <a:lnTo>
                    <a:pt x="918159" y="82156"/>
                  </a:lnTo>
                  <a:lnTo>
                    <a:pt x="882815" y="114706"/>
                  </a:lnTo>
                  <a:lnTo>
                    <a:pt x="863917" y="160337"/>
                  </a:lnTo>
                  <a:lnTo>
                    <a:pt x="861555" y="187388"/>
                  </a:lnTo>
                  <a:lnTo>
                    <a:pt x="861555" y="361797"/>
                  </a:lnTo>
                  <a:lnTo>
                    <a:pt x="869607" y="408355"/>
                  </a:lnTo>
                  <a:lnTo>
                    <a:pt x="899350" y="453059"/>
                  </a:lnTo>
                  <a:lnTo>
                    <a:pt x="939165" y="477024"/>
                  </a:lnTo>
                  <a:lnTo>
                    <a:pt x="987704" y="485013"/>
                  </a:lnTo>
                  <a:lnTo>
                    <a:pt x="1013053" y="483019"/>
                  </a:lnTo>
                  <a:lnTo>
                    <a:pt x="1057224" y="467042"/>
                  </a:lnTo>
                  <a:lnTo>
                    <a:pt x="1092314" y="434492"/>
                  </a:lnTo>
                  <a:lnTo>
                    <a:pt x="1110919" y="388861"/>
                  </a:lnTo>
                  <a:lnTo>
                    <a:pt x="1113256" y="361797"/>
                  </a:lnTo>
                  <a:lnTo>
                    <a:pt x="1113256" y="187388"/>
                  </a:lnTo>
                  <a:close/>
                </a:path>
                <a:path w="1769745" h="502920">
                  <a:moveTo>
                    <a:pt x="1129753" y="371144"/>
                  </a:moveTo>
                  <a:lnTo>
                    <a:pt x="1128877" y="371424"/>
                  </a:lnTo>
                  <a:lnTo>
                    <a:pt x="1128382" y="371741"/>
                  </a:lnTo>
                  <a:lnTo>
                    <a:pt x="1128306" y="373519"/>
                  </a:lnTo>
                  <a:lnTo>
                    <a:pt x="1126172" y="391007"/>
                  </a:lnTo>
                  <a:lnTo>
                    <a:pt x="1103769" y="442620"/>
                  </a:lnTo>
                  <a:lnTo>
                    <a:pt x="1054823" y="480288"/>
                  </a:lnTo>
                  <a:lnTo>
                    <a:pt x="987704" y="494118"/>
                  </a:lnTo>
                  <a:lnTo>
                    <a:pt x="952665" y="490550"/>
                  </a:lnTo>
                  <a:lnTo>
                    <a:pt x="893000" y="464070"/>
                  </a:lnTo>
                  <a:lnTo>
                    <a:pt x="860971" y="425678"/>
                  </a:lnTo>
                  <a:lnTo>
                    <a:pt x="847102" y="373519"/>
                  </a:lnTo>
                  <a:lnTo>
                    <a:pt x="847026" y="371741"/>
                  </a:lnTo>
                  <a:lnTo>
                    <a:pt x="846531" y="371424"/>
                  </a:lnTo>
                  <a:lnTo>
                    <a:pt x="845642" y="371144"/>
                  </a:lnTo>
                  <a:lnTo>
                    <a:pt x="845718" y="373519"/>
                  </a:lnTo>
                  <a:lnTo>
                    <a:pt x="847661" y="393001"/>
                  </a:lnTo>
                  <a:lnTo>
                    <a:pt x="859637" y="432193"/>
                  </a:lnTo>
                  <a:lnTo>
                    <a:pt x="892746" y="472655"/>
                  </a:lnTo>
                  <a:lnTo>
                    <a:pt x="952627" y="498906"/>
                  </a:lnTo>
                  <a:lnTo>
                    <a:pt x="987704" y="502437"/>
                  </a:lnTo>
                  <a:lnTo>
                    <a:pt x="1022769" y="498906"/>
                  </a:lnTo>
                  <a:lnTo>
                    <a:pt x="1037958" y="494118"/>
                  </a:lnTo>
                  <a:lnTo>
                    <a:pt x="1054976" y="488759"/>
                  </a:lnTo>
                  <a:lnTo>
                    <a:pt x="1104087" y="451256"/>
                  </a:lnTo>
                  <a:lnTo>
                    <a:pt x="1123353" y="412686"/>
                  </a:lnTo>
                  <a:lnTo>
                    <a:pt x="1129677" y="373519"/>
                  </a:lnTo>
                  <a:lnTo>
                    <a:pt x="1129753" y="371144"/>
                  </a:lnTo>
                  <a:close/>
                </a:path>
                <a:path w="1769745" h="502920">
                  <a:moveTo>
                    <a:pt x="1129753" y="178041"/>
                  </a:moveTo>
                  <a:lnTo>
                    <a:pt x="1123353" y="136512"/>
                  </a:lnTo>
                  <a:lnTo>
                    <a:pt x="1104087" y="97929"/>
                  </a:lnTo>
                  <a:lnTo>
                    <a:pt x="1054976" y="60439"/>
                  </a:lnTo>
                  <a:lnTo>
                    <a:pt x="987704" y="46748"/>
                  </a:lnTo>
                  <a:lnTo>
                    <a:pt x="952627" y="50292"/>
                  </a:lnTo>
                  <a:lnTo>
                    <a:pt x="892746" y="76542"/>
                  </a:lnTo>
                  <a:lnTo>
                    <a:pt x="859637" y="117005"/>
                  </a:lnTo>
                  <a:lnTo>
                    <a:pt x="847661" y="156197"/>
                  </a:lnTo>
                  <a:lnTo>
                    <a:pt x="845642" y="178041"/>
                  </a:lnTo>
                  <a:lnTo>
                    <a:pt x="846531" y="177761"/>
                  </a:lnTo>
                  <a:lnTo>
                    <a:pt x="847026" y="177444"/>
                  </a:lnTo>
                  <a:lnTo>
                    <a:pt x="847090" y="175755"/>
                  </a:lnTo>
                  <a:lnTo>
                    <a:pt x="849223" y="158191"/>
                  </a:lnTo>
                  <a:lnTo>
                    <a:pt x="871626" y="106565"/>
                  </a:lnTo>
                  <a:lnTo>
                    <a:pt x="920559" y="68910"/>
                  </a:lnTo>
                  <a:lnTo>
                    <a:pt x="987704" y="55067"/>
                  </a:lnTo>
                  <a:lnTo>
                    <a:pt x="1022718" y="58648"/>
                  </a:lnTo>
                  <a:lnTo>
                    <a:pt x="1082382" y="85115"/>
                  </a:lnTo>
                  <a:lnTo>
                    <a:pt x="1114412" y="123507"/>
                  </a:lnTo>
                  <a:lnTo>
                    <a:pt x="1128306" y="175755"/>
                  </a:lnTo>
                  <a:lnTo>
                    <a:pt x="1128382" y="177444"/>
                  </a:lnTo>
                  <a:lnTo>
                    <a:pt x="1128877" y="177761"/>
                  </a:lnTo>
                  <a:lnTo>
                    <a:pt x="1129753" y="178041"/>
                  </a:lnTo>
                  <a:close/>
                </a:path>
                <a:path w="1769745" h="502920">
                  <a:moveTo>
                    <a:pt x="1180045" y="448068"/>
                  </a:moveTo>
                  <a:lnTo>
                    <a:pt x="1172616" y="440626"/>
                  </a:lnTo>
                  <a:lnTo>
                    <a:pt x="1132344" y="440626"/>
                  </a:lnTo>
                  <a:lnTo>
                    <a:pt x="1124915" y="448068"/>
                  </a:lnTo>
                  <a:lnTo>
                    <a:pt x="1124915" y="488327"/>
                  </a:lnTo>
                  <a:lnTo>
                    <a:pt x="1132344" y="495757"/>
                  </a:lnTo>
                  <a:lnTo>
                    <a:pt x="1163523" y="495757"/>
                  </a:lnTo>
                  <a:lnTo>
                    <a:pt x="1172616" y="495757"/>
                  </a:lnTo>
                  <a:lnTo>
                    <a:pt x="1180045" y="488327"/>
                  </a:lnTo>
                  <a:lnTo>
                    <a:pt x="1180045" y="448068"/>
                  </a:lnTo>
                  <a:close/>
                </a:path>
                <a:path w="1769745" h="502920">
                  <a:moveTo>
                    <a:pt x="1443405" y="187388"/>
                  </a:moveTo>
                  <a:lnTo>
                    <a:pt x="1434096" y="136105"/>
                  </a:lnTo>
                  <a:lnTo>
                    <a:pt x="1406194" y="96126"/>
                  </a:lnTo>
                  <a:lnTo>
                    <a:pt x="1367167" y="72542"/>
                  </a:lnTo>
                  <a:lnTo>
                    <a:pt x="1367167" y="187388"/>
                  </a:lnTo>
                  <a:lnTo>
                    <a:pt x="1367167" y="361797"/>
                  </a:lnTo>
                  <a:lnTo>
                    <a:pt x="1366418" y="372795"/>
                  </a:lnTo>
                  <a:lnTo>
                    <a:pt x="1366405" y="373024"/>
                  </a:lnTo>
                  <a:lnTo>
                    <a:pt x="1363954" y="383667"/>
                  </a:lnTo>
                  <a:lnTo>
                    <a:pt x="1338008" y="413245"/>
                  </a:lnTo>
                  <a:lnTo>
                    <a:pt x="1317840" y="417017"/>
                  </a:lnTo>
                  <a:lnTo>
                    <a:pt x="1307363" y="416077"/>
                  </a:lnTo>
                  <a:lnTo>
                    <a:pt x="1307223" y="416077"/>
                  </a:lnTo>
                  <a:lnTo>
                    <a:pt x="1275600" y="393280"/>
                  </a:lnTo>
                  <a:lnTo>
                    <a:pt x="1268768" y="373024"/>
                  </a:lnTo>
                  <a:lnTo>
                    <a:pt x="1268704" y="372795"/>
                  </a:lnTo>
                  <a:lnTo>
                    <a:pt x="1267929" y="361797"/>
                  </a:lnTo>
                  <a:lnTo>
                    <a:pt x="1267929" y="187388"/>
                  </a:lnTo>
                  <a:lnTo>
                    <a:pt x="1281633" y="147586"/>
                  </a:lnTo>
                  <a:lnTo>
                    <a:pt x="1317840" y="132168"/>
                  </a:lnTo>
                  <a:lnTo>
                    <a:pt x="1328547" y="133134"/>
                  </a:lnTo>
                  <a:lnTo>
                    <a:pt x="1338503" y="136105"/>
                  </a:lnTo>
                  <a:lnTo>
                    <a:pt x="1338275" y="136105"/>
                  </a:lnTo>
                  <a:lnTo>
                    <a:pt x="1346428" y="140677"/>
                  </a:lnTo>
                  <a:lnTo>
                    <a:pt x="1366405" y="176174"/>
                  </a:lnTo>
                  <a:lnTo>
                    <a:pt x="1367167" y="187388"/>
                  </a:lnTo>
                  <a:lnTo>
                    <a:pt x="1367167" y="72542"/>
                  </a:lnTo>
                  <a:lnTo>
                    <a:pt x="1366380" y="72161"/>
                  </a:lnTo>
                  <a:lnTo>
                    <a:pt x="1343190" y="66167"/>
                  </a:lnTo>
                  <a:lnTo>
                    <a:pt x="1317840" y="64160"/>
                  </a:lnTo>
                  <a:lnTo>
                    <a:pt x="1292479" y="66167"/>
                  </a:lnTo>
                  <a:lnTo>
                    <a:pt x="1248308" y="82156"/>
                  </a:lnTo>
                  <a:lnTo>
                    <a:pt x="1212951" y="114706"/>
                  </a:lnTo>
                  <a:lnTo>
                    <a:pt x="1194054" y="160337"/>
                  </a:lnTo>
                  <a:lnTo>
                    <a:pt x="1191704" y="187388"/>
                  </a:lnTo>
                  <a:lnTo>
                    <a:pt x="1191704" y="361797"/>
                  </a:lnTo>
                  <a:lnTo>
                    <a:pt x="1199756" y="408355"/>
                  </a:lnTo>
                  <a:lnTo>
                    <a:pt x="1229487" y="453059"/>
                  </a:lnTo>
                  <a:lnTo>
                    <a:pt x="1269301" y="477024"/>
                  </a:lnTo>
                  <a:lnTo>
                    <a:pt x="1317840" y="485013"/>
                  </a:lnTo>
                  <a:lnTo>
                    <a:pt x="1343190" y="483019"/>
                  </a:lnTo>
                  <a:lnTo>
                    <a:pt x="1387373" y="467042"/>
                  </a:lnTo>
                  <a:lnTo>
                    <a:pt x="1422463" y="434492"/>
                  </a:lnTo>
                  <a:lnTo>
                    <a:pt x="1431950" y="417017"/>
                  </a:lnTo>
                  <a:lnTo>
                    <a:pt x="1434007" y="413245"/>
                  </a:lnTo>
                  <a:lnTo>
                    <a:pt x="1435404" y="408520"/>
                  </a:lnTo>
                  <a:lnTo>
                    <a:pt x="1441069" y="388861"/>
                  </a:lnTo>
                  <a:lnTo>
                    <a:pt x="1443405" y="361797"/>
                  </a:lnTo>
                  <a:lnTo>
                    <a:pt x="1443405" y="187388"/>
                  </a:lnTo>
                  <a:close/>
                </a:path>
                <a:path w="1769745" h="502920">
                  <a:moveTo>
                    <a:pt x="1459915" y="371144"/>
                  </a:moveTo>
                  <a:lnTo>
                    <a:pt x="1459039" y="371424"/>
                  </a:lnTo>
                  <a:lnTo>
                    <a:pt x="1458531" y="371741"/>
                  </a:lnTo>
                  <a:lnTo>
                    <a:pt x="1458455" y="373519"/>
                  </a:lnTo>
                  <a:lnTo>
                    <a:pt x="1456321" y="391007"/>
                  </a:lnTo>
                  <a:lnTo>
                    <a:pt x="1433931" y="442620"/>
                  </a:lnTo>
                  <a:lnTo>
                    <a:pt x="1384985" y="480288"/>
                  </a:lnTo>
                  <a:lnTo>
                    <a:pt x="1317853" y="494118"/>
                  </a:lnTo>
                  <a:lnTo>
                    <a:pt x="1282827" y="490550"/>
                  </a:lnTo>
                  <a:lnTo>
                    <a:pt x="1223162" y="464070"/>
                  </a:lnTo>
                  <a:lnTo>
                    <a:pt x="1191133" y="425678"/>
                  </a:lnTo>
                  <a:lnTo>
                    <a:pt x="1177251" y="373519"/>
                  </a:lnTo>
                  <a:lnTo>
                    <a:pt x="1177175" y="371741"/>
                  </a:lnTo>
                  <a:lnTo>
                    <a:pt x="1176680" y="371424"/>
                  </a:lnTo>
                  <a:lnTo>
                    <a:pt x="1175804" y="371144"/>
                  </a:lnTo>
                  <a:lnTo>
                    <a:pt x="1175867" y="373519"/>
                  </a:lnTo>
                  <a:lnTo>
                    <a:pt x="1177823" y="393001"/>
                  </a:lnTo>
                  <a:lnTo>
                    <a:pt x="1189799" y="432193"/>
                  </a:lnTo>
                  <a:lnTo>
                    <a:pt x="1222908" y="472655"/>
                  </a:lnTo>
                  <a:lnTo>
                    <a:pt x="1282776" y="498906"/>
                  </a:lnTo>
                  <a:lnTo>
                    <a:pt x="1317853" y="502437"/>
                  </a:lnTo>
                  <a:lnTo>
                    <a:pt x="1352931" y="498906"/>
                  </a:lnTo>
                  <a:lnTo>
                    <a:pt x="1368120" y="494118"/>
                  </a:lnTo>
                  <a:lnTo>
                    <a:pt x="1385138" y="488759"/>
                  </a:lnTo>
                  <a:lnTo>
                    <a:pt x="1434249" y="451256"/>
                  </a:lnTo>
                  <a:lnTo>
                    <a:pt x="1453515" y="412686"/>
                  </a:lnTo>
                  <a:lnTo>
                    <a:pt x="1459839" y="373519"/>
                  </a:lnTo>
                  <a:lnTo>
                    <a:pt x="1459915" y="371144"/>
                  </a:lnTo>
                  <a:close/>
                </a:path>
                <a:path w="1769745" h="502920">
                  <a:moveTo>
                    <a:pt x="1459915" y="178041"/>
                  </a:moveTo>
                  <a:lnTo>
                    <a:pt x="1453515" y="136512"/>
                  </a:lnTo>
                  <a:lnTo>
                    <a:pt x="1434249" y="97929"/>
                  </a:lnTo>
                  <a:lnTo>
                    <a:pt x="1385138" y="60439"/>
                  </a:lnTo>
                  <a:lnTo>
                    <a:pt x="1317853" y="46748"/>
                  </a:lnTo>
                  <a:lnTo>
                    <a:pt x="1282776" y="50292"/>
                  </a:lnTo>
                  <a:lnTo>
                    <a:pt x="1222908" y="76542"/>
                  </a:lnTo>
                  <a:lnTo>
                    <a:pt x="1189799" y="117005"/>
                  </a:lnTo>
                  <a:lnTo>
                    <a:pt x="1177823" y="156197"/>
                  </a:lnTo>
                  <a:lnTo>
                    <a:pt x="1175804" y="178041"/>
                  </a:lnTo>
                  <a:lnTo>
                    <a:pt x="1176680" y="177761"/>
                  </a:lnTo>
                  <a:lnTo>
                    <a:pt x="1177175" y="177444"/>
                  </a:lnTo>
                  <a:lnTo>
                    <a:pt x="1177239" y="175755"/>
                  </a:lnTo>
                  <a:lnTo>
                    <a:pt x="1179372" y="158191"/>
                  </a:lnTo>
                  <a:lnTo>
                    <a:pt x="1201788" y="106565"/>
                  </a:lnTo>
                  <a:lnTo>
                    <a:pt x="1250721" y="68910"/>
                  </a:lnTo>
                  <a:lnTo>
                    <a:pt x="1317853" y="55067"/>
                  </a:lnTo>
                  <a:lnTo>
                    <a:pt x="1352880" y="58648"/>
                  </a:lnTo>
                  <a:lnTo>
                    <a:pt x="1412544" y="85115"/>
                  </a:lnTo>
                  <a:lnTo>
                    <a:pt x="1444574" y="123507"/>
                  </a:lnTo>
                  <a:lnTo>
                    <a:pt x="1458455" y="175755"/>
                  </a:lnTo>
                  <a:lnTo>
                    <a:pt x="1458531" y="177444"/>
                  </a:lnTo>
                  <a:lnTo>
                    <a:pt x="1459039" y="177761"/>
                  </a:lnTo>
                  <a:lnTo>
                    <a:pt x="1459915" y="178041"/>
                  </a:lnTo>
                  <a:close/>
                </a:path>
                <a:path w="1769745" h="502920">
                  <a:moveTo>
                    <a:pt x="1769325" y="269735"/>
                  </a:moveTo>
                  <a:lnTo>
                    <a:pt x="1505775" y="250621"/>
                  </a:lnTo>
                  <a:lnTo>
                    <a:pt x="1505775" y="298526"/>
                  </a:lnTo>
                  <a:lnTo>
                    <a:pt x="1769325" y="279374"/>
                  </a:lnTo>
                  <a:lnTo>
                    <a:pt x="1769325" y="269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49754" y="3844353"/>
              <a:ext cx="482600" cy="458470"/>
            </a:xfrm>
            <a:custGeom>
              <a:avLst/>
              <a:gdLst/>
              <a:ahLst/>
              <a:cxnLst/>
              <a:rect l="l" t="t" r="r" b="b"/>
              <a:pathLst>
                <a:path w="482600" h="458470">
                  <a:moveTo>
                    <a:pt x="481326" y="173405"/>
                  </a:moveTo>
                  <a:lnTo>
                    <a:pt x="758" y="173405"/>
                  </a:lnTo>
                  <a:lnTo>
                    <a:pt x="428" y="174218"/>
                  </a:lnTo>
                  <a:lnTo>
                    <a:pt x="85" y="175272"/>
                  </a:lnTo>
                  <a:lnTo>
                    <a:pt x="0" y="176441"/>
                  </a:lnTo>
                  <a:lnTo>
                    <a:pt x="238" y="176631"/>
                  </a:lnTo>
                  <a:lnTo>
                    <a:pt x="147367" y="283337"/>
                  </a:lnTo>
                  <a:lnTo>
                    <a:pt x="91119" y="456069"/>
                  </a:lnTo>
                  <a:lnTo>
                    <a:pt x="91119" y="456692"/>
                  </a:lnTo>
                  <a:lnTo>
                    <a:pt x="91373" y="456882"/>
                  </a:lnTo>
                  <a:lnTo>
                    <a:pt x="91792" y="457250"/>
                  </a:lnTo>
                  <a:lnTo>
                    <a:pt x="92681" y="457885"/>
                  </a:lnTo>
                  <a:lnTo>
                    <a:pt x="93151" y="458165"/>
                  </a:lnTo>
                  <a:lnTo>
                    <a:pt x="93405" y="458355"/>
                  </a:lnTo>
                  <a:lnTo>
                    <a:pt x="93760" y="458355"/>
                  </a:lnTo>
                  <a:lnTo>
                    <a:pt x="241042" y="351345"/>
                  </a:lnTo>
                  <a:lnTo>
                    <a:pt x="356879" y="351345"/>
                  </a:lnTo>
                  <a:lnTo>
                    <a:pt x="334734" y="283337"/>
                  </a:lnTo>
                  <a:lnTo>
                    <a:pt x="482088" y="176441"/>
                  </a:lnTo>
                  <a:lnTo>
                    <a:pt x="481999" y="175272"/>
                  </a:lnTo>
                  <a:lnTo>
                    <a:pt x="481657" y="174218"/>
                  </a:lnTo>
                  <a:lnTo>
                    <a:pt x="481428" y="173723"/>
                  </a:lnTo>
                  <a:lnTo>
                    <a:pt x="481326" y="173405"/>
                  </a:lnTo>
                  <a:close/>
                </a:path>
                <a:path w="482600" h="458470">
                  <a:moveTo>
                    <a:pt x="356879" y="351345"/>
                  </a:moveTo>
                  <a:lnTo>
                    <a:pt x="241042" y="351345"/>
                  </a:lnTo>
                  <a:lnTo>
                    <a:pt x="388324" y="458355"/>
                  </a:lnTo>
                  <a:lnTo>
                    <a:pt x="388667" y="458355"/>
                  </a:lnTo>
                  <a:lnTo>
                    <a:pt x="388934" y="458165"/>
                  </a:lnTo>
                  <a:lnTo>
                    <a:pt x="389404" y="457885"/>
                  </a:lnTo>
                  <a:lnTo>
                    <a:pt x="390288" y="457250"/>
                  </a:lnTo>
                  <a:lnTo>
                    <a:pt x="390712" y="456882"/>
                  </a:lnTo>
                  <a:lnTo>
                    <a:pt x="390979" y="456692"/>
                  </a:lnTo>
                  <a:lnTo>
                    <a:pt x="390979" y="456069"/>
                  </a:lnTo>
                  <a:lnTo>
                    <a:pt x="356879" y="351345"/>
                  </a:lnTo>
                  <a:close/>
                </a:path>
                <a:path w="482600" h="458470">
                  <a:moveTo>
                    <a:pt x="242452" y="0"/>
                  </a:moveTo>
                  <a:lnTo>
                    <a:pt x="239607" y="0"/>
                  </a:lnTo>
                  <a:lnTo>
                    <a:pt x="239341" y="228"/>
                  </a:lnTo>
                  <a:lnTo>
                    <a:pt x="183106" y="173405"/>
                  </a:lnTo>
                  <a:lnTo>
                    <a:pt x="298966" y="173405"/>
                  </a:lnTo>
                  <a:lnTo>
                    <a:pt x="242833" y="520"/>
                  </a:lnTo>
                  <a:lnTo>
                    <a:pt x="242744" y="228"/>
                  </a:lnTo>
                  <a:lnTo>
                    <a:pt x="242452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067300" y="1247597"/>
            <a:ext cx="5581015" cy="727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Palatino Linotype"/>
              <a:cs typeface="Palatino Linotype"/>
            </a:endParaRPr>
          </a:p>
          <a:p>
            <a:pPr marL="12700" marR="530225">
              <a:lnSpc>
                <a:spcPct val="135400"/>
              </a:lnSpc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items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a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hight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width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ratio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higher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than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1:5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special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has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been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developed.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12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Fridgepack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cans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can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Trays.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69494" y="3513712"/>
            <a:ext cx="4791056" cy="329006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12265" y="898550"/>
            <a:ext cx="2493189" cy="2561450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063699" y="3425761"/>
            <a:ext cx="4441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Exception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for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Trays: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white,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on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blue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background Pantone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294C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01305" y="777697"/>
            <a:ext cx="52724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5714" sz="2100" b="1">
                <a:solidFill>
                  <a:srgbClr val="007F2D"/>
                </a:solidFill>
                <a:latin typeface="Bookman Old Style"/>
                <a:cs typeface="Bookman Old Style"/>
              </a:rPr>
              <a:t>®</a:t>
            </a:r>
            <a:r>
              <a:rPr dirty="0" baseline="35714" sz="2100" spc="33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0.0</a:t>
            </a:r>
            <a:r>
              <a:rPr dirty="0" sz="2600" spc="-18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60" b="1">
                <a:solidFill>
                  <a:srgbClr val="007F2D"/>
                </a:solidFill>
                <a:latin typeface="Bookman Old Style"/>
                <a:cs typeface="Bookman Old Style"/>
              </a:rPr>
              <a:t>horizontal</a:t>
            </a:r>
            <a:r>
              <a:rPr dirty="0" sz="2600" spc="-185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50" b="1">
                <a:solidFill>
                  <a:srgbClr val="007F2D"/>
                </a:solidFill>
                <a:latin typeface="Bookman Old Style"/>
                <a:cs typeface="Bookman Old Style"/>
              </a:rPr>
              <a:t>logo</a:t>
            </a:r>
            <a:endParaRPr sz="2600">
              <a:latin typeface="Bookman Old Style"/>
              <a:cs typeface="Bookman Old Style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914403" y="194449"/>
            <a:ext cx="2203450" cy="417830"/>
          </a:xfrm>
          <a:custGeom>
            <a:avLst/>
            <a:gdLst/>
            <a:ahLst/>
            <a:cxnLst/>
            <a:rect l="l" t="t" r="r" b="b"/>
            <a:pathLst>
              <a:path w="2203450" h="417830">
                <a:moveTo>
                  <a:pt x="2131199" y="0"/>
                </a:moveTo>
                <a:lnTo>
                  <a:pt x="71996" y="0"/>
                </a:ln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345541"/>
                </a:lnTo>
                <a:lnTo>
                  <a:pt x="1124" y="387171"/>
                </a:lnTo>
                <a:lnTo>
                  <a:pt x="8999" y="408549"/>
                </a:lnTo>
                <a:lnTo>
                  <a:pt x="30373" y="416425"/>
                </a:lnTo>
                <a:lnTo>
                  <a:pt x="71996" y="417550"/>
                </a:lnTo>
                <a:lnTo>
                  <a:pt x="2131199" y="417550"/>
                </a:lnTo>
                <a:lnTo>
                  <a:pt x="2172822" y="416425"/>
                </a:lnTo>
                <a:lnTo>
                  <a:pt x="2194196" y="408549"/>
                </a:lnTo>
                <a:lnTo>
                  <a:pt x="2202071" y="387171"/>
                </a:lnTo>
                <a:lnTo>
                  <a:pt x="2203196" y="345541"/>
                </a:lnTo>
                <a:lnTo>
                  <a:pt x="2203196" y="71996"/>
                </a:lnTo>
                <a:lnTo>
                  <a:pt x="2202071" y="30373"/>
                </a:lnTo>
                <a:lnTo>
                  <a:pt x="2194196" y="8999"/>
                </a:lnTo>
                <a:lnTo>
                  <a:pt x="2172822" y="1124"/>
                </a:lnTo>
                <a:lnTo>
                  <a:pt x="2131199" y="0"/>
                </a:lnTo>
                <a:close/>
              </a:path>
            </a:pathLst>
          </a:custGeom>
          <a:solidFill>
            <a:srgbClr val="CD17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007668" y="304127"/>
            <a:ext cx="2005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FOR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EXCEPTIONAL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 spc="45">
                <a:solidFill>
                  <a:srgbClr val="FFFFFF"/>
                </a:solidFill>
                <a:latin typeface="Palatino Linotype"/>
                <a:cs typeface="Palatino Linotype"/>
              </a:rPr>
              <a:t>ITEMS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50"/>
              <a:t>20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01305" y="777697"/>
            <a:ext cx="52724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5714" sz="2100" b="1">
                <a:solidFill>
                  <a:srgbClr val="007F2D"/>
                </a:solidFill>
                <a:latin typeface="Bookman Old Style"/>
                <a:cs typeface="Bookman Old Style"/>
              </a:rPr>
              <a:t>®</a:t>
            </a:r>
            <a:r>
              <a:rPr dirty="0" baseline="35714" sz="2100" spc="33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0.0</a:t>
            </a:r>
            <a:r>
              <a:rPr dirty="0" sz="2600" spc="-18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60" b="1">
                <a:solidFill>
                  <a:srgbClr val="007F2D"/>
                </a:solidFill>
                <a:latin typeface="Bookman Old Style"/>
                <a:cs typeface="Bookman Old Style"/>
              </a:rPr>
              <a:t>horizontal</a:t>
            </a:r>
            <a:r>
              <a:rPr dirty="0" sz="2600" spc="-185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50" b="1">
                <a:solidFill>
                  <a:srgbClr val="007F2D"/>
                </a:solidFill>
                <a:latin typeface="Bookman Old Style"/>
                <a:cs typeface="Bookman Old Style"/>
              </a:rPr>
              <a:t>logo</a:t>
            </a:r>
            <a:endParaRPr sz="2600">
              <a:latin typeface="Bookman Old Style"/>
              <a:cs typeface="Bookman Old Sty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73876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672588" y="2337092"/>
            <a:ext cx="1548765" cy="314325"/>
            <a:chOff x="2672588" y="2337092"/>
            <a:chExt cx="1548765" cy="314325"/>
          </a:xfrm>
        </p:grpSpPr>
        <p:sp>
          <p:nvSpPr>
            <p:cNvPr id="8" name="object 8" descr=""/>
            <p:cNvSpPr/>
            <p:nvPr/>
          </p:nvSpPr>
          <p:spPr>
            <a:xfrm>
              <a:off x="2675267" y="2339771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5" h="309244">
                  <a:moveTo>
                    <a:pt x="1234668" y="0"/>
                  </a:moveTo>
                  <a:lnTo>
                    <a:pt x="926007" y="0"/>
                  </a:lnTo>
                  <a:lnTo>
                    <a:pt x="617334" y="0"/>
                  </a:lnTo>
                  <a:lnTo>
                    <a:pt x="308673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0"/>
                  </a:lnTo>
                  <a:lnTo>
                    <a:pt x="13360" y="295303"/>
                  </a:lnTo>
                  <a:lnTo>
                    <a:pt x="27860" y="305076"/>
                  </a:lnTo>
                  <a:lnTo>
                    <a:pt x="45618" y="308660"/>
                  </a:lnTo>
                  <a:lnTo>
                    <a:pt x="308673" y="308660"/>
                  </a:lnTo>
                  <a:lnTo>
                    <a:pt x="617334" y="308660"/>
                  </a:lnTo>
                  <a:lnTo>
                    <a:pt x="926007" y="308660"/>
                  </a:lnTo>
                  <a:lnTo>
                    <a:pt x="1234668" y="308660"/>
                  </a:lnTo>
                  <a:lnTo>
                    <a:pt x="1497723" y="308660"/>
                  </a:lnTo>
                  <a:lnTo>
                    <a:pt x="1515474" y="305076"/>
                  </a:lnTo>
                  <a:lnTo>
                    <a:pt x="1529970" y="295303"/>
                  </a:lnTo>
                  <a:lnTo>
                    <a:pt x="1539745" y="280810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5" y="27860"/>
                  </a:lnTo>
                  <a:lnTo>
                    <a:pt x="1529970" y="13360"/>
                  </a:lnTo>
                  <a:lnTo>
                    <a:pt x="1515474" y="3584"/>
                  </a:lnTo>
                  <a:lnTo>
                    <a:pt x="1497723" y="0"/>
                  </a:lnTo>
                  <a:lnTo>
                    <a:pt x="1234668" y="0"/>
                  </a:lnTo>
                  <a:close/>
                </a:path>
              </a:pathLst>
            </a:custGeom>
            <a:ln w="535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3227" y="2409596"/>
              <a:ext cx="1368615" cy="168059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4346333" y="2340965"/>
            <a:ext cx="1543685" cy="309245"/>
            <a:chOff x="4346333" y="2340965"/>
            <a:chExt cx="1543685" cy="309245"/>
          </a:xfrm>
        </p:grpSpPr>
        <p:sp>
          <p:nvSpPr>
            <p:cNvPr id="11" name="object 11" descr=""/>
            <p:cNvSpPr/>
            <p:nvPr/>
          </p:nvSpPr>
          <p:spPr>
            <a:xfrm>
              <a:off x="4346333" y="2340965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5" h="309244">
                  <a:moveTo>
                    <a:pt x="1497723" y="0"/>
                  </a:moveTo>
                  <a:lnTo>
                    <a:pt x="1234668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6"/>
                  </a:lnTo>
                  <a:lnTo>
                    <a:pt x="13360" y="295308"/>
                  </a:lnTo>
                  <a:lnTo>
                    <a:pt x="27860" y="305078"/>
                  </a:lnTo>
                  <a:lnTo>
                    <a:pt x="45618" y="308660"/>
                  </a:lnTo>
                  <a:lnTo>
                    <a:pt x="1497723" y="308660"/>
                  </a:lnTo>
                  <a:lnTo>
                    <a:pt x="1515474" y="305078"/>
                  </a:lnTo>
                  <a:lnTo>
                    <a:pt x="1529970" y="295308"/>
                  </a:lnTo>
                  <a:lnTo>
                    <a:pt x="1539745" y="280816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5" y="27860"/>
                  </a:lnTo>
                  <a:lnTo>
                    <a:pt x="1529970" y="13360"/>
                  </a:lnTo>
                  <a:lnTo>
                    <a:pt x="1515474" y="3584"/>
                  </a:lnTo>
                  <a:lnTo>
                    <a:pt x="1497723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40834" y="2407831"/>
              <a:ext cx="1368615" cy="173913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7676210" y="2339848"/>
            <a:ext cx="1543685" cy="309245"/>
            <a:chOff x="7676210" y="2339848"/>
            <a:chExt cx="1543685" cy="309245"/>
          </a:xfrm>
        </p:grpSpPr>
        <p:sp>
          <p:nvSpPr>
            <p:cNvPr id="14" name="object 14" descr=""/>
            <p:cNvSpPr/>
            <p:nvPr/>
          </p:nvSpPr>
          <p:spPr>
            <a:xfrm>
              <a:off x="7676210" y="2339848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4" h="309244">
                  <a:moveTo>
                    <a:pt x="1497736" y="0"/>
                  </a:moveTo>
                  <a:lnTo>
                    <a:pt x="1234668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6"/>
                  </a:lnTo>
                  <a:lnTo>
                    <a:pt x="13360" y="295308"/>
                  </a:lnTo>
                  <a:lnTo>
                    <a:pt x="27860" y="305078"/>
                  </a:lnTo>
                  <a:lnTo>
                    <a:pt x="45618" y="308660"/>
                  </a:lnTo>
                  <a:lnTo>
                    <a:pt x="1497736" y="308660"/>
                  </a:lnTo>
                  <a:lnTo>
                    <a:pt x="1515484" y="305078"/>
                  </a:lnTo>
                  <a:lnTo>
                    <a:pt x="1529976" y="295308"/>
                  </a:lnTo>
                  <a:lnTo>
                    <a:pt x="1539747" y="280816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7" y="27860"/>
                  </a:lnTo>
                  <a:lnTo>
                    <a:pt x="1529976" y="13360"/>
                  </a:lnTo>
                  <a:lnTo>
                    <a:pt x="1515484" y="3584"/>
                  </a:lnTo>
                  <a:lnTo>
                    <a:pt x="1497736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68768" y="2408479"/>
              <a:ext cx="1368602" cy="173901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6013196" y="2339848"/>
            <a:ext cx="1543685" cy="309245"/>
            <a:chOff x="6013196" y="2339848"/>
            <a:chExt cx="1543685" cy="309245"/>
          </a:xfrm>
        </p:grpSpPr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13196" y="2339848"/>
              <a:ext cx="1543342" cy="30867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7150" y="2408478"/>
              <a:ext cx="1368602" cy="173901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2672588" y="5067808"/>
            <a:ext cx="1548765" cy="314325"/>
            <a:chOff x="2672588" y="5067808"/>
            <a:chExt cx="1548765" cy="314325"/>
          </a:xfrm>
        </p:grpSpPr>
        <p:sp>
          <p:nvSpPr>
            <p:cNvPr id="20" name="object 20" descr=""/>
            <p:cNvSpPr/>
            <p:nvPr/>
          </p:nvSpPr>
          <p:spPr>
            <a:xfrm>
              <a:off x="2675267" y="5070487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5" h="309245">
                  <a:moveTo>
                    <a:pt x="1234668" y="0"/>
                  </a:moveTo>
                  <a:lnTo>
                    <a:pt x="926007" y="0"/>
                  </a:lnTo>
                  <a:lnTo>
                    <a:pt x="617334" y="0"/>
                  </a:lnTo>
                  <a:lnTo>
                    <a:pt x="308673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55"/>
                  </a:lnTo>
                  <a:lnTo>
                    <a:pt x="3584" y="280805"/>
                  </a:lnTo>
                  <a:lnTo>
                    <a:pt x="13360" y="295301"/>
                  </a:lnTo>
                  <a:lnTo>
                    <a:pt x="27860" y="305076"/>
                  </a:lnTo>
                  <a:lnTo>
                    <a:pt x="45618" y="308660"/>
                  </a:lnTo>
                  <a:lnTo>
                    <a:pt x="308673" y="308660"/>
                  </a:lnTo>
                  <a:lnTo>
                    <a:pt x="617334" y="308660"/>
                  </a:lnTo>
                  <a:lnTo>
                    <a:pt x="926007" y="308660"/>
                  </a:lnTo>
                  <a:lnTo>
                    <a:pt x="1234668" y="308660"/>
                  </a:lnTo>
                  <a:lnTo>
                    <a:pt x="1497723" y="308660"/>
                  </a:lnTo>
                  <a:lnTo>
                    <a:pt x="1515474" y="305076"/>
                  </a:lnTo>
                  <a:lnTo>
                    <a:pt x="1529970" y="295301"/>
                  </a:lnTo>
                  <a:lnTo>
                    <a:pt x="1539745" y="280805"/>
                  </a:lnTo>
                  <a:lnTo>
                    <a:pt x="1543329" y="263055"/>
                  </a:lnTo>
                  <a:lnTo>
                    <a:pt x="1543329" y="45618"/>
                  </a:lnTo>
                  <a:lnTo>
                    <a:pt x="1539745" y="27860"/>
                  </a:lnTo>
                  <a:lnTo>
                    <a:pt x="1529970" y="13360"/>
                  </a:lnTo>
                  <a:lnTo>
                    <a:pt x="1515474" y="3584"/>
                  </a:lnTo>
                  <a:lnTo>
                    <a:pt x="1497723" y="0"/>
                  </a:lnTo>
                  <a:lnTo>
                    <a:pt x="1234668" y="0"/>
                  </a:lnTo>
                  <a:close/>
                </a:path>
              </a:pathLst>
            </a:custGeom>
            <a:ln w="535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63393" y="5145963"/>
              <a:ext cx="1368450" cy="160350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1008829" y="2339848"/>
            <a:ext cx="1543685" cy="309245"/>
            <a:chOff x="11008829" y="2339848"/>
            <a:chExt cx="1543685" cy="309245"/>
          </a:xfrm>
        </p:grpSpPr>
        <p:sp>
          <p:nvSpPr>
            <p:cNvPr id="23" name="object 23" descr=""/>
            <p:cNvSpPr/>
            <p:nvPr/>
          </p:nvSpPr>
          <p:spPr>
            <a:xfrm>
              <a:off x="11008829" y="2339848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4" h="309244">
                  <a:moveTo>
                    <a:pt x="1497723" y="0"/>
                  </a:moveTo>
                  <a:lnTo>
                    <a:pt x="1234668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6"/>
                  </a:lnTo>
                  <a:lnTo>
                    <a:pt x="13360" y="295308"/>
                  </a:lnTo>
                  <a:lnTo>
                    <a:pt x="27860" y="305078"/>
                  </a:lnTo>
                  <a:lnTo>
                    <a:pt x="45618" y="308660"/>
                  </a:lnTo>
                  <a:lnTo>
                    <a:pt x="1497723" y="308660"/>
                  </a:lnTo>
                  <a:lnTo>
                    <a:pt x="1515479" y="305078"/>
                  </a:lnTo>
                  <a:lnTo>
                    <a:pt x="1529975" y="295308"/>
                  </a:lnTo>
                  <a:lnTo>
                    <a:pt x="1539746" y="280816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6" y="27860"/>
                  </a:lnTo>
                  <a:lnTo>
                    <a:pt x="1529975" y="13360"/>
                  </a:lnTo>
                  <a:lnTo>
                    <a:pt x="1515479" y="3584"/>
                  </a:lnTo>
                  <a:lnTo>
                    <a:pt x="14977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89919" y="2408225"/>
              <a:ext cx="1368602" cy="168084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9338614" y="2337168"/>
            <a:ext cx="1548765" cy="314325"/>
            <a:chOff x="9338614" y="2337168"/>
            <a:chExt cx="1548765" cy="314325"/>
          </a:xfrm>
        </p:grpSpPr>
        <p:sp>
          <p:nvSpPr>
            <p:cNvPr id="26" name="object 26" descr=""/>
            <p:cNvSpPr/>
            <p:nvPr/>
          </p:nvSpPr>
          <p:spPr>
            <a:xfrm>
              <a:off x="9341294" y="2339848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4" h="309244">
                  <a:moveTo>
                    <a:pt x="1234668" y="0"/>
                  </a:moveTo>
                  <a:lnTo>
                    <a:pt x="925995" y="0"/>
                  </a:lnTo>
                  <a:lnTo>
                    <a:pt x="617334" y="0"/>
                  </a:lnTo>
                  <a:lnTo>
                    <a:pt x="308673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6"/>
                  </a:lnTo>
                  <a:lnTo>
                    <a:pt x="13360" y="295308"/>
                  </a:lnTo>
                  <a:lnTo>
                    <a:pt x="27860" y="305078"/>
                  </a:lnTo>
                  <a:lnTo>
                    <a:pt x="45618" y="308660"/>
                  </a:lnTo>
                  <a:lnTo>
                    <a:pt x="308673" y="308660"/>
                  </a:lnTo>
                  <a:lnTo>
                    <a:pt x="617334" y="308660"/>
                  </a:lnTo>
                  <a:lnTo>
                    <a:pt x="925995" y="308660"/>
                  </a:lnTo>
                  <a:lnTo>
                    <a:pt x="1234668" y="308660"/>
                  </a:lnTo>
                  <a:lnTo>
                    <a:pt x="1497723" y="308660"/>
                  </a:lnTo>
                  <a:lnTo>
                    <a:pt x="1515479" y="305078"/>
                  </a:lnTo>
                  <a:lnTo>
                    <a:pt x="1529975" y="295308"/>
                  </a:lnTo>
                  <a:lnTo>
                    <a:pt x="1539746" y="280816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6" y="27860"/>
                  </a:lnTo>
                  <a:lnTo>
                    <a:pt x="1529975" y="13360"/>
                  </a:lnTo>
                  <a:lnTo>
                    <a:pt x="1515479" y="3584"/>
                  </a:lnTo>
                  <a:lnTo>
                    <a:pt x="1497723" y="0"/>
                  </a:lnTo>
                  <a:lnTo>
                    <a:pt x="1234668" y="0"/>
                  </a:lnTo>
                  <a:close/>
                </a:path>
              </a:pathLst>
            </a:custGeom>
            <a:ln w="535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47110" y="2408225"/>
              <a:ext cx="1368602" cy="168084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11008829" y="5070564"/>
            <a:ext cx="1543685" cy="309245"/>
            <a:chOff x="11008829" y="5070564"/>
            <a:chExt cx="1543685" cy="309245"/>
          </a:xfrm>
        </p:grpSpPr>
        <p:sp>
          <p:nvSpPr>
            <p:cNvPr id="29" name="object 29" descr=""/>
            <p:cNvSpPr/>
            <p:nvPr/>
          </p:nvSpPr>
          <p:spPr>
            <a:xfrm>
              <a:off x="11008829" y="5070564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4" h="309245">
                  <a:moveTo>
                    <a:pt x="1497723" y="0"/>
                  </a:moveTo>
                  <a:lnTo>
                    <a:pt x="1234668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0"/>
                  </a:lnTo>
                  <a:lnTo>
                    <a:pt x="13360" y="295303"/>
                  </a:lnTo>
                  <a:lnTo>
                    <a:pt x="27860" y="305076"/>
                  </a:lnTo>
                  <a:lnTo>
                    <a:pt x="45618" y="308660"/>
                  </a:lnTo>
                  <a:lnTo>
                    <a:pt x="1497723" y="308660"/>
                  </a:lnTo>
                  <a:lnTo>
                    <a:pt x="1515479" y="305076"/>
                  </a:lnTo>
                  <a:lnTo>
                    <a:pt x="1529975" y="295303"/>
                  </a:lnTo>
                  <a:lnTo>
                    <a:pt x="1539746" y="280810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6" y="27860"/>
                  </a:lnTo>
                  <a:lnTo>
                    <a:pt x="1529975" y="13360"/>
                  </a:lnTo>
                  <a:lnTo>
                    <a:pt x="1515479" y="3584"/>
                  </a:lnTo>
                  <a:lnTo>
                    <a:pt x="14977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90071" y="5145964"/>
              <a:ext cx="1368450" cy="160350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9338614" y="5067884"/>
            <a:ext cx="1548765" cy="314325"/>
            <a:chOff x="9338614" y="5067884"/>
            <a:chExt cx="1548765" cy="314325"/>
          </a:xfrm>
        </p:grpSpPr>
        <p:sp>
          <p:nvSpPr>
            <p:cNvPr id="32" name="object 32" descr=""/>
            <p:cNvSpPr/>
            <p:nvPr/>
          </p:nvSpPr>
          <p:spPr>
            <a:xfrm>
              <a:off x="9341294" y="5070564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4" h="309245">
                  <a:moveTo>
                    <a:pt x="1234668" y="0"/>
                  </a:moveTo>
                  <a:lnTo>
                    <a:pt x="925995" y="0"/>
                  </a:lnTo>
                  <a:lnTo>
                    <a:pt x="617334" y="0"/>
                  </a:lnTo>
                  <a:lnTo>
                    <a:pt x="308673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0"/>
                  </a:lnTo>
                  <a:lnTo>
                    <a:pt x="13360" y="295303"/>
                  </a:lnTo>
                  <a:lnTo>
                    <a:pt x="27860" y="305076"/>
                  </a:lnTo>
                  <a:lnTo>
                    <a:pt x="45618" y="308660"/>
                  </a:lnTo>
                  <a:lnTo>
                    <a:pt x="308673" y="308660"/>
                  </a:lnTo>
                  <a:lnTo>
                    <a:pt x="617334" y="308660"/>
                  </a:lnTo>
                  <a:lnTo>
                    <a:pt x="925995" y="308660"/>
                  </a:lnTo>
                  <a:lnTo>
                    <a:pt x="1234668" y="308660"/>
                  </a:lnTo>
                  <a:lnTo>
                    <a:pt x="1497723" y="308660"/>
                  </a:lnTo>
                  <a:lnTo>
                    <a:pt x="1515479" y="305076"/>
                  </a:lnTo>
                  <a:lnTo>
                    <a:pt x="1529975" y="295303"/>
                  </a:lnTo>
                  <a:lnTo>
                    <a:pt x="1539746" y="280810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6" y="27860"/>
                  </a:lnTo>
                  <a:lnTo>
                    <a:pt x="1529975" y="13360"/>
                  </a:lnTo>
                  <a:lnTo>
                    <a:pt x="1515479" y="3584"/>
                  </a:lnTo>
                  <a:lnTo>
                    <a:pt x="1497723" y="0"/>
                  </a:lnTo>
                  <a:lnTo>
                    <a:pt x="1234668" y="0"/>
                  </a:lnTo>
                  <a:close/>
                </a:path>
              </a:pathLst>
            </a:custGeom>
            <a:ln w="535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47262" y="5145964"/>
              <a:ext cx="1368450" cy="160350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4346333" y="5070106"/>
            <a:ext cx="1543685" cy="309245"/>
            <a:chOff x="4346333" y="5070106"/>
            <a:chExt cx="1543685" cy="309245"/>
          </a:xfrm>
        </p:grpSpPr>
        <p:sp>
          <p:nvSpPr>
            <p:cNvPr id="35" name="object 35" descr=""/>
            <p:cNvSpPr/>
            <p:nvPr/>
          </p:nvSpPr>
          <p:spPr>
            <a:xfrm>
              <a:off x="4346333" y="5070106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5" h="309245">
                  <a:moveTo>
                    <a:pt x="1497723" y="0"/>
                  </a:moveTo>
                  <a:lnTo>
                    <a:pt x="1234668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55"/>
                  </a:lnTo>
                  <a:lnTo>
                    <a:pt x="3584" y="280805"/>
                  </a:lnTo>
                  <a:lnTo>
                    <a:pt x="13360" y="295301"/>
                  </a:lnTo>
                  <a:lnTo>
                    <a:pt x="27860" y="305076"/>
                  </a:lnTo>
                  <a:lnTo>
                    <a:pt x="45618" y="308660"/>
                  </a:lnTo>
                  <a:lnTo>
                    <a:pt x="1497723" y="308660"/>
                  </a:lnTo>
                  <a:lnTo>
                    <a:pt x="1515474" y="305076"/>
                  </a:lnTo>
                  <a:lnTo>
                    <a:pt x="1529970" y="295301"/>
                  </a:lnTo>
                  <a:lnTo>
                    <a:pt x="1539745" y="280805"/>
                  </a:lnTo>
                  <a:lnTo>
                    <a:pt x="1543329" y="263055"/>
                  </a:lnTo>
                  <a:lnTo>
                    <a:pt x="1543329" y="45618"/>
                  </a:lnTo>
                  <a:lnTo>
                    <a:pt x="1539745" y="27860"/>
                  </a:lnTo>
                  <a:lnTo>
                    <a:pt x="1529970" y="13360"/>
                  </a:lnTo>
                  <a:lnTo>
                    <a:pt x="1515474" y="3584"/>
                  </a:lnTo>
                  <a:lnTo>
                    <a:pt x="1497723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40986" y="5139575"/>
              <a:ext cx="1368463" cy="169544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7676210" y="5070564"/>
            <a:ext cx="1543685" cy="309245"/>
            <a:chOff x="7676210" y="5070564"/>
            <a:chExt cx="1543685" cy="309245"/>
          </a:xfrm>
        </p:grpSpPr>
        <p:sp>
          <p:nvSpPr>
            <p:cNvPr id="38" name="object 38" descr=""/>
            <p:cNvSpPr/>
            <p:nvPr/>
          </p:nvSpPr>
          <p:spPr>
            <a:xfrm>
              <a:off x="7676210" y="5070564"/>
              <a:ext cx="1543685" cy="309245"/>
            </a:xfrm>
            <a:custGeom>
              <a:avLst/>
              <a:gdLst/>
              <a:ahLst/>
              <a:cxnLst/>
              <a:rect l="l" t="t" r="r" b="b"/>
              <a:pathLst>
                <a:path w="1543684" h="309245">
                  <a:moveTo>
                    <a:pt x="1497736" y="0"/>
                  </a:moveTo>
                  <a:lnTo>
                    <a:pt x="1234668" y="0"/>
                  </a:lnTo>
                  <a:lnTo>
                    <a:pt x="45618" y="0"/>
                  </a:lnTo>
                  <a:lnTo>
                    <a:pt x="27860" y="3584"/>
                  </a:lnTo>
                  <a:lnTo>
                    <a:pt x="13360" y="13360"/>
                  </a:lnTo>
                  <a:lnTo>
                    <a:pt x="3584" y="27860"/>
                  </a:lnTo>
                  <a:lnTo>
                    <a:pt x="0" y="45618"/>
                  </a:lnTo>
                  <a:lnTo>
                    <a:pt x="0" y="263067"/>
                  </a:lnTo>
                  <a:lnTo>
                    <a:pt x="3584" y="280810"/>
                  </a:lnTo>
                  <a:lnTo>
                    <a:pt x="13360" y="295303"/>
                  </a:lnTo>
                  <a:lnTo>
                    <a:pt x="27860" y="305076"/>
                  </a:lnTo>
                  <a:lnTo>
                    <a:pt x="45618" y="308660"/>
                  </a:lnTo>
                  <a:lnTo>
                    <a:pt x="1497736" y="308660"/>
                  </a:lnTo>
                  <a:lnTo>
                    <a:pt x="1515484" y="305076"/>
                  </a:lnTo>
                  <a:lnTo>
                    <a:pt x="1529976" y="295303"/>
                  </a:lnTo>
                  <a:lnTo>
                    <a:pt x="1539747" y="280810"/>
                  </a:lnTo>
                  <a:lnTo>
                    <a:pt x="1543329" y="263067"/>
                  </a:lnTo>
                  <a:lnTo>
                    <a:pt x="1543329" y="45618"/>
                  </a:lnTo>
                  <a:lnTo>
                    <a:pt x="1539747" y="27860"/>
                  </a:lnTo>
                  <a:lnTo>
                    <a:pt x="1529976" y="13360"/>
                  </a:lnTo>
                  <a:lnTo>
                    <a:pt x="1515484" y="3584"/>
                  </a:lnTo>
                  <a:lnTo>
                    <a:pt x="1497736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68920" y="5139575"/>
              <a:ext cx="1368450" cy="169544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6013196" y="5070564"/>
            <a:ext cx="1543685" cy="309245"/>
            <a:chOff x="6013196" y="5070564"/>
            <a:chExt cx="1543685" cy="309245"/>
          </a:xfrm>
        </p:grpSpPr>
        <p:pic>
          <p:nvPicPr>
            <p:cNvPr id="41" name="object 4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13196" y="5070564"/>
              <a:ext cx="1543342" cy="30867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07302" y="5139575"/>
              <a:ext cx="1368450" cy="169544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2660446" y="1410234"/>
            <a:ext cx="1696085" cy="45593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</a:rPr>
              <a:t>1: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Horizontal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1:5</a:t>
            </a:r>
            <a:endParaRPr sz="10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5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5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6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50">
              <a:latin typeface="Palatino Linotype"/>
              <a:cs typeface="Palatino Linotype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647213" y="4118891"/>
            <a:ext cx="3716020" cy="45593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2: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95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10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5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applications,</a:t>
            </a:r>
            <a:r>
              <a:rPr dirty="0" sz="8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rough</a:t>
            </a:r>
            <a:r>
              <a:rPr dirty="0" sz="850" spc="65">
                <a:solidFill>
                  <a:srgbClr val="878A8E"/>
                </a:solidFill>
                <a:latin typeface="Palatino Linotype"/>
                <a:cs typeface="Palatino Linotype"/>
              </a:rPr>
              <a:t> or </a:t>
            </a: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difficult</a:t>
            </a:r>
            <a:r>
              <a:rPr dirty="0" sz="8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8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3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5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50" spc="60">
                <a:solidFill>
                  <a:srgbClr val="878A8E"/>
                </a:solidFill>
                <a:latin typeface="Palatino Linotype"/>
                <a:cs typeface="Palatino Linotype"/>
              </a:rPr>
              <a:t>&lt;35mm</a:t>
            </a:r>
            <a:endParaRPr sz="850">
              <a:latin typeface="Palatino Linotype"/>
              <a:cs typeface="Palatino Linotype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337012" y="2796170"/>
            <a:ext cx="154749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50" spc="1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50">
              <a:latin typeface="Palatino Linotype"/>
              <a:cs typeface="Palatino Linotype"/>
            </a:endParaRPr>
          </a:p>
          <a:p>
            <a:pPr marL="12700" marR="367030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0.0_HORIZONTAL_1_B_PMS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671681" y="2796170"/>
            <a:ext cx="150304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reproduction.</a:t>
            </a:r>
            <a:endParaRPr sz="650">
              <a:latin typeface="Palatino Linotype"/>
              <a:cs typeface="Palatino Linotype"/>
            </a:endParaRPr>
          </a:p>
          <a:p>
            <a:pPr marL="12700" marR="314960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0.0_HORIZONTAL_1_A_PMS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000282" y="2796170"/>
            <a:ext cx="1444625" cy="798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colors: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green,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grey,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blue</a:t>
            </a:r>
            <a:r>
              <a:rPr dirty="0" sz="65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black.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0.0_HORIZONTAL_1_C_PMS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665097" y="2796170"/>
            <a:ext cx="144462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5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background.</a:t>
            </a:r>
            <a:endParaRPr sz="650">
              <a:latin typeface="Palatino Linotype"/>
              <a:cs typeface="Palatino Linotype"/>
            </a:endParaRPr>
          </a:p>
          <a:p>
            <a:pPr marL="12700" marR="227329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0.0_HORIZONTAL_1_C1_PMS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337012" y="5540823"/>
            <a:ext cx="154749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50" spc="1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50">
              <a:latin typeface="Palatino Linotype"/>
              <a:cs typeface="Palatino Linotype"/>
            </a:endParaRPr>
          </a:p>
          <a:p>
            <a:pPr marL="12700" marR="358140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0.0_HORIZONTAL_2_B_PMS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2671681" y="5540823"/>
            <a:ext cx="150304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reproduction.</a:t>
            </a:r>
            <a:endParaRPr sz="650">
              <a:latin typeface="Palatino Linotype"/>
              <a:cs typeface="Palatino Linotype"/>
            </a:endParaRPr>
          </a:p>
          <a:p>
            <a:pPr marL="12700" marR="306070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0.0_HORIZONTAL_2_A_PMS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000282" y="5540823"/>
            <a:ext cx="1565275" cy="798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green,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grey,</a:t>
            </a:r>
            <a:r>
              <a:rPr dirty="0" sz="65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5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blue</a:t>
            </a:r>
            <a:r>
              <a:rPr dirty="0" sz="65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5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50">
              <a:latin typeface="Palatino Linotype"/>
              <a:cs typeface="Palatino Linotype"/>
            </a:endParaRPr>
          </a:p>
          <a:p>
            <a:pPr marL="12700" marR="378460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0.0_HORIZONTAL_2_C_PMS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7665097" y="5540823"/>
            <a:ext cx="144462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0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5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endParaRPr sz="650">
              <a:latin typeface="Palatino Linotype"/>
              <a:cs typeface="Palatino Linotype"/>
            </a:endParaRPr>
          </a:p>
          <a:p>
            <a:pPr marL="12700" marR="217170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0.0_HORIZONTAL_2_C1_PMS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1000220" y="2796170"/>
            <a:ext cx="154749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1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5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50" spc="1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50" spc="1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50">
              <a:latin typeface="Palatino Linotype"/>
              <a:cs typeface="Palatino Linotype"/>
            </a:endParaRPr>
          </a:p>
          <a:p>
            <a:pPr marL="12700" marR="235585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0.0_HORIZONTAL_1_E_1COLOR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9329912" y="2796170"/>
            <a:ext cx="150304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50" spc="1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5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50" spc="1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reproduction.</a:t>
            </a:r>
            <a:endParaRPr sz="650">
              <a:latin typeface="Palatino Linotype"/>
              <a:cs typeface="Palatino Linotype"/>
            </a:endParaRPr>
          </a:p>
          <a:p>
            <a:pPr marL="12700" marR="182880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0.0_HORIZONTAL_1_D_1COLOR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1000220" y="5540823"/>
            <a:ext cx="154749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5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5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5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50" spc="1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50">
              <a:latin typeface="Palatino Linotype"/>
              <a:cs typeface="Palatino Linotype"/>
            </a:endParaRPr>
          </a:p>
          <a:p>
            <a:pPr marL="12700" marR="227329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0.0_HORIZONTAL_2_E_1COLOR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9329912" y="5540823"/>
            <a:ext cx="1503045" cy="669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30000"/>
              </a:lnSpc>
              <a:spcBef>
                <a:spcPts val="95"/>
              </a:spcBef>
            </a:pP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5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5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5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5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0.0_HORIZONTAL</a:t>
            </a:r>
            <a:r>
              <a:rPr dirty="0" sz="65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5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50" spc="55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5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 reproduction.</a:t>
            </a:r>
            <a:endParaRPr sz="650">
              <a:latin typeface="Palatino Linotype"/>
              <a:cs typeface="Palatino Linotype"/>
            </a:endParaRPr>
          </a:p>
          <a:p>
            <a:pPr marL="12700" marR="173355">
              <a:lnSpc>
                <a:spcPct val="130000"/>
              </a:lnSpc>
            </a:pPr>
            <a:r>
              <a:rPr dirty="0" sz="650" spc="45">
                <a:solidFill>
                  <a:srgbClr val="878A8E"/>
                </a:solidFill>
                <a:latin typeface="Palatino Linotype"/>
                <a:cs typeface="Palatino Linotype"/>
              </a:rPr>
              <a:t>Reference: </a:t>
            </a:r>
            <a:r>
              <a:rPr dirty="0" sz="650" spc="-10">
                <a:solidFill>
                  <a:srgbClr val="878A8E"/>
                </a:solidFill>
                <a:latin typeface="Palatino Linotype"/>
                <a:cs typeface="Palatino Linotype"/>
              </a:rPr>
              <a:t>0.0_HORIZONTAL_2_D_1COLOR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1692008" y="4015175"/>
            <a:ext cx="11029315" cy="10795"/>
          </a:xfrm>
          <a:custGeom>
            <a:avLst/>
            <a:gdLst/>
            <a:ahLst/>
            <a:cxnLst/>
            <a:rect l="l" t="t" r="r" b="b"/>
            <a:pathLst>
              <a:path w="11029315" h="10795">
                <a:moveTo>
                  <a:pt x="11029205" y="0"/>
                </a:moveTo>
                <a:lnTo>
                  <a:pt x="0" y="0"/>
                </a:lnTo>
                <a:lnTo>
                  <a:pt x="0" y="10731"/>
                </a:lnTo>
                <a:lnTo>
                  <a:pt x="11029205" y="10731"/>
                </a:lnTo>
                <a:lnTo>
                  <a:pt x="11029205" y="0"/>
                </a:lnTo>
                <a:close/>
              </a:path>
            </a:pathLst>
          </a:custGeom>
          <a:solidFill>
            <a:srgbClr val="B3B2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914403" y="194449"/>
            <a:ext cx="2203450" cy="417830"/>
          </a:xfrm>
          <a:custGeom>
            <a:avLst/>
            <a:gdLst/>
            <a:ahLst/>
            <a:cxnLst/>
            <a:rect l="l" t="t" r="r" b="b"/>
            <a:pathLst>
              <a:path w="2203450" h="417830">
                <a:moveTo>
                  <a:pt x="2131199" y="0"/>
                </a:moveTo>
                <a:lnTo>
                  <a:pt x="71996" y="0"/>
                </a:ln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345541"/>
                </a:lnTo>
                <a:lnTo>
                  <a:pt x="1124" y="387171"/>
                </a:lnTo>
                <a:lnTo>
                  <a:pt x="8999" y="408549"/>
                </a:lnTo>
                <a:lnTo>
                  <a:pt x="30373" y="416425"/>
                </a:lnTo>
                <a:lnTo>
                  <a:pt x="71996" y="417550"/>
                </a:lnTo>
                <a:lnTo>
                  <a:pt x="2131199" y="417550"/>
                </a:lnTo>
                <a:lnTo>
                  <a:pt x="2172822" y="416425"/>
                </a:lnTo>
                <a:lnTo>
                  <a:pt x="2194196" y="408549"/>
                </a:lnTo>
                <a:lnTo>
                  <a:pt x="2202071" y="387171"/>
                </a:lnTo>
                <a:lnTo>
                  <a:pt x="2203196" y="345541"/>
                </a:lnTo>
                <a:lnTo>
                  <a:pt x="2203196" y="71996"/>
                </a:lnTo>
                <a:lnTo>
                  <a:pt x="2202071" y="30373"/>
                </a:lnTo>
                <a:lnTo>
                  <a:pt x="2194196" y="8999"/>
                </a:lnTo>
                <a:lnTo>
                  <a:pt x="2172822" y="1124"/>
                </a:lnTo>
                <a:lnTo>
                  <a:pt x="2131199" y="0"/>
                </a:lnTo>
                <a:close/>
              </a:path>
            </a:pathLst>
          </a:custGeom>
          <a:solidFill>
            <a:srgbClr val="CD17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1007668" y="304127"/>
            <a:ext cx="2005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FOR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EXCEPTIONAL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 spc="45">
                <a:solidFill>
                  <a:srgbClr val="FFFFFF"/>
                </a:solidFill>
                <a:latin typeface="Palatino Linotype"/>
                <a:cs typeface="Palatino Linotype"/>
              </a:rPr>
              <a:t>ITEMS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0" name="object 6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50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53675" y="2468184"/>
            <a:ext cx="3470910" cy="266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 marR="194945" indent="-75565">
              <a:lnSpc>
                <a:spcPct val="135400"/>
              </a:lnSpc>
              <a:spcBef>
                <a:spcPts val="100"/>
              </a:spcBef>
              <a:buClr>
                <a:srgbClr val="9D9D9C"/>
              </a:buClr>
              <a:buFont typeface="Palatino Linotype"/>
              <a:buChar char="·"/>
              <a:tabLst>
                <a:tab pos="140970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Iconic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star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outline.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visualized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by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means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drop-shadow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lines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endParaRPr sz="800">
              <a:latin typeface="Palatino Linotype"/>
              <a:cs typeface="Palatino Linotype"/>
            </a:endParaRPr>
          </a:p>
          <a:p>
            <a:pPr marL="140970">
              <a:lnSpc>
                <a:spcPct val="100000"/>
              </a:lnSpc>
              <a:spcBef>
                <a:spcPts val="34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Cool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Gray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4C.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390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Red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points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subtly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rounded.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39065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Drop-shadow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uniquely</a:t>
            </a:r>
            <a:r>
              <a:rPr dirty="0" sz="800" spc="1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shaped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points.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340"/>
              </a:spcBef>
              <a:buChar char="·"/>
              <a:tabLst>
                <a:tab pos="13906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EST.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1873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refers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year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brand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was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born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Amsterdam.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9D9D9C"/>
              </a:buClr>
              <a:buFont typeface="Palatino Linotype"/>
              <a:buChar char="·"/>
            </a:pPr>
            <a:endParaRPr sz="800">
              <a:latin typeface="Palatino Linotype"/>
              <a:cs typeface="Palatino Linotype"/>
            </a:endParaRPr>
          </a:p>
          <a:p>
            <a:pPr marL="138430" marR="56515" indent="-75565">
              <a:lnSpc>
                <a:spcPts val="1300"/>
              </a:lnSpc>
              <a:buChar char="·"/>
              <a:tabLst>
                <a:tab pos="14097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word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mark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characteristic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typeface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	smiling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e’s,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plus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registered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trade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mark </a:t>
            </a:r>
            <a:r>
              <a:rPr dirty="0" baseline="-13888" sz="1800" spc="-37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.</a:t>
            </a:r>
            <a:endParaRPr sz="800">
              <a:latin typeface="Palatino Linotype"/>
              <a:cs typeface="Palatino Linotype"/>
            </a:endParaRPr>
          </a:p>
          <a:p>
            <a:pPr marL="139065" indent="-75565">
              <a:lnSpc>
                <a:spcPct val="100000"/>
              </a:lnSpc>
              <a:spcBef>
                <a:spcPts val="240"/>
              </a:spcBef>
              <a:buChar char="·"/>
              <a:tabLst>
                <a:tab pos="139065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Silver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/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aluminium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outline,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or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Cool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regular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printing.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20"/>
              </a:spcBef>
              <a:buClr>
                <a:srgbClr val="9D9D9C"/>
              </a:buClr>
              <a:buFont typeface="Palatino Linotype"/>
              <a:buChar char="·"/>
            </a:pPr>
            <a:endParaRPr sz="800">
              <a:latin typeface="Palatino Linotype"/>
              <a:cs typeface="Palatino Linotype"/>
            </a:endParaRPr>
          </a:p>
          <a:p>
            <a:pPr marL="138430" marR="749935" indent="-75565">
              <a:lnSpc>
                <a:spcPct val="135400"/>
              </a:lnSpc>
              <a:buChar char="·"/>
              <a:tabLst>
                <a:tab pos="140970" algn="l"/>
              </a:tabLst>
            </a:pP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especially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designed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word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clearly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shows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it’s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lager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endParaRPr sz="800">
              <a:latin typeface="Palatino Linotype"/>
              <a:cs typeface="Palatino Linotype"/>
            </a:endParaRPr>
          </a:p>
          <a:p>
            <a:pPr marL="138430" marR="43180" indent="-75565">
              <a:lnSpc>
                <a:spcPct val="135400"/>
              </a:lnSpc>
              <a:buChar char="·"/>
              <a:tabLst>
                <a:tab pos="139700" algn="l"/>
              </a:tabLst>
            </a:pP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primary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express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character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secondary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colour,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link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it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	the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brand.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3750" y="1778851"/>
            <a:ext cx="6641566" cy="4579518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217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465"/>
              <a:t> </a:t>
            </a:r>
            <a:r>
              <a:rPr dirty="0" sz="2600"/>
              <a:t>light</a:t>
            </a:r>
            <a:r>
              <a:rPr dirty="0" sz="2600" spc="-9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50"/>
              <a:t>20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4824" y="1496803"/>
            <a:ext cx="3173552" cy="2248712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0648670" y="1718868"/>
            <a:ext cx="1733550" cy="1389380"/>
            <a:chOff x="10648670" y="1718868"/>
            <a:chExt cx="1733550" cy="1389380"/>
          </a:xfrm>
        </p:grpSpPr>
        <p:sp>
          <p:nvSpPr>
            <p:cNvPr id="6" name="object 6" descr=""/>
            <p:cNvSpPr/>
            <p:nvPr/>
          </p:nvSpPr>
          <p:spPr>
            <a:xfrm>
              <a:off x="10902836" y="1718868"/>
              <a:ext cx="0" cy="151765"/>
            </a:xfrm>
            <a:custGeom>
              <a:avLst/>
              <a:gdLst/>
              <a:ahLst/>
              <a:cxnLst/>
              <a:rect l="l" t="t" r="r" b="b"/>
              <a:pathLst>
                <a:path w="0" h="151764">
                  <a:moveTo>
                    <a:pt x="0" y="0"/>
                  </a:moveTo>
                  <a:lnTo>
                    <a:pt x="0" y="151168"/>
                  </a:lnTo>
                </a:path>
              </a:pathLst>
            </a:custGeom>
            <a:ln w="4127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664558" y="1718868"/>
              <a:ext cx="0" cy="151765"/>
            </a:xfrm>
            <a:custGeom>
              <a:avLst/>
              <a:gdLst/>
              <a:ahLst/>
              <a:cxnLst/>
              <a:rect l="l" t="t" r="r" b="b"/>
              <a:pathLst>
                <a:path w="0" h="151764">
                  <a:moveTo>
                    <a:pt x="0" y="0"/>
                  </a:moveTo>
                  <a:lnTo>
                    <a:pt x="0" y="151168"/>
                  </a:lnTo>
                </a:path>
              </a:pathLst>
            </a:custGeom>
            <a:ln w="4127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379896" y="1718868"/>
              <a:ext cx="0" cy="151765"/>
            </a:xfrm>
            <a:custGeom>
              <a:avLst/>
              <a:gdLst/>
              <a:ahLst/>
              <a:cxnLst/>
              <a:rect l="l" t="t" r="r" b="b"/>
              <a:pathLst>
                <a:path w="0" h="151764">
                  <a:moveTo>
                    <a:pt x="0" y="0"/>
                  </a:moveTo>
                  <a:lnTo>
                    <a:pt x="0" y="151168"/>
                  </a:lnTo>
                </a:path>
              </a:pathLst>
            </a:custGeom>
            <a:ln w="4127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141619" y="1718868"/>
              <a:ext cx="0" cy="151765"/>
            </a:xfrm>
            <a:custGeom>
              <a:avLst/>
              <a:gdLst/>
              <a:ahLst/>
              <a:cxnLst/>
              <a:rect l="l" t="t" r="r" b="b"/>
              <a:pathLst>
                <a:path w="0" h="151764">
                  <a:moveTo>
                    <a:pt x="0" y="0"/>
                  </a:moveTo>
                  <a:lnTo>
                    <a:pt x="0" y="151168"/>
                  </a:lnTo>
                </a:path>
              </a:pathLst>
            </a:custGeom>
            <a:ln w="4127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48670" y="1885619"/>
              <a:ext cx="1724494" cy="1222286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0651693" y="1473320"/>
            <a:ext cx="1931670" cy="4229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1594">
              <a:lnSpc>
                <a:spcPct val="100000"/>
              </a:lnSpc>
              <a:spcBef>
                <a:spcPts val="100"/>
              </a:spcBef>
            </a:pPr>
            <a:r>
              <a:rPr dirty="0" sz="700" spc="-60">
                <a:solidFill>
                  <a:srgbClr val="9D9D9C"/>
                </a:solidFill>
                <a:latin typeface="Palatino Linotype"/>
                <a:cs typeface="Palatino Linotype"/>
              </a:rPr>
              <a:t>ALWAYS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KEEP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INDICATED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CLEARANCE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700" spc="-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0">
                <a:solidFill>
                  <a:srgbClr val="9D9D9C"/>
                </a:solidFill>
                <a:latin typeface="Palatino Linotype"/>
                <a:cs typeface="Palatino Linotype"/>
              </a:rPr>
              <a:t>FROM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OTHER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ELEMENTS.</a:t>
            </a:r>
            <a:endParaRPr sz="700">
              <a:latin typeface="Palatino Linotype"/>
              <a:cs typeface="Palatino Linotype"/>
            </a:endParaRPr>
          </a:p>
          <a:p>
            <a:pPr marL="59690">
              <a:lnSpc>
                <a:spcPct val="100000"/>
              </a:lnSpc>
              <a:spcBef>
                <a:spcPts val="845"/>
              </a:spcBef>
              <a:tabLst>
                <a:tab pos="1529080" algn="l"/>
                <a:tab pos="1918335" algn="l"/>
              </a:tabLst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1</a:t>
            </a:r>
            <a:r>
              <a:rPr dirty="0" sz="500" spc="-25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5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	1 ¼ H</a:t>
            </a:r>
            <a:r>
              <a:rPr dirty="0" sz="500" spc="73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u="sng" sz="500">
                <a:solidFill>
                  <a:srgbClr val="72559F"/>
                </a:solidFill>
                <a:uFill>
                  <a:solidFill>
                    <a:srgbClr val="72559F"/>
                  </a:solidFill>
                </a:uFill>
                <a:latin typeface="Arial Narrow"/>
                <a:cs typeface="Arial Narrow"/>
              </a:rPr>
              <a:t>	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406541" y="1972093"/>
            <a:ext cx="154305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1</a:t>
            </a:r>
            <a:r>
              <a:rPr dirty="0" sz="500" spc="-4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6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401227" y="2470386"/>
            <a:ext cx="342265" cy="173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780">
              <a:lnSpc>
                <a:spcPts val="580"/>
              </a:lnSpc>
              <a:spcBef>
                <a:spcPts val="105"/>
              </a:spcBef>
            </a:pPr>
            <a:r>
              <a:rPr dirty="0" sz="500" spc="-5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  <a:p>
            <a:pPr marL="12700">
              <a:lnSpc>
                <a:spcPts val="580"/>
              </a:lnSpc>
            </a:pPr>
            <a:r>
              <a:rPr dirty="0" sz="500" spc="-10">
                <a:solidFill>
                  <a:srgbClr val="72559F"/>
                </a:solidFill>
                <a:latin typeface="Arial Narrow"/>
                <a:cs typeface="Arial Narrow"/>
              </a:rPr>
              <a:t>(height</a:t>
            </a:r>
            <a:r>
              <a:rPr dirty="0" sz="500" spc="3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of</a:t>
            </a:r>
            <a:r>
              <a:rPr dirty="0" sz="500" spc="3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20">
                <a:solidFill>
                  <a:srgbClr val="72559F"/>
                </a:solidFill>
                <a:latin typeface="Arial Narrow"/>
                <a:cs typeface="Arial Narrow"/>
              </a:rPr>
              <a:t>‘H’)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406541" y="2842041"/>
            <a:ext cx="154305" cy="10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2</a:t>
            </a:r>
            <a:r>
              <a:rPr dirty="0" sz="500" spc="-4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>
                <a:solidFill>
                  <a:srgbClr val="72559F"/>
                </a:solidFill>
                <a:latin typeface="Arial Narrow"/>
                <a:cs typeface="Arial Narrow"/>
              </a:rPr>
              <a:t>¼</a:t>
            </a:r>
            <a:r>
              <a:rPr dirty="0" sz="500" spc="10">
                <a:solidFill>
                  <a:srgbClr val="72559F"/>
                </a:solidFill>
                <a:latin typeface="Arial Narrow"/>
                <a:cs typeface="Arial Narrow"/>
              </a:rPr>
              <a:t> </a:t>
            </a:r>
            <a:r>
              <a:rPr dirty="0" sz="500" spc="-60">
                <a:solidFill>
                  <a:srgbClr val="72559F"/>
                </a:solidFill>
                <a:latin typeface="Arial Narrow"/>
                <a:cs typeface="Arial Narrow"/>
              </a:rPr>
              <a:t>H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2419241" y="2460714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2419241" y="2665387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2419241" y="3106877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2419241" y="2122170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 h="0">
                <a:moveTo>
                  <a:pt x="0" y="0"/>
                </a:moveTo>
                <a:lnTo>
                  <a:pt x="151168" y="0"/>
                </a:lnTo>
              </a:path>
            </a:pathLst>
          </a:custGeom>
          <a:ln w="4127">
            <a:solidFill>
              <a:srgbClr val="72559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0649051" y="3379559"/>
            <a:ext cx="686435" cy="2173605"/>
            <a:chOff x="10649051" y="3379559"/>
            <a:chExt cx="686435" cy="2173605"/>
          </a:xfrm>
        </p:grpSpPr>
        <p:sp>
          <p:nvSpPr>
            <p:cNvPr id="20" name="object 20" descr=""/>
            <p:cNvSpPr/>
            <p:nvPr/>
          </p:nvSpPr>
          <p:spPr>
            <a:xfrm>
              <a:off x="10651515" y="3382023"/>
              <a:ext cx="681355" cy="2168525"/>
            </a:xfrm>
            <a:custGeom>
              <a:avLst/>
              <a:gdLst/>
              <a:ahLst/>
              <a:cxnLst/>
              <a:rect l="l" t="t" r="r" b="b"/>
              <a:pathLst>
                <a:path w="681354" h="2168525">
                  <a:moveTo>
                    <a:pt x="0" y="2083435"/>
                  </a:moveTo>
                  <a:lnTo>
                    <a:pt x="1322" y="2132392"/>
                  </a:lnTo>
                  <a:lnTo>
                    <a:pt x="10583" y="2157533"/>
                  </a:lnTo>
                  <a:lnTo>
                    <a:pt x="35720" y="2166795"/>
                  </a:lnTo>
                  <a:lnTo>
                    <a:pt x="84670" y="2168118"/>
                  </a:lnTo>
                  <a:lnTo>
                    <a:pt x="596646" y="2168118"/>
                  </a:lnTo>
                  <a:lnTo>
                    <a:pt x="645603" y="2166795"/>
                  </a:lnTo>
                  <a:lnTo>
                    <a:pt x="670744" y="2157533"/>
                  </a:lnTo>
                  <a:lnTo>
                    <a:pt x="680006" y="2132392"/>
                  </a:lnTo>
                  <a:lnTo>
                    <a:pt x="681329" y="2083435"/>
                  </a:lnTo>
                  <a:lnTo>
                    <a:pt x="681329" y="84670"/>
                  </a:lnTo>
                  <a:lnTo>
                    <a:pt x="680006" y="35720"/>
                  </a:lnTo>
                  <a:lnTo>
                    <a:pt x="670744" y="10583"/>
                  </a:lnTo>
                  <a:lnTo>
                    <a:pt x="645603" y="1322"/>
                  </a:lnTo>
                  <a:lnTo>
                    <a:pt x="596646" y="0"/>
                  </a:lnTo>
                  <a:lnTo>
                    <a:pt x="84670" y="0"/>
                  </a:lnTo>
                  <a:lnTo>
                    <a:pt x="35720" y="1322"/>
                  </a:lnTo>
                  <a:lnTo>
                    <a:pt x="10583" y="10583"/>
                  </a:lnTo>
                  <a:lnTo>
                    <a:pt x="1322" y="35720"/>
                  </a:lnTo>
                  <a:lnTo>
                    <a:pt x="0" y="84670"/>
                  </a:lnTo>
                  <a:lnTo>
                    <a:pt x="0" y="2083435"/>
                  </a:lnTo>
                  <a:close/>
                </a:path>
              </a:pathLst>
            </a:custGeom>
            <a:ln w="4927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58665" y="4073271"/>
              <a:ext cx="309156" cy="136636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0928083" y="3522624"/>
              <a:ext cx="170815" cy="489584"/>
            </a:xfrm>
            <a:custGeom>
              <a:avLst/>
              <a:gdLst/>
              <a:ahLst/>
              <a:cxnLst/>
              <a:rect l="l" t="t" r="r" b="b"/>
              <a:pathLst>
                <a:path w="170815" h="489585">
                  <a:moveTo>
                    <a:pt x="44957" y="241985"/>
                  </a:moveTo>
                  <a:lnTo>
                    <a:pt x="2718" y="273637"/>
                  </a:lnTo>
                  <a:lnTo>
                    <a:pt x="122" y="291909"/>
                  </a:lnTo>
                  <a:lnTo>
                    <a:pt x="0" y="292773"/>
                  </a:lnTo>
                  <a:lnTo>
                    <a:pt x="3022" y="311766"/>
                  </a:lnTo>
                  <a:lnTo>
                    <a:pt x="13420" y="327658"/>
                  </a:lnTo>
                  <a:lnTo>
                    <a:pt x="33330" y="338645"/>
                  </a:lnTo>
                  <a:lnTo>
                    <a:pt x="33797" y="338645"/>
                  </a:lnTo>
                  <a:lnTo>
                    <a:pt x="64312" y="342607"/>
                  </a:lnTo>
                  <a:lnTo>
                    <a:pt x="114223" y="342607"/>
                  </a:lnTo>
                  <a:lnTo>
                    <a:pt x="139882" y="338645"/>
                  </a:lnTo>
                  <a:lnTo>
                    <a:pt x="157162" y="327817"/>
                  </a:lnTo>
                  <a:lnTo>
                    <a:pt x="161943" y="319976"/>
                  </a:lnTo>
                  <a:lnTo>
                    <a:pt x="65098" y="319976"/>
                  </a:lnTo>
                  <a:lnTo>
                    <a:pt x="49695" y="319371"/>
                  </a:lnTo>
                  <a:lnTo>
                    <a:pt x="36274" y="315960"/>
                  </a:lnTo>
                  <a:lnTo>
                    <a:pt x="26515" y="307467"/>
                  </a:lnTo>
                  <a:lnTo>
                    <a:pt x="22809" y="291909"/>
                  </a:lnTo>
                  <a:lnTo>
                    <a:pt x="22769" y="291744"/>
                  </a:lnTo>
                  <a:lnTo>
                    <a:pt x="24214" y="280536"/>
                  </a:lnTo>
                  <a:lnTo>
                    <a:pt x="28513" y="271987"/>
                  </a:lnTo>
                  <a:lnTo>
                    <a:pt x="35481" y="266495"/>
                  </a:lnTo>
                  <a:lnTo>
                    <a:pt x="44896" y="264566"/>
                  </a:lnTo>
                  <a:lnTo>
                    <a:pt x="44957" y="241985"/>
                  </a:lnTo>
                  <a:close/>
                </a:path>
                <a:path w="170815" h="489585">
                  <a:moveTo>
                    <a:pt x="161747" y="264566"/>
                  </a:moveTo>
                  <a:lnTo>
                    <a:pt x="116547" y="264566"/>
                  </a:lnTo>
                  <a:lnTo>
                    <a:pt x="133569" y="267350"/>
                  </a:lnTo>
                  <a:lnTo>
                    <a:pt x="142922" y="274254"/>
                  </a:lnTo>
                  <a:lnTo>
                    <a:pt x="146880" y="283109"/>
                  </a:lnTo>
                  <a:lnTo>
                    <a:pt x="147713" y="291744"/>
                  </a:lnTo>
                  <a:lnTo>
                    <a:pt x="146902" y="300288"/>
                  </a:lnTo>
                  <a:lnTo>
                    <a:pt x="142948" y="309556"/>
                  </a:lnTo>
                  <a:lnTo>
                    <a:pt x="133597" y="316976"/>
                  </a:lnTo>
                  <a:lnTo>
                    <a:pt x="116598" y="319976"/>
                  </a:lnTo>
                  <a:lnTo>
                    <a:pt x="161943" y="319976"/>
                  </a:lnTo>
                  <a:lnTo>
                    <a:pt x="166949" y="311766"/>
                  </a:lnTo>
                  <a:lnTo>
                    <a:pt x="167341" y="309556"/>
                  </a:lnTo>
                  <a:lnTo>
                    <a:pt x="170268" y="291909"/>
                  </a:lnTo>
                  <a:lnTo>
                    <a:pt x="167209" y="272573"/>
                  </a:lnTo>
                  <a:lnTo>
                    <a:pt x="161747" y="264566"/>
                  </a:lnTo>
                  <a:close/>
                </a:path>
                <a:path w="170815" h="489585">
                  <a:moveTo>
                    <a:pt x="82689" y="224358"/>
                  </a:moveTo>
                  <a:lnTo>
                    <a:pt x="82676" y="307467"/>
                  </a:lnTo>
                  <a:lnTo>
                    <a:pt x="86446" y="300288"/>
                  </a:lnTo>
                  <a:lnTo>
                    <a:pt x="105339" y="264566"/>
                  </a:lnTo>
                  <a:lnTo>
                    <a:pt x="161747" y="264566"/>
                  </a:lnTo>
                  <a:lnTo>
                    <a:pt x="156376" y="256693"/>
                  </a:lnTo>
                  <a:lnTo>
                    <a:pt x="136259" y="245941"/>
                  </a:lnTo>
                  <a:lnTo>
                    <a:pt x="105346" y="241985"/>
                  </a:lnTo>
                  <a:lnTo>
                    <a:pt x="102183" y="234021"/>
                  </a:lnTo>
                  <a:lnTo>
                    <a:pt x="95022" y="228814"/>
                  </a:lnTo>
                  <a:lnTo>
                    <a:pt x="87360" y="225785"/>
                  </a:lnTo>
                  <a:lnTo>
                    <a:pt x="82689" y="224358"/>
                  </a:lnTo>
                  <a:close/>
                </a:path>
                <a:path w="170815" h="489585">
                  <a:moveTo>
                    <a:pt x="168097" y="186461"/>
                  </a:moveTo>
                  <a:lnTo>
                    <a:pt x="2235" y="186461"/>
                  </a:lnTo>
                  <a:lnTo>
                    <a:pt x="2235" y="209016"/>
                  </a:lnTo>
                  <a:lnTo>
                    <a:pt x="168097" y="209016"/>
                  </a:lnTo>
                  <a:lnTo>
                    <a:pt x="168097" y="186461"/>
                  </a:lnTo>
                  <a:close/>
                </a:path>
                <a:path w="170815" h="489585">
                  <a:moveTo>
                    <a:pt x="95465" y="132905"/>
                  </a:moveTo>
                  <a:lnTo>
                    <a:pt x="72885" y="132905"/>
                  </a:lnTo>
                  <a:lnTo>
                    <a:pt x="72885" y="186461"/>
                  </a:lnTo>
                  <a:lnTo>
                    <a:pt x="95465" y="186461"/>
                  </a:lnTo>
                  <a:lnTo>
                    <a:pt x="95465" y="132905"/>
                  </a:lnTo>
                  <a:close/>
                </a:path>
                <a:path w="170815" h="489585">
                  <a:moveTo>
                    <a:pt x="168097" y="110490"/>
                  </a:moveTo>
                  <a:lnTo>
                    <a:pt x="2235" y="110490"/>
                  </a:lnTo>
                  <a:lnTo>
                    <a:pt x="2235" y="132905"/>
                  </a:lnTo>
                  <a:lnTo>
                    <a:pt x="168097" y="132905"/>
                  </a:lnTo>
                  <a:lnTo>
                    <a:pt x="168097" y="110490"/>
                  </a:lnTo>
                  <a:close/>
                </a:path>
                <a:path w="170815" h="489585">
                  <a:moveTo>
                    <a:pt x="24841" y="0"/>
                  </a:moveTo>
                  <a:lnTo>
                    <a:pt x="2235" y="0"/>
                  </a:lnTo>
                  <a:lnTo>
                    <a:pt x="2235" y="94170"/>
                  </a:lnTo>
                  <a:lnTo>
                    <a:pt x="24841" y="94170"/>
                  </a:lnTo>
                  <a:lnTo>
                    <a:pt x="24841" y="56984"/>
                  </a:lnTo>
                  <a:lnTo>
                    <a:pt x="168097" y="56984"/>
                  </a:lnTo>
                  <a:lnTo>
                    <a:pt x="164206" y="49228"/>
                  </a:lnTo>
                  <a:lnTo>
                    <a:pt x="159262" y="42133"/>
                  </a:lnTo>
                  <a:lnTo>
                    <a:pt x="153640" y="36955"/>
                  </a:lnTo>
                  <a:lnTo>
                    <a:pt x="147713" y="34950"/>
                  </a:lnTo>
                  <a:lnTo>
                    <a:pt x="24841" y="34950"/>
                  </a:lnTo>
                  <a:lnTo>
                    <a:pt x="24841" y="0"/>
                  </a:lnTo>
                  <a:close/>
                </a:path>
                <a:path w="170815" h="489585">
                  <a:moveTo>
                    <a:pt x="168097" y="371259"/>
                  </a:moveTo>
                  <a:lnTo>
                    <a:pt x="2235" y="371259"/>
                  </a:lnTo>
                  <a:lnTo>
                    <a:pt x="2247" y="393852"/>
                  </a:lnTo>
                  <a:lnTo>
                    <a:pt x="168097" y="393852"/>
                  </a:lnTo>
                  <a:lnTo>
                    <a:pt x="168097" y="371259"/>
                  </a:lnTo>
                  <a:close/>
                </a:path>
                <a:path w="170815" h="489585">
                  <a:moveTo>
                    <a:pt x="168097" y="414845"/>
                  </a:moveTo>
                  <a:lnTo>
                    <a:pt x="145389" y="414845"/>
                  </a:lnTo>
                  <a:lnTo>
                    <a:pt x="145389" y="466585"/>
                  </a:lnTo>
                  <a:lnTo>
                    <a:pt x="20827" y="466585"/>
                  </a:lnTo>
                  <a:lnTo>
                    <a:pt x="15229" y="468949"/>
                  </a:lnTo>
                  <a:lnTo>
                    <a:pt x="10102" y="474772"/>
                  </a:lnTo>
                  <a:lnTo>
                    <a:pt x="5690" y="482149"/>
                  </a:lnTo>
                  <a:lnTo>
                    <a:pt x="2235" y="489178"/>
                  </a:lnTo>
                  <a:lnTo>
                    <a:pt x="147713" y="489178"/>
                  </a:lnTo>
                  <a:lnTo>
                    <a:pt x="154606" y="486646"/>
                  </a:lnTo>
                  <a:lnTo>
                    <a:pt x="161201" y="480544"/>
                  </a:lnTo>
                  <a:lnTo>
                    <a:pt x="166148" y="473110"/>
                  </a:lnTo>
                  <a:lnTo>
                    <a:pt x="168097" y="466585"/>
                  </a:lnTo>
                  <a:lnTo>
                    <a:pt x="168097" y="414845"/>
                  </a:lnTo>
                  <a:close/>
                </a:path>
              </a:pathLst>
            </a:custGeom>
            <a:solidFill>
              <a:srgbClr val="007D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1221774" y="4511738"/>
            <a:ext cx="3162935" cy="0"/>
          </a:xfrm>
          <a:custGeom>
            <a:avLst/>
            <a:gdLst/>
            <a:ahLst/>
            <a:cxnLst/>
            <a:rect l="l" t="t" r="r" b="b"/>
            <a:pathLst>
              <a:path w="3162935" h="0">
                <a:moveTo>
                  <a:pt x="0" y="0"/>
                </a:moveTo>
                <a:lnTo>
                  <a:pt x="3162846" y="0"/>
                </a:lnTo>
              </a:path>
            </a:pathLst>
          </a:custGeom>
          <a:ln w="10591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306880" y="4818202"/>
            <a:ext cx="699135" cy="694690"/>
          </a:xfrm>
          <a:custGeom>
            <a:avLst/>
            <a:gdLst/>
            <a:ahLst/>
            <a:cxnLst/>
            <a:rect l="l" t="t" r="r" b="b"/>
            <a:pathLst>
              <a:path w="699135" h="694689">
                <a:moveTo>
                  <a:pt x="699007" y="0"/>
                </a:moveTo>
                <a:lnTo>
                  <a:pt x="0" y="0"/>
                </a:lnTo>
                <a:lnTo>
                  <a:pt x="0" y="694309"/>
                </a:lnTo>
                <a:lnTo>
                  <a:pt x="699007" y="694309"/>
                </a:lnTo>
                <a:lnTo>
                  <a:pt x="699007" y="0"/>
                </a:lnTo>
                <a:close/>
              </a:path>
            </a:pathLst>
          </a:custGeom>
          <a:solidFill>
            <a:srgbClr val="007D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221765" y="4745756"/>
            <a:ext cx="868680" cy="177165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6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dirty="0" sz="600" spc="-20">
                <a:solidFill>
                  <a:srgbClr val="B3B2B2"/>
                </a:solidFill>
                <a:latin typeface="Palatino Linotype"/>
                <a:cs typeface="Palatino Linotype"/>
              </a:rPr>
              <a:t>HEINEKEN</a:t>
            </a:r>
            <a:r>
              <a:rPr dirty="0" baseline="16666" sz="750" spc="-30">
                <a:solidFill>
                  <a:srgbClr val="B3B2B2"/>
                </a:solidFill>
                <a:latin typeface="Palatino Linotype"/>
                <a:cs typeface="Palatino Linotype"/>
              </a:rPr>
              <a:t>®</a:t>
            </a:r>
            <a:r>
              <a:rPr dirty="0" baseline="16666" sz="750" spc="52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B3B2B2"/>
                </a:solidFill>
                <a:latin typeface="Palatino Linotype"/>
                <a:cs typeface="Palatino Linotype"/>
              </a:rPr>
              <a:t>GREEN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  <a:tabLst>
                <a:tab pos="474345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35">
                <a:solidFill>
                  <a:srgbClr val="B3B2B2"/>
                </a:solidFill>
                <a:latin typeface="Palatino Linotype"/>
                <a:cs typeface="Palatino Linotype"/>
              </a:rPr>
              <a:t>85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5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19</a:t>
            </a:r>
            <a:endParaRPr sz="7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  <a:spcBef>
                <a:spcPts val="250"/>
              </a:spcBef>
              <a:tabLst>
                <a:tab pos="474345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700" spc="19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30">
                <a:solidFill>
                  <a:srgbClr val="B3B2B2"/>
                </a:solidFill>
                <a:latin typeface="Palatino Linotype"/>
                <a:cs typeface="Palatino Linotype"/>
              </a:rPr>
              <a:t>103</a:t>
            </a:r>
            <a:endParaRPr sz="7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  <a:spcBef>
                <a:spcPts val="245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700" spc="2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11</a:t>
            </a:r>
            <a:endParaRPr sz="700">
              <a:latin typeface="Palatino Linotype"/>
              <a:cs typeface="Palatino Linotype"/>
            </a:endParaRPr>
          </a:p>
          <a:p>
            <a:pPr marL="80645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30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2453982" y="4818202"/>
            <a:ext cx="699135" cy="694690"/>
          </a:xfrm>
          <a:custGeom>
            <a:avLst/>
            <a:gdLst/>
            <a:ahLst/>
            <a:cxnLst/>
            <a:rect l="l" t="t" r="r" b="b"/>
            <a:pathLst>
              <a:path w="699135" h="694689">
                <a:moveTo>
                  <a:pt x="699033" y="0"/>
                </a:moveTo>
                <a:lnTo>
                  <a:pt x="0" y="0"/>
                </a:lnTo>
                <a:lnTo>
                  <a:pt x="0" y="694309"/>
                </a:lnTo>
                <a:lnTo>
                  <a:pt x="699033" y="694309"/>
                </a:lnTo>
                <a:lnTo>
                  <a:pt x="699033" y="0"/>
                </a:lnTo>
                <a:close/>
              </a:path>
            </a:pathLst>
          </a:custGeom>
          <a:solidFill>
            <a:srgbClr val="E306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2368918" y="4745756"/>
            <a:ext cx="868680" cy="177165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6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</a:pPr>
            <a:r>
              <a:rPr dirty="0" sz="600" spc="-20">
                <a:solidFill>
                  <a:srgbClr val="B3B2B2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RED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54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40">
                <a:solidFill>
                  <a:srgbClr val="B3B2B2"/>
                </a:solidFill>
                <a:latin typeface="Palatino Linotype"/>
                <a:cs typeface="Palatino Linotype"/>
              </a:rPr>
              <a:t>255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6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G</a:t>
            </a:r>
            <a:r>
              <a:rPr dirty="0" sz="700" spc="23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43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45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65">
                <a:solidFill>
                  <a:srgbClr val="B3B2B2"/>
                </a:solidFill>
                <a:latin typeface="Palatino Linotype"/>
                <a:cs typeface="Palatino Linotype"/>
              </a:rPr>
              <a:t>100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 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B</a:t>
            </a:r>
            <a:r>
              <a:rPr dirty="0" sz="700" spc="28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2453233" y="5826887"/>
            <a:ext cx="699135" cy="0"/>
          </a:xfrm>
          <a:custGeom>
            <a:avLst/>
            <a:gdLst/>
            <a:ahLst/>
            <a:cxnLst/>
            <a:rect l="l" t="t" r="r" b="b"/>
            <a:pathLst>
              <a:path w="699135" h="0">
                <a:moveTo>
                  <a:pt x="0" y="0"/>
                </a:moveTo>
                <a:lnTo>
                  <a:pt x="69869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3601084" y="4818202"/>
            <a:ext cx="699135" cy="694690"/>
          </a:xfrm>
          <a:custGeom>
            <a:avLst/>
            <a:gdLst/>
            <a:ahLst/>
            <a:cxnLst/>
            <a:rect l="l" t="t" r="r" b="b"/>
            <a:pathLst>
              <a:path w="699135" h="694689">
                <a:moveTo>
                  <a:pt x="699033" y="0"/>
                </a:moveTo>
                <a:lnTo>
                  <a:pt x="0" y="0"/>
                </a:lnTo>
                <a:lnTo>
                  <a:pt x="0" y="694309"/>
                </a:lnTo>
                <a:lnTo>
                  <a:pt x="699033" y="694309"/>
                </a:lnTo>
                <a:lnTo>
                  <a:pt x="699033" y="0"/>
                </a:lnTo>
                <a:close/>
              </a:path>
            </a:pathLst>
          </a:custGeom>
          <a:solidFill>
            <a:srgbClr val="BFBD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3516007" y="4745756"/>
            <a:ext cx="868680" cy="1771650"/>
          </a:xfrm>
          <a:prstGeom prst="rect">
            <a:avLst/>
          </a:prstGeom>
          <a:ln w="10058">
            <a:solidFill>
              <a:srgbClr val="B3B2B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6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</a:pPr>
            <a:r>
              <a:rPr dirty="0" sz="600" spc="-55">
                <a:solidFill>
                  <a:srgbClr val="B3B2B2"/>
                </a:solidFill>
                <a:latin typeface="Palatino Linotype"/>
                <a:cs typeface="Palatino Linotype"/>
              </a:rPr>
              <a:t>COOL</a:t>
            </a:r>
            <a:r>
              <a:rPr dirty="0" sz="600" spc="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40">
                <a:solidFill>
                  <a:srgbClr val="B3B2B2"/>
                </a:solidFill>
                <a:latin typeface="Palatino Linotype"/>
                <a:cs typeface="Palatino Linotype"/>
              </a:rPr>
              <a:t>GRAY</a:t>
            </a:r>
            <a:r>
              <a:rPr dirty="0" sz="600" spc="3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600" spc="-25">
                <a:solidFill>
                  <a:srgbClr val="B3B2B2"/>
                </a:solidFill>
                <a:latin typeface="Palatino Linotype"/>
                <a:cs typeface="Palatino Linotype"/>
              </a:rPr>
              <a:t>4C</a:t>
            </a: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6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C</a:t>
            </a:r>
            <a:r>
              <a:rPr dirty="0" sz="700" spc="24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R</a:t>
            </a:r>
            <a:r>
              <a:rPr dirty="0" sz="700" spc="26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187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M</a:t>
            </a:r>
            <a:r>
              <a:rPr dirty="0" sz="700" spc="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G</a:t>
            </a:r>
            <a:r>
              <a:rPr dirty="0" sz="700" spc="19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188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45"/>
              </a:spcBef>
              <a:tabLst>
                <a:tab pos="473709" algn="l"/>
              </a:tabLst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Y</a:t>
            </a:r>
            <a:r>
              <a:rPr dirty="0" sz="700" spc="270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55">
                <a:solidFill>
                  <a:srgbClr val="B3B2B2"/>
                </a:solidFill>
                <a:latin typeface="Palatino Linotype"/>
                <a:cs typeface="Palatino Linotype"/>
              </a:rPr>
              <a:t>0</a:t>
            </a: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	B</a:t>
            </a:r>
            <a:r>
              <a:rPr dirty="0" sz="700" spc="29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B3B2B2"/>
                </a:solidFill>
                <a:latin typeface="Palatino Linotype"/>
                <a:cs typeface="Palatino Linotype"/>
              </a:rPr>
              <a:t>189</a:t>
            </a:r>
            <a:endParaRPr sz="700">
              <a:latin typeface="Palatino Linotype"/>
              <a:cs typeface="Palatino Linotype"/>
            </a:endParaRPr>
          </a:p>
          <a:p>
            <a:pPr marL="8001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solidFill>
                  <a:srgbClr val="B3B2B2"/>
                </a:solidFill>
                <a:latin typeface="Palatino Linotype"/>
                <a:cs typeface="Palatino Linotype"/>
              </a:rPr>
              <a:t>K</a:t>
            </a:r>
            <a:r>
              <a:rPr dirty="0" sz="700" spc="225">
                <a:solidFill>
                  <a:srgbClr val="B3B2B2"/>
                </a:solidFill>
                <a:latin typeface="Palatino Linotype"/>
                <a:cs typeface="Palatino Linotype"/>
              </a:rPr>
              <a:t> </a:t>
            </a:r>
            <a:r>
              <a:rPr dirty="0" sz="700" spc="40">
                <a:solidFill>
                  <a:srgbClr val="B3B2B2"/>
                </a:solidFill>
                <a:latin typeface="Palatino Linotype"/>
                <a:cs typeface="Palatino Linotype"/>
              </a:rPr>
              <a:t>35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3600348" y="5826887"/>
            <a:ext cx="699135" cy="0"/>
          </a:xfrm>
          <a:custGeom>
            <a:avLst/>
            <a:gdLst/>
            <a:ahLst/>
            <a:cxnLst/>
            <a:rect l="l" t="t" r="r" b="b"/>
            <a:pathLst>
              <a:path w="699135" h="0">
                <a:moveTo>
                  <a:pt x="0" y="0"/>
                </a:moveTo>
                <a:lnTo>
                  <a:pt x="69869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306563" y="5826887"/>
            <a:ext cx="699135" cy="0"/>
          </a:xfrm>
          <a:custGeom>
            <a:avLst/>
            <a:gdLst/>
            <a:ahLst/>
            <a:cxnLst/>
            <a:rect l="l" t="t" r="r" b="b"/>
            <a:pathLst>
              <a:path w="699135" h="0">
                <a:moveTo>
                  <a:pt x="0" y="0"/>
                </a:moveTo>
                <a:lnTo>
                  <a:pt x="698690" y="0"/>
                </a:lnTo>
              </a:path>
            </a:pathLst>
          </a:custGeom>
          <a:ln w="10058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0651718" y="3117850"/>
            <a:ext cx="16871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40">
                <a:solidFill>
                  <a:srgbClr val="9D9D9C"/>
                </a:solidFill>
                <a:latin typeface="Palatino Linotype"/>
                <a:cs typeface="Palatino Linotype"/>
              </a:rPr>
              <a:t>STANDARD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343905" y="1436344"/>
            <a:ext cx="4471035" cy="7156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dirty="0" sz="1000" spc="9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light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endParaRPr sz="1000">
              <a:latin typeface="Palatino Linotype"/>
              <a:cs typeface="Palatino Linotype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44">
                <a:solidFill>
                  <a:srgbClr val="9D9D9C"/>
                </a:solidFill>
                <a:latin typeface="Palatino Linotype"/>
                <a:cs typeface="Palatino Linotype"/>
              </a:rPr>
              <a:t>®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specifically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items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communication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directly</a:t>
            </a:r>
            <a:endParaRPr sz="800">
              <a:latin typeface="Palatino Linotype"/>
              <a:cs typeface="Palatino Linotype"/>
            </a:endParaRPr>
          </a:p>
          <a:p>
            <a:pPr marL="38100" marR="30480">
              <a:lnSpc>
                <a:spcPct val="135400"/>
              </a:lnSpc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related</a:t>
            </a:r>
            <a:r>
              <a:rPr dirty="0" sz="800" spc="1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lager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beer.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clearly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reads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emphasizes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main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 spc="15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209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Light: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white.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69305" y="2291689"/>
            <a:ext cx="4768850" cy="11811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versions: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standard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cases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third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option,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endParaRPr sz="800">
              <a:latin typeface="Palatino Linotype"/>
              <a:cs typeface="Palatino Linotype"/>
            </a:endParaRPr>
          </a:p>
          <a:p>
            <a:pPr marL="62230" marR="5080">
              <a:lnSpc>
                <a:spcPct val="135400"/>
              </a:lnSpc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Only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cases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when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standard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really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doesn't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fit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because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very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limited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height.</a:t>
            </a:r>
            <a:endParaRPr sz="800">
              <a:latin typeface="Palatino Linotype"/>
              <a:cs typeface="Palatino Linotype"/>
            </a:endParaRPr>
          </a:p>
          <a:p>
            <a:pPr marL="62230">
              <a:lnSpc>
                <a:spcPct val="100000"/>
              </a:lnSpc>
              <a:spcBef>
                <a:spcPts val="340"/>
              </a:spcBef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vertically,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never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horizontally.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369305" y="3612489"/>
            <a:ext cx="4177665" cy="118110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different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versions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specific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applications: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white;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preferred</a:t>
            </a:r>
            <a:r>
              <a:rPr dirty="0" sz="800" spc="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9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green,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out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14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endParaRPr sz="800">
              <a:latin typeface="Palatino Linotype"/>
              <a:cs typeface="Palatino Linotype"/>
            </a:endParaRPr>
          </a:p>
          <a:p>
            <a:pPr marL="62230" marR="5080" indent="-50165">
              <a:lnSpc>
                <a:spcPct val="135400"/>
              </a:lnSpc>
              <a:buChar char="-"/>
              <a:tabLst>
                <a:tab pos="62230" algn="l"/>
                <a:tab pos="6794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case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less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than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35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mm.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wide,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reproduced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'rough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printing</a:t>
            </a:r>
            <a:r>
              <a:rPr dirty="0" sz="800" spc="1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technique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85119" y="5936874"/>
            <a:ext cx="2066925" cy="843445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5369305" y="5136413"/>
            <a:ext cx="4599305" cy="101600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800" spc="-70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NOT:</a:t>
            </a:r>
            <a:endParaRPr sz="800">
              <a:latin typeface="Palatino Linotype"/>
              <a:cs typeface="Palatino Linotype"/>
            </a:endParaRPr>
          </a:p>
          <a:p>
            <a:pPr marL="62230" marR="5080" indent="-50165">
              <a:lnSpc>
                <a:spcPct val="135400"/>
              </a:lnSpc>
              <a:buChar char="-"/>
              <a:tabLst>
                <a:tab pos="62230" algn="l"/>
                <a:tab pos="6794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elements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isolation;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do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not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star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isolation,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nor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smiling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e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50">
                <a:solidFill>
                  <a:srgbClr val="9D9D9C"/>
                </a:solidFill>
                <a:latin typeface="Palatino Linotype"/>
                <a:cs typeface="Palatino Linotype"/>
              </a:rPr>
              <a:t>H</a:t>
            </a:r>
            <a:endParaRPr sz="800">
              <a:latin typeface="Palatino Linotype"/>
              <a:cs typeface="Palatino Linotype"/>
            </a:endParaRPr>
          </a:p>
          <a:p>
            <a:pPr marL="62230" marR="255270" indent="-50165">
              <a:lnSpc>
                <a:spcPct val="135400"/>
              </a:lnSpc>
              <a:buChar char="-"/>
              <a:tabLst>
                <a:tab pos="62230" algn="l"/>
                <a:tab pos="67945" algn="l"/>
              </a:tabLst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	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background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that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strange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brand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(e.g.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blue,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red,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etc).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Create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area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around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isolate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from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these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background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endParaRPr sz="800">
              <a:latin typeface="Palatino Linotype"/>
              <a:cs typeface="Palatino Linotype"/>
            </a:endParaRPr>
          </a:p>
          <a:p>
            <a:pPr marL="68580" indent="-55880">
              <a:lnSpc>
                <a:spcPct val="100000"/>
              </a:lnSpc>
              <a:spcBef>
                <a:spcPts val="340"/>
              </a:spcBef>
              <a:buChar char="-"/>
              <a:tabLst>
                <a:tab pos="68580" algn="l"/>
              </a:tabLst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change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composition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colors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any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way.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5283530" y="5141328"/>
            <a:ext cx="4778375" cy="1091565"/>
          </a:xfrm>
          <a:custGeom>
            <a:avLst/>
            <a:gdLst/>
            <a:ahLst/>
            <a:cxnLst/>
            <a:rect l="l" t="t" r="r" b="b"/>
            <a:pathLst>
              <a:path w="4778375" h="1091564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1019175"/>
                </a:lnTo>
                <a:lnTo>
                  <a:pt x="1124" y="1060797"/>
                </a:lnTo>
                <a:lnTo>
                  <a:pt x="8999" y="1082171"/>
                </a:lnTo>
                <a:lnTo>
                  <a:pt x="30373" y="1090046"/>
                </a:lnTo>
                <a:lnTo>
                  <a:pt x="71996" y="1091171"/>
                </a:lnTo>
                <a:lnTo>
                  <a:pt x="4705946" y="1091171"/>
                </a:lnTo>
                <a:lnTo>
                  <a:pt x="4747569" y="1090046"/>
                </a:lnTo>
                <a:lnTo>
                  <a:pt x="4768943" y="1082171"/>
                </a:lnTo>
                <a:lnTo>
                  <a:pt x="4776818" y="1060797"/>
                </a:lnTo>
                <a:lnTo>
                  <a:pt x="4777943" y="1019175"/>
                </a:lnTo>
                <a:lnTo>
                  <a:pt x="4777943" y="71996"/>
                </a:lnTo>
                <a:lnTo>
                  <a:pt x="4776818" y="30373"/>
                </a:lnTo>
                <a:lnTo>
                  <a:pt x="4768943" y="8999"/>
                </a:lnTo>
                <a:lnTo>
                  <a:pt x="4747569" y="1124"/>
                </a:lnTo>
                <a:lnTo>
                  <a:pt x="4705946" y="0"/>
                </a:lnTo>
                <a:lnTo>
                  <a:pt x="71996" y="0"/>
                </a:lnTo>
                <a:close/>
              </a:path>
            </a:pathLst>
          </a:custGeom>
          <a:ln w="19050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1376342" y="5289105"/>
            <a:ext cx="1364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7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THE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7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0631246" y="6424250"/>
            <a:ext cx="17602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7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5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7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VERSION</a:t>
            </a:r>
            <a:r>
              <a:rPr dirty="0" sz="7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35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7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5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7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2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65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700" spc="-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7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7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700" spc="-1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endParaRPr sz="700">
              <a:latin typeface="Palatino Linotype"/>
              <a:cs typeface="Palatino Linotype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0612119" y="5742495"/>
            <a:ext cx="19215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FOR</a:t>
            </a:r>
            <a:r>
              <a:rPr dirty="0" sz="1000" spc="110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EXCEPTIONAL</a:t>
            </a:r>
            <a:r>
              <a:rPr dirty="0" sz="1000" spc="114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E30613"/>
                </a:solidFill>
                <a:latin typeface="Palatino Linotype"/>
                <a:cs typeface="Palatino Linotype"/>
              </a:rPr>
              <a:t>USE</a:t>
            </a:r>
            <a:r>
              <a:rPr dirty="0" sz="1000" spc="110">
                <a:solidFill>
                  <a:srgbClr val="E30613"/>
                </a:solidFill>
                <a:latin typeface="Palatino Linotype"/>
                <a:cs typeface="Palatino Linotype"/>
              </a:rPr>
              <a:t> </a:t>
            </a:r>
            <a:r>
              <a:rPr dirty="0" sz="1000" spc="-20">
                <a:solidFill>
                  <a:srgbClr val="E30613"/>
                </a:solidFill>
                <a:latin typeface="Palatino Linotype"/>
                <a:cs typeface="Palatino Linotype"/>
              </a:rPr>
              <a:t>ONLY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217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465"/>
              <a:t> </a:t>
            </a:r>
            <a:r>
              <a:rPr dirty="0" sz="2600"/>
              <a:t>light</a:t>
            </a:r>
            <a:r>
              <a:rPr dirty="0" sz="2600" spc="-9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45" name="object 4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50"/>
              <a:t>20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843002" y="0"/>
            <a:ext cx="837565" cy="201930"/>
          </a:xfrm>
          <a:custGeom>
            <a:avLst/>
            <a:gdLst/>
            <a:ahLst/>
            <a:cxnLst/>
            <a:rect l="l" t="t" r="r" b="b"/>
            <a:pathLst>
              <a:path w="837565" h="201930">
                <a:moveTo>
                  <a:pt x="837006" y="0"/>
                </a:moveTo>
                <a:lnTo>
                  <a:pt x="0" y="0"/>
                </a:lnTo>
                <a:lnTo>
                  <a:pt x="0" y="201599"/>
                </a:lnTo>
                <a:lnTo>
                  <a:pt x="837006" y="201599"/>
                </a:lnTo>
                <a:lnTo>
                  <a:pt x="837006" y="0"/>
                </a:lnTo>
                <a:close/>
              </a:path>
            </a:pathLst>
          </a:custGeom>
          <a:solidFill>
            <a:srgbClr val="CDD1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894401" y="0"/>
            <a:ext cx="930910" cy="201930"/>
          </a:xfrm>
          <a:prstGeom prst="rect">
            <a:avLst/>
          </a:prstGeom>
          <a:solidFill>
            <a:srgbClr val="CDD1D3"/>
          </a:solidFill>
        </p:spPr>
        <p:txBody>
          <a:bodyPr wrap="square" lIns="0" tIns="11430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9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067263" y="1990985"/>
            <a:ext cx="1629410" cy="1155065"/>
            <a:chOff x="7067263" y="1990985"/>
            <a:chExt cx="1629410" cy="1155065"/>
          </a:xfrm>
        </p:grpSpPr>
        <p:sp>
          <p:nvSpPr>
            <p:cNvPr id="6" name="object 6" descr=""/>
            <p:cNvSpPr/>
            <p:nvPr/>
          </p:nvSpPr>
          <p:spPr>
            <a:xfrm>
              <a:off x="7069784" y="1993506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1544142" y="0"/>
                  </a:moveTo>
                  <a:lnTo>
                    <a:pt x="79997" y="0"/>
                  </a:ln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069784" y="1993506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79997" y="0"/>
                  </a:move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lnTo>
                    <a:pt x="79997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1598" y="2069985"/>
              <a:ext cx="1359674" cy="951687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7067263" y="4553731"/>
            <a:ext cx="1629410" cy="1155065"/>
            <a:chOff x="7067263" y="4553731"/>
            <a:chExt cx="1629410" cy="1155065"/>
          </a:xfrm>
        </p:grpSpPr>
        <p:sp>
          <p:nvSpPr>
            <p:cNvPr id="10" name="object 10" descr=""/>
            <p:cNvSpPr/>
            <p:nvPr/>
          </p:nvSpPr>
          <p:spPr>
            <a:xfrm>
              <a:off x="7069784" y="4556252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1544142" y="0"/>
                  </a:moveTo>
                  <a:lnTo>
                    <a:pt x="79997" y="0"/>
                  </a:ln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069784" y="4556252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79997" y="0"/>
                  </a:move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lnTo>
                    <a:pt x="79997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04290" y="4628566"/>
              <a:ext cx="1356283" cy="97281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752841" y="1414238"/>
            <a:ext cx="1296035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1: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Standard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525697" y="4556633"/>
            <a:ext cx="1624330" cy="1149985"/>
            <a:chOff x="3525697" y="4556633"/>
            <a:chExt cx="1624330" cy="1149985"/>
          </a:xfrm>
        </p:grpSpPr>
        <p:sp>
          <p:nvSpPr>
            <p:cNvPr id="15" name="object 15" descr=""/>
            <p:cNvSpPr/>
            <p:nvPr/>
          </p:nvSpPr>
          <p:spPr>
            <a:xfrm>
              <a:off x="3525697" y="4556633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1544142" y="0"/>
                  </a:moveTo>
                  <a:lnTo>
                    <a:pt x="79997" y="0"/>
                  </a:ln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721"/>
                  </a:lnTo>
                  <a:lnTo>
                    <a:pt x="1249" y="1115954"/>
                  </a:lnTo>
                  <a:lnTo>
                    <a:pt x="9999" y="1139696"/>
                  </a:lnTo>
                  <a:lnTo>
                    <a:pt x="33748" y="1148443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3"/>
                  </a:lnTo>
                  <a:lnTo>
                    <a:pt x="1614139" y="1139696"/>
                  </a:lnTo>
                  <a:lnTo>
                    <a:pt x="1622889" y="1115954"/>
                  </a:lnTo>
                  <a:lnTo>
                    <a:pt x="1624139" y="1069721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close/>
                </a:path>
              </a:pathLst>
            </a:custGeom>
            <a:solidFill>
              <a:srgbClr val="007D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5720" y="4621161"/>
              <a:ext cx="1363040" cy="973340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1760899" y="1990515"/>
            <a:ext cx="1629410" cy="1155065"/>
            <a:chOff x="1760899" y="1990515"/>
            <a:chExt cx="1629410" cy="1155065"/>
          </a:xfrm>
        </p:grpSpPr>
        <p:sp>
          <p:nvSpPr>
            <p:cNvPr id="18" name="object 18" descr=""/>
            <p:cNvSpPr/>
            <p:nvPr/>
          </p:nvSpPr>
          <p:spPr>
            <a:xfrm>
              <a:off x="1763420" y="1993036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79997" y="0"/>
                  </a:move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lnTo>
                    <a:pt x="79997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4751" y="2083041"/>
              <a:ext cx="1362849" cy="939673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750898" y="3166790"/>
            <a:ext cx="129730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2166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LIGHT_1_A_PMS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511771" y="3166790"/>
            <a:ext cx="129730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LIGHT_1_B_PMS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285061" y="3166790"/>
            <a:ext cx="1614805" cy="630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4869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LIGHT_1_C_PMS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058271" y="3166790"/>
            <a:ext cx="1578610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alluminium/inox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background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00">
              <a:latin typeface="Palatino Linotype"/>
              <a:cs typeface="Palatino Linotype"/>
            </a:endParaRPr>
          </a:p>
          <a:p>
            <a:pPr marL="12700" marR="874394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LIGHT_1_C1_PMS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52409" y="3958947"/>
            <a:ext cx="3415029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2:</a:t>
            </a:r>
            <a:r>
              <a:rPr dirty="0" sz="95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8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 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 to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&lt;35mm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525697" y="1993874"/>
            <a:ext cx="1624330" cy="1149985"/>
            <a:chOff x="3525697" y="1993874"/>
            <a:chExt cx="1624330" cy="1149985"/>
          </a:xfrm>
        </p:grpSpPr>
        <p:sp>
          <p:nvSpPr>
            <p:cNvPr id="26" name="object 26" descr=""/>
            <p:cNvSpPr/>
            <p:nvPr/>
          </p:nvSpPr>
          <p:spPr>
            <a:xfrm>
              <a:off x="3525697" y="1993874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1544142" y="0"/>
                  </a:moveTo>
                  <a:lnTo>
                    <a:pt x="79997" y="0"/>
                  </a:ln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721"/>
                  </a:lnTo>
                  <a:lnTo>
                    <a:pt x="1249" y="1115954"/>
                  </a:lnTo>
                  <a:lnTo>
                    <a:pt x="9999" y="1139696"/>
                  </a:lnTo>
                  <a:lnTo>
                    <a:pt x="33748" y="1148443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3"/>
                  </a:lnTo>
                  <a:lnTo>
                    <a:pt x="1614139" y="1139696"/>
                  </a:lnTo>
                  <a:lnTo>
                    <a:pt x="1622889" y="1115954"/>
                  </a:lnTo>
                  <a:lnTo>
                    <a:pt x="1624139" y="1069721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close/>
                </a:path>
              </a:pathLst>
            </a:custGeom>
            <a:solidFill>
              <a:srgbClr val="007D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56495" y="2061045"/>
              <a:ext cx="1362862" cy="952220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5297423" y="1993189"/>
            <a:ext cx="1624330" cy="1149985"/>
            <a:chOff x="5297423" y="1993189"/>
            <a:chExt cx="1624330" cy="1149985"/>
          </a:xfrm>
        </p:grpSpPr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7423" y="1993189"/>
              <a:ext cx="1624139" cy="114969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28830" y="2068538"/>
              <a:ext cx="1363052" cy="952220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1760899" y="4553274"/>
            <a:ext cx="1629410" cy="1155065"/>
            <a:chOff x="1760899" y="4553274"/>
            <a:chExt cx="1629410" cy="1155065"/>
          </a:xfrm>
        </p:grpSpPr>
        <p:sp>
          <p:nvSpPr>
            <p:cNvPr id="32" name="object 32" descr=""/>
            <p:cNvSpPr/>
            <p:nvPr/>
          </p:nvSpPr>
          <p:spPr>
            <a:xfrm>
              <a:off x="1763420" y="4555794"/>
              <a:ext cx="1624330" cy="1149985"/>
            </a:xfrm>
            <a:custGeom>
              <a:avLst/>
              <a:gdLst/>
              <a:ahLst/>
              <a:cxnLst/>
              <a:rect l="l" t="t" r="r" b="b"/>
              <a:pathLst>
                <a:path w="1624329" h="1149985">
                  <a:moveTo>
                    <a:pt x="79997" y="0"/>
                  </a:moveTo>
                  <a:lnTo>
                    <a:pt x="33748" y="1249"/>
                  </a:lnTo>
                  <a:lnTo>
                    <a:pt x="9999" y="9999"/>
                  </a:lnTo>
                  <a:lnTo>
                    <a:pt x="1249" y="33748"/>
                  </a:lnTo>
                  <a:lnTo>
                    <a:pt x="0" y="79997"/>
                  </a:lnTo>
                  <a:lnTo>
                    <a:pt x="0" y="1069695"/>
                  </a:lnTo>
                  <a:lnTo>
                    <a:pt x="1249" y="1115944"/>
                  </a:lnTo>
                  <a:lnTo>
                    <a:pt x="9999" y="1139693"/>
                  </a:lnTo>
                  <a:lnTo>
                    <a:pt x="33748" y="1148442"/>
                  </a:lnTo>
                  <a:lnTo>
                    <a:pt x="79997" y="1149692"/>
                  </a:lnTo>
                  <a:lnTo>
                    <a:pt x="1544142" y="1149692"/>
                  </a:lnTo>
                  <a:lnTo>
                    <a:pt x="1590390" y="1148442"/>
                  </a:lnTo>
                  <a:lnTo>
                    <a:pt x="1614139" y="1139693"/>
                  </a:lnTo>
                  <a:lnTo>
                    <a:pt x="1622889" y="1115944"/>
                  </a:lnTo>
                  <a:lnTo>
                    <a:pt x="1624139" y="1069695"/>
                  </a:lnTo>
                  <a:lnTo>
                    <a:pt x="1624139" y="79997"/>
                  </a:lnTo>
                  <a:lnTo>
                    <a:pt x="1622889" y="33748"/>
                  </a:lnTo>
                  <a:lnTo>
                    <a:pt x="1614139" y="9999"/>
                  </a:lnTo>
                  <a:lnTo>
                    <a:pt x="1590390" y="1249"/>
                  </a:lnTo>
                  <a:lnTo>
                    <a:pt x="1544142" y="0"/>
                  </a:lnTo>
                  <a:lnTo>
                    <a:pt x="79997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4751" y="4634839"/>
              <a:ext cx="1363052" cy="957770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1750898" y="5729523"/>
            <a:ext cx="131508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63119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LIGHT_2_A_PMS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511771" y="5729523"/>
            <a:ext cx="131508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LIGHT_2_B_PMS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285061" y="5729523"/>
            <a:ext cx="1614805" cy="630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dark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4043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LIGHT_2_C_PMS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058271" y="5729523"/>
            <a:ext cx="1597025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alluminium/inox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background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colors.</a:t>
            </a:r>
            <a:endParaRPr sz="600">
              <a:latin typeface="Palatino Linotype"/>
              <a:cs typeface="Palatino Linotype"/>
            </a:endParaRPr>
          </a:p>
          <a:p>
            <a:pPr marL="12700" marR="883919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LIGHT_2_C1_PMS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5297423" y="4555947"/>
            <a:ext cx="1624330" cy="1149985"/>
            <a:chOff x="5297423" y="4555947"/>
            <a:chExt cx="1624330" cy="1149985"/>
          </a:xfrm>
        </p:grpSpPr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97423" y="4555947"/>
              <a:ext cx="1624139" cy="114969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31573" y="4628311"/>
              <a:ext cx="1363040" cy="973315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8832901" y="3166790"/>
            <a:ext cx="162115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82105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LIGHT_1_D_1COLOR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0606110" y="3166790"/>
            <a:ext cx="1621155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9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363855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LIGHT_1_E_1COLOR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14393" y="4555769"/>
            <a:ext cx="1624139" cy="1149692"/>
          </a:xfrm>
          <a:prstGeom prst="rect">
            <a:avLst/>
          </a:prstGeom>
        </p:spPr>
      </p:pic>
      <p:sp>
        <p:nvSpPr>
          <p:cNvPr id="44" name="object 44" descr=""/>
          <p:cNvSpPr txBox="1"/>
          <p:nvPr/>
        </p:nvSpPr>
        <p:spPr>
          <a:xfrm>
            <a:off x="8832901" y="5729548"/>
            <a:ext cx="163893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83121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LIGHT_2_D_1COLOR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614393" y="1995957"/>
            <a:ext cx="1624139" cy="1149692"/>
          </a:xfrm>
          <a:prstGeom prst="rect">
            <a:avLst/>
          </a:prstGeom>
        </p:spPr>
      </p:pic>
      <p:sp>
        <p:nvSpPr>
          <p:cNvPr id="46" name="object 46" descr=""/>
          <p:cNvSpPr txBox="1"/>
          <p:nvPr/>
        </p:nvSpPr>
        <p:spPr>
          <a:xfrm>
            <a:off x="10606110" y="5729548"/>
            <a:ext cx="163893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83820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LIGHT_2_E_1COLOR</a:t>
            </a:r>
            <a:endParaRPr sz="600">
              <a:latin typeface="Palatino Linotype"/>
              <a:cs typeface="Palatino Linotype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841885" y="1990985"/>
            <a:ext cx="1629181" cy="1154734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841885" y="4553731"/>
            <a:ext cx="1629181" cy="1154734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1626463" y="4004437"/>
            <a:ext cx="10769600" cy="0"/>
          </a:xfrm>
          <a:custGeom>
            <a:avLst/>
            <a:gdLst/>
            <a:ahLst/>
            <a:cxnLst/>
            <a:rect l="l" t="t" r="r" b="b"/>
            <a:pathLst>
              <a:path w="10769600" h="0">
                <a:moveTo>
                  <a:pt x="0" y="0"/>
                </a:moveTo>
                <a:lnTo>
                  <a:pt x="10769053" y="0"/>
                </a:lnTo>
              </a:path>
            </a:pathLst>
          </a:custGeom>
          <a:ln w="10083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1752409" y="6589373"/>
            <a:ext cx="4144645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horizontally.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areas/applications.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21790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465"/>
              <a:t> </a:t>
            </a:r>
            <a:r>
              <a:rPr dirty="0" sz="2600"/>
              <a:t>light</a:t>
            </a:r>
            <a:r>
              <a:rPr dirty="0" sz="2600" spc="-9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50"/>
              <a:t>20</a:t>
            </a:fld>
          </a:p>
        </p:txBody>
      </p:sp>
      <p:sp>
        <p:nvSpPr>
          <p:cNvPr id="53" name="object 53" descr=""/>
          <p:cNvSpPr txBox="1"/>
          <p:nvPr/>
        </p:nvSpPr>
        <p:spPr>
          <a:xfrm>
            <a:off x="5973876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778220" y="1985803"/>
            <a:ext cx="364490" cy="1593215"/>
            <a:chOff x="8778220" y="1985803"/>
            <a:chExt cx="364490" cy="1593215"/>
          </a:xfrm>
        </p:grpSpPr>
        <p:sp>
          <p:nvSpPr>
            <p:cNvPr id="5" name="object 5" descr=""/>
            <p:cNvSpPr/>
            <p:nvPr/>
          </p:nvSpPr>
          <p:spPr>
            <a:xfrm>
              <a:off x="8780741" y="1988324"/>
              <a:ext cx="359410" cy="1588135"/>
            </a:xfrm>
            <a:custGeom>
              <a:avLst/>
              <a:gdLst/>
              <a:ahLst/>
              <a:cxnLst/>
              <a:rect l="l" t="t" r="r" b="b"/>
              <a:pathLst>
                <a:path w="359409" h="1588135">
                  <a:moveTo>
                    <a:pt x="40944" y="0"/>
                  </a:moveTo>
                  <a:lnTo>
                    <a:pt x="17273" y="640"/>
                  </a:lnTo>
                  <a:lnTo>
                    <a:pt x="5118" y="5126"/>
                  </a:lnTo>
                  <a:lnTo>
                    <a:pt x="639" y="17300"/>
                  </a:lnTo>
                  <a:lnTo>
                    <a:pt x="0" y="41008"/>
                  </a:lnTo>
                  <a:lnTo>
                    <a:pt x="0" y="1546974"/>
                  </a:lnTo>
                  <a:lnTo>
                    <a:pt x="639" y="1570660"/>
                  </a:lnTo>
                  <a:lnTo>
                    <a:pt x="5118" y="1582823"/>
                  </a:lnTo>
                  <a:lnTo>
                    <a:pt x="17273" y="1587304"/>
                  </a:lnTo>
                  <a:lnTo>
                    <a:pt x="40944" y="1587944"/>
                  </a:lnTo>
                  <a:lnTo>
                    <a:pt x="318058" y="1587944"/>
                  </a:lnTo>
                  <a:lnTo>
                    <a:pt x="341752" y="1587304"/>
                  </a:lnTo>
                  <a:lnTo>
                    <a:pt x="353918" y="1582823"/>
                  </a:lnTo>
                  <a:lnTo>
                    <a:pt x="358401" y="1570660"/>
                  </a:lnTo>
                  <a:lnTo>
                    <a:pt x="359041" y="1546974"/>
                  </a:lnTo>
                  <a:lnTo>
                    <a:pt x="359041" y="41008"/>
                  </a:lnTo>
                  <a:lnTo>
                    <a:pt x="358401" y="17300"/>
                  </a:lnTo>
                  <a:lnTo>
                    <a:pt x="353918" y="5126"/>
                  </a:lnTo>
                  <a:lnTo>
                    <a:pt x="341752" y="640"/>
                  </a:lnTo>
                  <a:lnTo>
                    <a:pt x="318058" y="0"/>
                  </a:lnTo>
                  <a:lnTo>
                    <a:pt x="40944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3822" y="2062835"/>
              <a:ext cx="231101" cy="1433017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9307233" y="1988324"/>
            <a:ext cx="359410" cy="1588135"/>
            <a:chOff x="9307233" y="1988324"/>
            <a:chExt cx="359410" cy="1588135"/>
          </a:xfrm>
        </p:grpSpPr>
        <p:sp>
          <p:nvSpPr>
            <p:cNvPr id="8" name="object 8" descr=""/>
            <p:cNvSpPr/>
            <p:nvPr/>
          </p:nvSpPr>
          <p:spPr>
            <a:xfrm>
              <a:off x="9307233" y="1988324"/>
              <a:ext cx="359410" cy="1588135"/>
            </a:xfrm>
            <a:custGeom>
              <a:avLst/>
              <a:gdLst/>
              <a:ahLst/>
              <a:cxnLst/>
              <a:rect l="l" t="t" r="r" b="b"/>
              <a:pathLst>
                <a:path w="359409" h="1588135">
                  <a:moveTo>
                    <a:pt x="318058" y="0"/>
                  </a:moveTo>
                  <a:lnTo>
                    <a:pt x="40944" y="0"/>
                  </a:lnTo>
                  <a:lnTo>
                    <a:pt x="17273" y="640"/>
                  </a:lnTo>
                  <a:lnTo>
                    <a:pt x="5118" y="5126"/>
                  </a:lnTo>
                  <a:lnTo>
                    <a:pt x="639" y="17300"/>
                  </a:lnTo>
                  <a:lnTo>
                    <a:pt x="0" y="41008"/>
                  </a:lnTo>
                  <a:lnTo>
                    <a:pt x="0" y="1546974"/>
                  </a:lnTo>
                  <a:lnTo>
                    <a:pt x="639" y="1570660"/>
                  </a:lnTo>
                  <a:lnTo>
                    <a:pt x="5118" y="1582823"/>
                  </a:lnTo>
                  <a:lnTo>
                    <a:pt x="17273" y="1587304"/>
                  </a:lnTo>
                  <a:lnTo>
                    <a:pt x="40944" y="1587944"/>
                  </a:lnTo>
                  <a:lnTo>
                    <a:pt x="318058" y="1587944"/>
                  </a:lnTo>
                  <a:lnTo>
                    <a:pt x="341752" y="1587304"/>
                  </a:lnTo>
                  <a:lnTo>
                    <a:pt x="353918" y="1582823"/>
                  </a:lnTo>
                  <a:lnTo>
                    <a:pt x="358401" y="1570660"/>
                  </a:lnTo>
                  <a:lnTo>
                    <a:pt x="359041" y="1546974"/>
                  </a:lnTo>
                  <a:lnTo>
                    <a:pt x="359041" y="41008"/>
                  </a:lnTo>
                  <a:lnTo>
                    <a:pt x="358401" y="17300"/>
                  </a:lnTo>
                  <a:lnTo>
                    <a:pt x="353918" y="5126"/>
                  </a:lnTo>
                  <a:lnTo>
                    <a:pt x="341752" y="640"/>
                  </a:lnTo>
                  <a:lnTo>
                    <a:pt x="3180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3870" y="2062823"/>
              <a:ext cx="123990" cy="7042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70314" y="2062835"/>
              <a:ext cx="231114" cy="1432991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763198" y="1985803"/>
            <a:ext cx="364490" cy="1593215"/>
            <a:chOff x="1763198" y="1985803"/>
            <a:chExt cx="364490" cy="1593215"/>
          </a:xfrm>
        </p:grpSpPr>
        <p:sp>
          <p:nvSpPr>
            <p:cNvPr id="12" name="object 12" descr=""/>
            <p:cNvSpPr/>
            <p:nvPr/>
          </p:nvSpPr>
          <p:spPr>
            <a:xfrm>
              <a:off x="1765719" y="1988324"/>
              <a:ext cx="359410" cy="1588135"/>
            </a:xfrm>
            <a:custGeom>
              <a:avLst/>
              <a:gdLst/>
              <a:ahLst/>
              <a:cxnLst/>
              <a:rect l="l" t="t" r="r" b="b"/>
              <a:pathLst>
                <a:path w="359410" h="1588135">
                  <a:moveTo>
                    <a:pt x="40944" y="0"/>
                  </a:moveTo>
                  <a:lnTo>
                    <a:pt x="17273" y="640"/>
                  </a:lnTo>
                  <a:lnTo>
                    <a:pt x="5118" y="5126"/>
                  </a:lnTo>
                  <a:lnTo>
                    <a:pt x="639" y="17300"/>
                  </a:lnTo>
                  <a:lnTo>
                    <a:pt x="0" y="41008"/>
                  </a:lnTo>
                  <a:lnTo>
                    <a:pt x="0" y="1546974"/>
                  </a:lnTo>
                  <a:lnTo>
                    <a:pt x="639" y="1570660"/>
                  </a:lnTo>
                  <a:lnTo>
                    <a:pt x="5118" y="1582823"/>
                  </a:lnTo>
                  <a:lnTo>
                    <a:pt x="17273" y="1587304"/>
                  </a:lnTo>
                  <a:lnTo>
                    <a:pt x="40944" y="1587944"/>
                  </a:lnTo>
                  <a:lnTo>
                    <a:pt x="318058" y="1587944"/>
                  </a:lnTo>
                  <a:lnTo>
                    <a:pt x="341752" y="1587304"/>
                  </a:lnTo>
                  <a:lnTo>
                    <a:pt x="353918" y="1582823"/>
                  </a:lnTo>
                  <a:lnTo>
                    <a:pt x="358401" y="1570660"/>
                  </a:lnTo>
                  <a:lnTo>
                    <a:pt x="359041" y="1546974"/>
                  </a:lnTo>
                  <a:lnTo>
                    <a:pt x="359041" y="41008"/>
                  </a:lnTo>
                  <a:lnTo>
                    <a:pt x="358401" y="17300"/>
                  </a:lnTo>
                  <a:lnTo>
                    <a:pt x="353918" y="5126"/>
                  </a:lnTo>
                  <a:lnTo>
                    <a:pt x="341752" y="640"/>
                  </a:lnTo>
                  <a:lnTo>
                    <a:pt x="318058" y="0"/>
                  </a:lnTo>
                  <a:lnTo>
                    <a:pt x="40944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812" y="2062835"/>
              <a:ext cx="231101" cy="1433017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07233" y="4729099"/>
            <a:ext cx="359041" cy="1587944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8778220" y="4726578"/>
            <a:ext cx="364490" cy="1593215"/>
            <a:chOff x="8778220" y="4726578"/>
            <a:chExt cx="364490" cy="1593215"/>
          </a:xfrm>
        </p:grpSpPr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51687" y="4803610"/>
              <a:ext cx="215375" cy="1432862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780741" y="4729099"/>
              <a:ext cx="359410" cy="1588135"/>
            </a:xfrm>
            <a:custGeom>
              <a:avLst/>
              <a:gdLst/>
              <a:ahLst/>
              <a:cxnLst/>
              <a:rect l="l" t="t" r="r" b="b"/>
              <a:pathLst>
                <a:path w="359409" h="1588135">
                  <a:moveTo>
                    <a:pt x="40944" y="0"/>
                  </a:moveTo>
                  <a:lnTo>
                    <a:pt x="17273" y="640"/>
                  </a:lnTo>
                  <a:lnTo>
                    <a:pt x="5118" y="5126"/>
                  </a:lnTo>
                  <a:lnTo>
                    <a:pt x="639" y="17300"/>
                  </a:lnTo>
                  <a:lnTo>
                    <a:pt x="0" y="41008"/>
                  </a:lnTo>
                  <a:lnTo>
                    <a:pt x="0" y="1546974"/>
                  </a:lnTo>
                  <a:lnTo>
                    <a:pt x="639" y="1570660"/>
                  </a:lnTo>
                  <a:lnTo>
                    <a:pt x="5118" y="1582823"/>
                  </a:lnTo>
                  <a:lnTo>
                    <a:pt x="17273" y="1587304"/>
                  </a:lnTo>
                  <a:lnTo>
                    <a:pt x="40944" y="1587944"/>
                  </a:lnTo>
                  <a:lnTo>
                    <a:pt x="318058" y="1587944"/>
                  </a:lnTo>
                  <a:lnTo>
                    <a:pt x="341752" y="1587304"/>
                  </a:lnTo>
                  <a:lnTo>
                    <a:pt x="353918" y="1582823"/>
                  </a:lnTo>
                  <a:lnTo>
                    <a:pt x="358401" y="1570660"/>
                  </a:lnTo>
                  <a:lnTo>
                    <a:pt x="359041" y="1546974"/>
                  </a:lnTo>
                  <a:lnTo>
                    <a:pt x="359041" y="41008"/>
                  </a:lnTo>
                  <a:lnTo>
                    <a:pt x="358401" y="17300"/>
                  </a:lnTo>
                  <a:lnTo>
                    <a:pt x="353918" y="5126"/>
                  </a:lnTo>
                  <a:lnTo>
                    <a:pt x="341752" y="640"/>
                  </a:lnTo>
                  <a:lnTo>
                    <a:pt x="318058" y="0"/>
                  </a:lnTo>
                  <a:lnTo>
                    <a:pt x="40944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31881" y="4729099"/>
            <a:ext cx="359041" cy="1587944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1763198" y="4726578"/>
            <a:ext cx="364490" cy="1593215"/>
            <a:chOff x="1763198" y="4726578"/>
            <a:chExt cx="364490" cy="1593215"/>
          </a:xfrm>
        </p:grpSpPr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36621" y="4803394"/>
              <a:ext cx="215495" cy="1432848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765719" y="4729099"/>
              <a:ext cx="359410" cy="1588135"/>
            </a:xfrm>
            <a:custGeom>
              <a:avLst/>
              <a:gdLst/>
              <a:ahLst/>
              <a:cxnLst/>
              <a:rect l="l" t="t" r="r" b="b"/>
              <a:pathLst>
                <a:path w="359410" h="1588135">
                  <a:moveTo>
                    <a:pt x="40944" y="0"/>
                  </a:moveTo>
                  <a:lnTo>
                    <a:pt x="17273" y="640"/>
                  </a:lnTo>
                  <a:lnTo>
                    <a:pt x="5118" y="5126"/>
                  </a:lnTo>
                  <a:lnTo>
                    <a:pt x="639" y="17300"/>
                  </a:lnTo>
                  <a:lnTo>
                    <a:pt x="0" y="41008"/>
                  </a:lnTo>
                  <a:lnTo>
                    <a:pt x="0" y="1546974"/>
                  </a:lnTo>
                  <a:lnTo>
                    <a:pt x="639" y="1570660"/>
                  </a:lnTo>
                  <a:lnTo>
                    <a:pt x="5118" y="1582823"/>
                  </a:lnTo>
                  <a:lnTo>
                    <a:pt x="17273" y="1587304"/>
                  </a:lnTo>
                  <a:lnTo>
                    <a:pt x="40944" y="1587944"/>
                  </a:lnTo>
                  <a:lnTo>
                    <a:pt x="318058" y="1587944"/>
                  </a:lnTo>
                  <a:lnTo>
                    <a:pt x="341752" y="1587304"/>
                  </a:lnTo>
                  <a:lnTo>
                    <a:pt x="353918" y="1582823"/>
                  </a:lnTo>
                  <a:lnTo>
                    <a:pt x="358401" y="1570660"/>
                  </a:lnTo>
                  <a:lnTo>
                    <a:pt x="359041" y="1546974"/>
                  </a:lnTo>
                  <a:lnTo>
                    <a:pt x="359041" y="41008"/>
                  </a:lnTo>
                  <a:lnTo>
                    <a:pt x="358401" y="17300"/>
                  </a:lnTo>
                  <a:lnTo>
                    <a:pt x="353918" y="5126"/>
                  </a:lnTo>
                  <a:lnTo>
                    <a:pt x="341752" y="640"/>
                  </a:lnTo>
                  <a:lnTo>
                    <a:pt x="318058" y="0"/>
                  </a:lnTo>
                  <a:lnTo>
                    <a:pt x="40944" y="0"/>
                  </a:lnTo>
                  <a:close/>
                </a:path>
              </a:pathLst>
            </a:custGeom>
            <a:ln w="5041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6295123" y="4729099"/>
            <a:ext cx="359410" cy="1588135"/>
            <a:chOff x="6295123" y="4729099"/>
            <a:chExt cx="359410" cy="1588135"/>
          </a:xfrm>
        </p:grpSpPr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95123" y="4729099"/>
              <a:ext cx="359041" cy="158795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56210" y="4803610"/>
              <a:ext cx="235143" cy="1437438"/>
            </a:xfrm>
            <a:prstGeom prst="rect">
              <a:avLst/>
            </a:prstGeom>
          </p:spPr>
        </p:pic>
      </p:grpSp>
      <p:pic>
        <p:nvPicPr>
          <p:cNvPr id="25" name="object 2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032694" y="1988324"/>
            <a:ext cx="359041" cy="1587944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1773199" y="1414238"/>
            <a:ext cx="1449705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3: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VERTICAL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&gt;66mm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212022" y="1957433"/>
            <a:ext cx="124142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55689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LIGHT_3_A_PMS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489813" y="1957433"/>
            <a:ext cx="126174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endParaRPr sz="6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LIGHT_3_B_PMS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764693" y="1966141"/>
            <a:ext cx="1772285" cy="751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Mono-colour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endParaRPr sz="600">
              <a:latin typeface="Palatino Linotype"/>
              <a:cs typeface="Palatino Linotype"/>
            </a:endParaRPr>
          </a:p>
          <a:p>
            <a:pPr marL="12700" marR="963294">
              <a:lnSpc>
                <a:spcPct val="132300"/>
              </a:lnSpc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LIGHT_3_D_1COLOR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LIGHT_3_E_1COLOR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773199" y="4146425"/>
            <a:ext cx="3415029" cy="4298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950" spc="75">
                <a:solidFill>
                  <a:srgbClr val="007F2D"/>
                </a:solidFill>
                <a:latin typeface="Palatino Linotype"/>
                <a:cs typeface="Palatino Linotype"/>
              </a:rPr>
              <a:t>4: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VERTICAL</a:t>
            </a:r>
            <a:r>
              <a:rPr dirty="0" sz="95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 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 to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&lt;66mm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497006" y="4698181"/>
            <a:ext cx="165163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97091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LIGHT_4_B_PMS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764710" y="4701245"/>
            <a:ext cx="1638935" cy="751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and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reversed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826769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LIGHT_4_D_1COLOR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LIGHT_4_E_1COLOR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1626463" y="4142778"/>
            <a:ext cx="10769600" cy="0"/>
          </a:xfrm>
          <a:custGeom>
            <a:avLst/>
            <a:gdLst/>
            <a:ahLst/>
            <a:cxnLst/>
            <a:rect l="l" t="t" r="r" b="b"/>
            <a:pathLst>
              <a:path w="10769600" h="0">
                <a:moveTo>
                  <a:pt x="0" y="0"/>
                </a:moveTo>
                <a:lnTo>
                  <a:pt x="10769041" y="0"/>
                </a:lnTo>
              </a:path>
            </a:pathLst>
          </a:custGeom>
          <a:ln w="10083">
            <a:solidFill>
              <a:srgbClr val="B3B2B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6304812" y="1988325"/>
            <a:ext cx="359410" cy="1588135"/>
            <a:chOff x="6304812" y="1988325"/>
            <a:chExt cx="359410" cy="1588135"/>
          </a:xfrm>
        </p:grpSpPr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04812" y="1988325"/>
              <a:ext cx="359041" cy="1587957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67919" y="2062835"/>
              <a:ext cx="231063" cy="1436738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6758444" y="1957395"/>
            <a:ext cx="1614805" cy="630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endParaRPr sz="600">
              <a:latin typeface="Palatino Linotype"/>
              <a:cs typeface="Palatino Linotype"/>
            </a:endParaRPr>
          </a:p>
          <a:p>
            <a:pPr marL="12700" marR="5080">
              <a:lnSpc>
                <a:spcPct val="132300"/>
              </a:lnSpc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4043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LIGHT_3_C_PMS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212055" y="4700338"/>
            <a:ext cx="1651635" cy="509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963930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LIGHT_4_A_PMS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758444" y="4700338"/>
            <a:ext cx="1651635" cy="630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Small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vertical </a:t>
            </a:r>
            <a:r>
              <a:rPr dirty="0" sz="600" spc="-2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 green,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973455">
              <a:lnSpc>
                <a:spcPct val="1323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LIGHT_4_C_PMS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752465" y="6589332"/>
            <a:ext cx="432181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NOTE: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Only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these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vertical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logos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vertically.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1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the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regular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Light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logo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</a:t>
            </a:r>
            <a:r>
              <a:rPr dirty="0" sz="600" spc="10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horizontal</a:t>
            </a:r>
            <a:r>
              <a:rPr dirty="0" sz="600" spc="11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areas/applications.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dirty="0"/>
              <a:t>Heineken</a:t>
            </a:r>
            <a:r>
              <a:rPr dirty="0" baseline="35714" sz="2100"/>
              <a:t>®</a:t>
            </a:r>
            <a:r>
              <a:rPr dirty="0" baseline="35714" sz="2100" spc="390"/>
              <a:t> </a:t>
            </a:r>
            <a:r>
              <a:rPr dirty="0" sz="2600"/>
              <a:t>light</a:t>
            </a:r>
            <a:r>
              <a:rPr dirty="0" sz="2600" spc="-145"/>
              <a:t> </a:t>
            </a:r>
            <a:r>
              <a:rPr dirty="0" sz="2600" spc="70"/>
              <a:t>vertical</a:t>
            </a:r>
            <a:r>
              <a:rPr dirty="0" sz="2600" spc="-140"/>
              <a:t> </a:t>
            </a:r>
            <a:r>
              <a:rPr dirty="0" sz="2600" spc="50"/>
              <a:t>logo</a:t>
            </a:r>
            <a:endParaRPr sz="2600"/>
          </a:p>
        </p:txBody>
      </p:sp>
      <p:sp>
        <p:nvSpPr>
          <p:cNvPr id="44" name="object 4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25"/>
              <a:t>29</a:t>
            </a:fld>
          </a:p>
        </p:txBody>
      </p:sp>
      <p:sp>
        <p:nvSpPr>
          <p:cNvPr id="43" name="object 43" descr=""/>
          <p:cNvSpPr txBox="1"/>
          <p:nvPr/>
        </p:nvSpPr>
        <p:spPr>
          <a:xfrm>
            <a:off x="5973876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71036" y="2452205"/>
            <a:ext cx="5669280" cy="1131570"/>
            <a:chOff x="1071036" y="2452205"/>
            <a:chExt cx="5669280" cy="1131570"/>
          </a:xfrm>
        </p:grpSpPr>
        <p:sp>
          <p:nvSpPr>
            <p:cNvPr id="5" name="object 5" descr=""/>
            <p:cNvSpPr/>
            <p:nvPr/>
          </p:nvSpPr>
          <p:spPr>
            <a:xfrm>
              <a:off x="1071029" y="2452204"/>
              <a:ext cx="5669280" cy="1131570"/>
            </a:xfrm>
            <a:custGeom>
              <a:avLst/>
              <a:gdLst/>
              <a:ahLst/>
              <a:cxnLst/>
              <a:rect l="l" t="t" r="r" b="b"/>
              <a:pathLst>
                <a:path w="5669280" h="1131570">
                  <a:moveTo>
                    <a:pt x="56689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122680"/>
                  </a:lnTo>
                  <a:lnTo>
                    <a:pt x="0" y="1131570"/>
                  </a:lnTo>
                  <a:lnTo>
                    <a:pt x="5668950" y="1131570"/>
                  </a:lnTo>
                  <a:lnTo>
                    <a:pt x="5668950" y="1123010"/>
                  </a:lnTo>
                  <a:lnTo>
                    <a:pt x="5668950" y="1122680"/>
                  </a:lnTo>
                  <a:lnTo>
                    <a:pt x="5668950" y="8953"/>
                  </a:lnTo>
                  <a:lnTo>
                    <a:pt x="5660009" y="8953"/>
                  </a:lnTo>
                  <a:lnTo>
                    <a:pt x="5660009" y="1122680"/>
                  </a:lnTo>
                  <a:lnTo>
                    <a:pt x="8966" y="1122680"/>
                  </a:lnTo>
                  <a:lnTo>
                    <a:pt x="8966" y="8890"/>
                  </a:lnTo>
                  <a:lnTo>
                    <a:pt x="5668950" y="8890"/>
                  </a:lnTo>
                  <a:lnTo>
                    <a:pt x="5668950" y="0"/>
                  </a:lnTo>
                  <a:close/>
                </a:path>
              </a:pathLst>
            </a:custGeom>
            <a:solidFill>
              <a:srgbClr val="B3B2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0393" y="2771356"/>
              <a:ext cx="2717812" cy="48754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115496" y="2804553"/>
              <a:ext cx="1305560" cy="454659"/>
            </a:xfrm>
            <a:custGeom>
              <a:avLst/>
              <a:gdLst/>
              <a:ahLst/>
              <a:cxnLst/>
              <a:rect l="l" t="t" r="r" b="b"/>
              <a:pathLst>
                <a:path w="1305560" h="454660">
                  <a:moveTo>
                    <a:pt x="523989" y="0"/>
                  </a:moveTo>
                  <a:lnTo>
                    <a:pt x="482947" y="5048"/>
                  </a:lnTo>
                  <a:lnTo>
                    <a:pt x="446560" y="22009"/>
                  </a:lnTo>
                  <a:lnTo>
                    <a:pt x="417397" y="53604"/>
                  </a:lnTo>
                  <a:lnTo>
                    <a:pt x="398027" y="102557"/>
                  </a:lnTo>
                  <a:lnTo>
                    <a:pt x="391020" y="171589"/>
                  </a:lnTo>
                  <a:lnTo>
                    <a:pt x="391020" y="304774"/>
                  </a:lnTo>
                  <a:lnTo>
                    <a:pt x="397879" y="361402"/>
                  </a:lnTo>
                  <a:lnTo>
                    <a:pt x="417007" y="403407"/>
                  </a:lnTo>
                  <a:lnTo>
                    <a:pt x="446235" y="432046"/>
                  </a:lnTo>
                  <a:lnTo>
                    <a:pt x="483390" y="448575"/>
                  </a:lnTo>
                  <a:lnTo>
                    <a:pt x="526300" y="454253"/>
                  </a:lnTo>
                  <a:lnTo>
                    <a:pt x="568161" y="449259"/>
                  </a:lnTo>
                  <a:lnTo>
                    <a:pt x="604686" y="431510"/>
                  </a:lnTo>
                  <a:lnTo>
                    <a:pt x="633597" y="398937"/>
                  </a:lnTo>
                  <a:lnTo>
                    <a:pt x="635454" y="394106"/>
                  </a:lnTo>
                  <a:lnTo>
                    <a:pt x="526732" y="394106"/>
                  </a:lnTo>
                  <a:lnTo>
                    <a:pt x="503949" y="391932"/>
                  </a:lnTo>
                  <a:lnTo>
                    <a:pt x="479229" y="381382"/>
                  </a:lnTo>
                  <a:lnTo>
                    <a:pt x="459436" y="356442"/>
                  </a:lnTo>
                  <a:lnTo>
                    <a:pt x="451434" y="311099"/>
                  </a:lnTo>
                  <a:lnTo>
                    <a:pt x="451513" y="171589"/>
                  </a:lnTo>
                  <a:lnTo>
                    <a:pt x="453041" y="132605"/>
                  </a:lnTo>
                  <a:lnTo>
                    <a:pt x="462135" y="96793"/>
                  </a:lnTo>
                  <a:lnTo>
                    <a:pt x="484785" y="70752"/>
                  </a:lnTo>
                  <a:lnTo>
                    <a:pt x="526999" y="60693"/>
                  </a:lnTo>
                  <a:lnTo>
                    <a:pt x="643445" y="60693"/>
                  </a:lnTo>
                  <a:lnTo>
                    <a:pt x="618301" y="29336"/>
                  </a:lnTo>
                  <a:lnTo>
                    <a:pt x="575034" y="7253"/>
                  </a:lnTo>
                  <a:lnTo>
                    <a:pt x="523989" y="0"/>
                  </a:lnTo>
                  <a:close/>
                </a:path>
                <a:path w="1305560" h="454660">
                  <a:moveTo>
                    <a:pt x="706501" y="220611"/>
                  </a:moveTo>
                  <a:lnTo>
                    <a:pt x="484996" y="220611"/>
                  </a:lnTo>
                  <a:lnTo>
                    <a:pt x="599262" y="281050"/>
                  </a:lnTo>
                  <a:lnTo>
                    <a:pt x="599224" y="311099"/>
                  </a:lnTo>
                  <a:lnTo>
                    <a:pt x="592944" y="349474"/>
                  </a:lnTo>
                  <a:lnTo>
                    <a:pt x="591759" y="356442"/>
                  </a:lnTo>
                  <a:lnTo>
                    <a:pt x="573259" y="381382"/>
                  </a:lnTo>
                  <a:lnTo>
                    <a:pt x="549658" y="391932"/>
                  </a:lnTo>
                  <a:lnTo>
                    <a:pt x="549289" y="391932"/>
                  </a:lnTo>
                  <a:lnTo>
                    <a:pt x="526732" y="394106"/>
                  </a:lnTo>
                  <a:lnTo>
                    <a:pt x="635454" y="394106"/>
                  </a:lnTo>
                  <a:lnTo>
                    <a:pt x="652614" y="349474"/>
                  </a:lnTo>
                  <a:lnTo>
                    <a:pt x="659460" y="281050"/>
                  </a:lnTo>
                  <a:lnTo>
                    <a:pt x="680719" y="272612"/>
                  </a:lnTo>
                  <a:lnTo>
                    <a:pt x="694620" y="253512"/>
                  </a:lnTo>
                  <a:lnTo>
                    <a:pt x="702701" y="233071"/>
                  </a:lnTo>
                  <a:lnTo>
                    <a:pt x="706501" y="220611"/>
                  </a:lnTo>
                  <a:close/>
                </a:path>
                <a:path w="1305560" h="454660">
                  <a:moveTo>
                    <a:pt x="643445" y="60693"/>
                  </a:moveTo>
                  <a:lnTo>
                    <a:pt x="526999" y="60693"/>
                  </a:lnTo>
                  <a:lnTo>
                    <a:pt x="556640" y="64610"/>
                  </a:lnTo>
                  <a:lnTo>
                    <a:pt x="579442" y="76076"/>
                  </a:lnTo>
                  <a:lnTo>
                    <a:pt x="594087" y="94661"/>
                  </a:lnTo>
                  <a:lnTo>
                    <a:pt x="599262" y="119938"/>
                  </a:lnTo>
                  <a:lnTo>
                    <a:pt x="659510" y="119938"/>
                  </a:lnTo>
                  <a:lnTo>
                    <a:pt x="648292" y="66736"/>
                  </a:lnTo>
                  <a:lnTo>
                    <a:pt x="643445" y="60693"/>
                  </a:lnTo>
                  <a:close/>
                </a:path>
                <a:path w="1305560" h="454660">
                  <a:moveTo>
                    <a:pt x="807618" y="5968"/>
                  </a:moveTo>
                  <a:lnTo>
                    <a:pt x="747433" y="5968"/>
                  </a:lnTo>
                  <a:lnTo>
                    <a:pt x="747445" y="448475"/>
                  </a:lnTo>
                  <a:lnTo>
                    <a:pt x="807618" y="448475"/>
                  </a:lnTo>
                  <a:lnTo>
                    <a:pt x="807618" y="254711"/>
                  </a:lnTo>
                  <a:lnTo>
                    <a:pt x="1010306" y="254711"/>
                  </a:lnTo>
                  <a:lnTo>
                    <a:pt x="1010301" y="194475"/>
                  </a:lnTo>
                  <a:lnTo>
                    <a:pt x="807618" y="194475"/>
                  </a:lnTo>
                  <a:lnTo>
                    <a:pt x="807618" y="5968"/>
                  </a:lnTo>
                  <a:close/>
                </a:path>
                <a:path w="1305560" h="454660">
                  <a:moveTo>
                    <a:pt x="1010306" y="254711"/>
                  </a:moveTo>
                  <a:lnTo>
                    <a:pt x="950493" y="254711"/>
                  </a:lnTo>
                  <a:lnTo>
                    <a:pt x="950493" y="448475"/>
                  </a:lnTo>
                  <a:lnTo>
                    <a:pt x="1010323" y="448475"/>
                  </a:lnTo>
                  <a:lnTo>
                    <a:pt x="1010306" y="254711"/>
                  </a:lnTo>
                  <a:close/>
                </a:path>
                <a:path w="1305560" h="454660">
                  <a:moveTo>
                    <a:pt x="1010284" y="5968"/>
                  </a:moveTo>
                  <a:lnTo>
                    <a:pt x="950493" y="5968"/>
                  </a:lnTo>
                  <a:lnTo>
                    <a:pt x="950493" y="194475"/>
                  </a:lnTo>
                  <a:lnTo>
                    <a:pt x="1010301" y="194475"/>
                  </a:lnTo>
                  <a:lnTo>
                    <a:pt x="1010284" y="5968"/>
                  </a:lnTo>
                  <a:close/>
                </a:path>
                <a:path w="1305560" h="454660">
                  <a:moveTo>
                    <a:pt x="1211808" y="66293"/>
                  </a:moveTo>
                  <a:lnTo>
                    <a:pt x="1153058" y="66293"/>
                  </a:lnTo>
                  <a:lnTo>
                    <a:pt x="1153058" y="448475"/>
                  </a:lnTo>
                  <a:lnTo>
                    <a:pt x="1173741" y="438086"/>
                  </a:lnTo>
                  <a:lnTo>
                    <a:pt x="1192658" y="424900"/>
                  </a:lnTo>
                  <a:lnTo>
                    <a:pt x="1206463" y="409909"/>
                  </a:lnTo>
                  <a:lnTo>
                    <a:pt x="1211808" y="394106"/>
                  </a:lnTo>
                  <a:lnTo>
                    <a:pt x="1211808" y="66293"/>
                  </a:lnTo>
                  <a:close/>
                </a:path>
                <a:path w="1305560" h="454660">
                  <a:moveTo>
                    <a:pt x="1305077" y="5968"/>
                  </a:moveTo>
                  <a:lnTo>
                    <a:pt x="1053820" y="5968"/>
                  </a:lnTo>
                  <a:lnTo>
                    <a:pt x="1053820" y="66293"/>
                  </a:lnTo>
                  <a:lnTo>
                    <a:pt x="1305077" y="66293"/>
                  </a:lnTo>
                  <a:lnTo>
                    <a:pt x="1305077" y="5968"/>
                  </a:lnTo>
                  <a:close/>
                </a:path>
                <a:path w="1305560" h="454660">
                  <a:moveTo>
                    <a:pt x="314591" y="6007"/>
                  </a:moveTo>
                  <a:lnTo>
                    <a:pt x="254355" y="6007"/>
                  </a:lnTo>
                  <a:lnTo>
                    <a:pt x="254330" y="448475"/>
                  </a:lnTo>
                  <a:lnTo>
                    <a:pt x="314591" y="448475"/>
                  </a:lnTo>
                  <a:lnTo>
                    <a:pt x="314591" y="6007"/>
                  </a:lnTo>
                  <a:close/>
                </a:path>
                <a:path w="1305560" h="454660">
                  <a:moveTo>
                    <a:pt x="0" y="5968"/>
                  </a:moveTo>
                  <a:lnTo>
                    <a:pt x="0" y="394106"/>
                  </a:lnTo>
                  <a:lnTo>
                    <a:pt x="6755" y="412486"/>
                  </a:lnTo>
                  <a:lnTo>
                    <a:pt x="23036" y="430077"/>
                  </a:lnTo>
                  <a:lnTo>
                    <a:pt x="42867" y="443275"/>
                  </a:lnTo>
                  <a:lnTo>
                    <a:pt x="60274" y="448475"/>
                  </a:lnTo>
                  <a:lnTo>
                    <a:pt x="198335" y="448475"/>
                  </a:lnTo>
                  <a:lnTo>
                    <a:pt x="198335" y="387896"/>
                  </a:lnTo>
                  <a:lnTo>
                    <a:pt x="60274" y="387896"/>
                  </a:lnTo>
                  <a:lnTo>
                    <a:pt x="60274" y="55575"/>
                  </a:lnTo>
                  <a:lnTo>
                    <a:pt x="53967" y="40641"/>
                  </a:lnTo>
                  <a:lnTo>
                    <a:pt x="38433" y="26962"/>
                  </a:lnTo>
                  <a:lnTo>
                    <a:pt x="18751" y="15188"/>
                  </a:lnTo>
                  <a:lnTo>
                    <a:pt x="0" y="5968"/>
                  </a:lnTo>
                  <a:close/>
                </a:path>
              </a:pathLst>
            </a:custGeom>
            <a:solidFill>
              <a:srgbClr val="007D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270552" y="2929204"/>
              <a:ext cx="675005" cy="399415"/>
            </a:xfrm>
            <a:custGeom>
              <a:avLst/>
              <a:gdLst/>
              <a:ahLst/>
              <a:cxnLst/>
              <a:rect l="l" t="t" r="r" b="b"/>
              <a:pathLst>
                <a:path w="675004" h="399414">
                  <a:moveTo>
                    <a:pt x="672439" y="0"/>
                  </a:moveTo>
                  <a:lnTo>
                    <a:pt x="671690" y="1397"/>
                  </a:lnTo>
                  <a:lnTo>
                    <a:pt x="670674" y="2743"/>
                  </a:lnTo>
                  <a:lnTo>
                    <a:pt x="669315" y="3848"/>
                  </a:lnTo>
                  <a:lnTo>
                    <a:pt x="662647" y="9474"/>
                  </a:lnTo>
                  <a:lnTo>
                    <a:pt x="527548" y="113780"/>
                  </a:lnTo>
                  <a:lnTo>
                    <a:pt x="487768" y="143725"/>
                  </a:lnTo>
                  <a:lnTo>
                    <a:pt x="488886" y="147256"/>
                  </a:lnTo>
                  <a:lnTo>
                    <a:pt x="491210" y="154813"/>
                  </a:lnTo>
                  <a:lnTo>
                    <a:pt x="530804" y="124949"/>
                  </a:lnTo>
                  <a:lnTo>
                    <a:pt x="662647" y="23113"/>
                  </a:lnTo>
                  <a:lnTo>
                    <a:pt x="669315" y="17487"/>
                  </a:lnTo>
                  <a:lnTo>
                    <a:pt x="673684" y="14008"/>
                  </a:lnTo>
                  <a:lnTo>
                    <a:pt x="674636" y="8229"/>
                  </a:lnTo>
                  <a:lnTo>
                    <a:pt x="673342" y="2743"/>
                  </a:lnTo>
                  <a:lnTo>
                    <a:pt x="672668" y="609"/>
                  </a:lnTo>
                  <a:lnTo>
                    <a:pt x="672439" y="0"/>
                  </a:lnTo>
                  <a:close/>
                </a:path>
                <a:path w="675004" h="399414">
                  <a:moveTo>
                    <a:pt x="2184" y="0"/>
                  </a:moveTo>
                  <a:lnTo>
                    <a:pt x="1282" y="2743"/>
                  </a:lnTo>
                  <a:lnTo>
                    <a:pt x="800" y="4914"/>
                  </a:lnTo>
                  <a:lnTo>
                    <a:pt x="0" y="8229"/>
                  </a:lnTo>
                  <a:lnTo>
                    <a:pt x="939" y="13995"/>
                  </a:lnTo>
                  <a:lnTo>
                    <a:pt x="5308" y="17475"/>
                  </a:lnTo>
                  <a:lnTo>
                    <a:pt x="11976" y="23113"/>
                  </a:lnTo>
                  <a:lnTo>
                    <a:pt x="143823" y="124944"/>
                  </a:lnTo>
                  <a:lnTo>
                    <a:pt x="183413" y="154813"/>
                  </a:lnTo>
                  <a:lnTo>
                    <a:pt x="185750" y="147256"/>
                  </a:lnTo>
                  <a:lnTo>
                    <a:pt x="186867" y="143725"/>
                  </a:lnTo>
                  <a:lnTo>
                    <a:pt x="147082" y="113774"/>
                  </a:lnTo>
                  <a:lnTo>
                    <a:pt x="11976" y="9474"/>
                  </a:lnTo>
                  <a:lnTo>
                    <a:pt x="5321" y="3848"/>
                  </a:lnTo>
                  <a:lnTo>
                    <a:pt x="3936" y="2743"/>
                  </a:lnTo>
                  <a:lnTo>
                    <a:pt x="2933" y="1397"/>
                  </a:lnTo>
                  <a:lnTo>
                    <a:pt x="2184" y="0"/>
                  </a:lnTo>
                  <a:close/>
                </a:path>
                <a:path w="675004" h="399414">
                  <a:moveTo>
                    <a:pt x="123405" y="372833"/>
                  </a:moveTo>
                  <a:lnTo>
                    <a:pt x="122297" y="377139"/>
                  </a:lnTo>
                  <a:lnTo>
                    <a:pt x="120936" y="382155"/>
                  </a:lnTo>
                  <a:lnTo>
                    <a:pt x="120840" y="382511"/>
                  </a:lnTo>
                  <a:lnTo>
                    <a:pt x="123469" y="387743"/>
                  </a:lnTo>
                  <a:lnTo>
                    <a:pt x="128155" y="391820"/>
                  </a:lnTo>
                  <a:lnTo>
                    <a:pt x="130238" y="393242"/>
                  </a:lnTo>
                  <a:lnTo>
                    <a:pt x="132232" y="394779"/>
                  </a:lnTo>
                  <a:lnTo>
                    <a:pt x="137566" y="397967"/>
                  </a:lnTo>
                  <a:lnTo>
                    <a:pt x="143357" y="398856"/>
                  </a:lnTo>
                  <a:lnTo>
                    <a:pt x="148031" y="395782"/>
                  </a:lnTo>
                  <a:lnTo>
                    <a:pt x="155435" y="391185"/>
                  </a:lnTo>
                  <a:lnTo>
                    <a:pt x="164262" y="385229"/>
                  </a:lnTo>
                  <a:lnTo>
                    <a:pt x="143357" y="385229"/>
                  </a:lnTo>
                  <a:lnTo>
                    <a:pt x="137566" y="384327"/>
                  </a:lnTo>
                  <a:lnTo>
                    <a:pt x="132253" y="381152"/>
                  </a:lnTo>
                  <a:lnTo>
                    <a:pt x="130238" y="379603"/>
                  </a:lnTo>
                  <a:lnTo>
                    <a:pt x="128142" y="378167"/>
                  </a:lnTo>
                  <a:lnTo>
                    <a:pt x="125225" y="375615"/>
                  </a:lnTo>
                  <a:lnTo>
                    <a:pt x="124167" y="374307"/>
                  </a:lnTo>
                  <a:lnTo>
                    <a:pt x="123405" y="372833"/>
                  </a:lnTo>
                  <a:close/>
                </a:path>
                <a:path w="675004" h="399414">
                  <a:moveTo>
                    <a:pt x="356847" y="266573"/>
                  </a:moveTo>
                  <a:lnTo>
                    <a:pt x="337324" y="266573"/>
                  </a:lnTo>
                  <a:lnTo>
                    <a:pt x="378133" y="295096"/>
                  </a:lnTo>
                  <a:lnTo>
                    <a:pt x="519188" y="391185"/>
                  </a:lnTo>
                  <a:lnTo>
                    <a:pt x="526592" y="395782"/>
                  </a:lnTo>
                  <a:lnTo>
                    <a:pt x="531266" y="398856"/>
                  </a:lnTo>
                  <a:lnTo>
                    <a:pt x="537057" y="397967"/>
                  </a:lnTo>
                  <a:lnTo>
                    <a:pt x="540003" y="396227"/>
                  </a:lnTo>
                  <a:lnTo>
                    <a:pt x="542370" y="394779"/>
                  </a:lnTo>
                  <a:lnTo>
                    <a:pt x="544398" y="393242"/>
                  </a:lnTo>
                  <a:lnTo>
                    <a:pt x="546468" y="391820"/>
                  </a:lnTo>
                  <a:lnTo>
                    <a:pt x="551167" y="387743"/>
                  </a:lnTo>
                  <a:lnTo>
                    <a:pt x="552424" y="385229"/>
                  </a:lnTo>
                  <a:lnTo>
                    <a:pt x="531266" y="385229"/>
                  </a:lnTo>
                  <a:lnTo>
                    <a:pt x="526592" y="382155"/>
                  </a:lnTo>
                  <a:lnTo>
                    <a:pt x="519188" y="377558"/>
                  </a:lnTo>
                  <a:lnTo>
                    <a:pt x="378133" y="281458"/>
                  </a:lnTo>
                  <a:lnTo>
                    <a:pt x="356847" y="266573"/>
                  </a:lnTo>
                  <a:close/>
                </a:path>
                <a:path w="675004" h="399414">
                  <a:moveTo>
                    <a:pt x="337324" y="252920"/>
                  </a:moveTo>
                  <a:lnTo>
                    <a:pt x="296499" y="281458"/>
                  </a:lnTo>
                  <a:lnTo>
                    <a:pt x="155435" y="377558"/>
                  </a:lnTo>
                  <a:lnTo>
                    <a:pt x="148031" y="382155"/>
                  </a:lnTo>
                  <a:lnTo>
                    <a:pt x="143357" y="385229"/>
                  </a:lnTo>
                  <a:lnTo>
                    <a:pt x="164262" y="385229"/>
                  </a:lnTo>
                  <a:lnTo>
                    <a:pt x="296505" y="295096"/>
                  </a:lnTo>
                  <a:lnTo>
                    <a:pt x="337324" y="266573"/>
                  </a:lnTo>
                  <a:lnTo>
                    <a:pt x="356847" y="266573"/>
                  </a:lnTo>
                  <a:lnTo>
                    <a:pt x="337324" y="252920"/>
                  </a:lnTo>
                  <a:close/>
                </a:path>
                <a:path w="675004" h="399414">
                  <a:moveTo>
                    <a:pt x="551218" y="372833"/>
                  </a:moveTo>
                  <a:lnTo>
                    <a:pt x="550468" y="374307"/>
                  </a:lnTo>
                  <a:lnTo>
                    <a:pt x="549409" y="375615"/>
                  </a:lnTo>
                  <a:lnTo>
                    <a:pt x="546468" y="378167"/>
                  </a:lnTo>
                  <a:lnTo>
                    <a:pt x="544398" y="379603"/>
                  </a:lnTo>
                  <a:lnTo>
                    <a:pt x="542391" y="381152"/>
                  </a:lnTo>
                  <a:lnTo>
                    <a:pt x="537057" y="384327"/>
                  </a:lnTo>
                  <a:lnTo>
                    <a:pt x="531266" y="385229"/>
                  </a:lnTo>
                  <a:lnTo>
                    <a:pt x="552424" y="385229"/>
                  </a:lnTo>
                  <a:lnTo>
                    <a:pt x="553783" y="382511"/>
                  </a:lnTo>
                  <a:lnTo>
                    <a:pt x="552436" y="377558"/>
                  </a:lnTo>
                  <a:lnTo>
                    <a:pt x="551954" y="375615"/>
                  </a:lnTo>
                  <a:lnTo>
                    <a:pt x="551218" y="372833"/>
                  </a:lnTo>
                  <a:close/>
                </a:path>
              </a:pathLst>
            </a:custGeom>
            <a:solidFill>
              <a:srgbClr val="BFBD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293057" y="2694063"/>
              <a:ext cx="629920" cy="598170"/>
            </a:xfrm>
            <a:custGeom>
              <a:avLst/>
              <a:gdLst/>
              <a:ahLst/>
              <a:cxnLst/>
              <a:rect l="l" t="t" r="r" b="b"/>
              <a:pathLst>
                <a:path w="629920" h="598170">
                  <a:moveTo>
                    <a:pt x="628254" y="226123"/>
                  </a:moveTo>
                  <a:lnTo>
                    <a:pt x="1390" y="226123"/>
                  </a:lnTo>
                  <a:lnTo>
                    <a:pt x="1142" y="226288"/>
                  </a:lnTo>
                  <a:lnTo>
                    <a:pt x="495" y="228015"/>
                  </a:lnTo>
                  <a:lnTo>
                    <a:pt x="266" y="228714"/>
                  </a:lnTo>
                  <a:lnTo>
                    <a:pt x="139" y="229412"/>
                  </a:lnTo>
                  <a:lnTo>
                    <a:pt x="0" y="229819"/>
                  </a:lnTo>
                  <a:lnTo>
                    <a:pt x="152" y="230238"/>
                  </a:lnTo>
                  <a:lnTo>
                    <a:pt x="469" y="230492"/>
                  </a:lnTo>
                  <a:lnTo>
                    <a:pt x="192519" y="369722"/>
                  </a:lnTo>
                  <a:lnTo>
                    <a:pt x="119087" y="595147"/>
                  </a:lnTo>
                  <a:lnTo>
                    <a:pt x="119087" y="595947"/>
                  </a:lnTo>
                  <a:lnTo>
                    <a:pt x="119981" y="596684"/>
                  </a:lnTo>
                  <a:lnTo>
                    <a:pt x="121132" y="597535"/>
                  </a:lnTo>
                  <a:lnTo>
                    <a:pt x="121754" y="597903"/>
                  </a:lnTo>
                  <a:lnTo>
                    <a:pt x="122110" y="598144"/>
                  </a:lnTo>
                  <a:lnTo>
                    <a:pt x="122535" y="598144"/>
                  </a:lnTo>
                  <a:lnTo>
                    <a:pt x="122897" y="597903"/>
                  </a:lnTo>
                  <a:lnTo>
                    <a:pt x="314820" y="458482"/>
                  </a:lnTo>
                  <a:lnTo>
                    <a:pt x="466026" y="458482"/>
                  </a:lnTo>
                  <a:lnTo>
                    <a:pt x="437108" y="369722"/>
                  </a:lnTo>
                  <a:lnTo>
                    <a:pt x="629183" y="230492"/>
                  </a:lnTo>
                  <a:lnTo>
                    <a:pt x="629500" y="230238"/>
                  </a:lnTo>
                  <a:lnTo>
                    <a:pt x="629653" y="229819"/>
                  </a:lnTo>
                  <a:lnTo>
                    <a:pt x="629526" y="229412"/>
                  </a:lnTo>
                  <a:lnTo>
                    <a:pt x="629348" y="228714"/>
                  </a:lnTo>
                  <a:lnTo>
                    <a:pt x="628903" y="227342"/>
                  </a:lnTo>
                  <a:lnTo>
                    <a:pt x="628624" y="226695"/>
                  </a:lnTo>
                  <a:lnTo>
                    <a:pt x="628510" y="226288"/>
                  </a:lnTo>
                  <a:lnTo>
                    <a:pt x="628254" y="226123"/>
                  </a:lnTo>
                  <a:close/>
                </a:path>
                <a:path w="629920" h="598170">
                  <a:moveTo>
                    <a:pt x="466026" y="458482"/>
                  </a:moveTo>
                  <a:lnTo>
                    <a:pt x="314820" y="458482"/>
                  </a:lnTo>
                  <a:lnTo>
                    <a:pt x="507090" y="598144"/>
                  </a:lnTo>
                  <a:lnTo>
                    <a:pt x="507542" y="598144"/>
                  </a:lnTo>
                  <a:lnTo>
                    <a:pt x="507872" y="597903"/>
                  </a:lnTo>
                  <a:lnTo>
                    <a:pt x="508486" y="597535"/>
                  </a:lnTo>
                  <a:lnTo>
                    <a:pt x="509676" y="596684"/>
                  </a:lnTo>
                  <a:lnTo>
                    <a:pt x="510197" y="596214"/>
                  </a:lnTo>
                  <a:lnTo>
                    <a:pt x="510565" y="595947"/>
                  </a:lnTo>
                  <a:lnTo>
                    <a:pt x="510692" y="595528"/>
                  </a:lnTo>
                  <a:lnTo>
                    <a:pt x="510552" y="595147"/>
                  </a:lnTo>
                  <a:lnTo>
                    <a:pt x="466026" y="458482"/>
                  </a:lnTo>
                  <a:close/>
                </a:path>
                <a:path w="629920" h="598170">
                  <a:moveTo>
                    <a:pt x="316674" y="0"/>
                  </a:moveTo>
                  <a:lnTo>
                    <a:pt x="312953" y="0"/>
                  </a:lnTo>
                  <a:lnTo>
                    <a:pt x="312610" y="279"/>
                  </a:lnTo>
                  <a:lnTo>
                    <a:pt x="312458" y="647"/>
                  </a:lnTo>
                  <a:lnTo>
                    <a:pt x="239242" y="226123"/>
                  </a:lnTo>
                  <a:lnTo>
                    <a:pt x="390385" y="226123"/>
                  </a:lnTo>
                  <a:lnTo>
                    <a:pt x="317157" y="647"/>
                  </a:lnTo>
                  <a:lnTo>
                    <a:pt x="317042" y="279"/>
                  </a:lnTo>
                  <a:lnTo>
                    <a:pt x="316674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1079995" y="4248645"/>
            <a:ext cx="5651500" cy="1114425"/>
            <a:chOff x="1079995" y="4248645"/>
            <a:chExt cx="5651500" cy="1114425"/>
          </a:xfrm>
        </p:grpSpPr>
        <p:sp>
          <p:nvSpPr>
            <p:cNvPr id="11" name="object 11" descr=""/>
            <p:cNvSpPr/>
            <p:nvPr/>
          </p:nvSpPr>
          <p:spPr>
            <a:xfrm>
              <a:off x="1079995" y="4248645"/>
              <a:ext cx="5651500" cy="1114425"/>
            </a:xfrm>
            <a:custGeom>
              <a:avLst/>
              <a:gdLst/>
              <a:ahLst/>
              <a:cxnLst/>
              <a:rect l="l" t="t" r="r" b="b"/>
              <a:pathLst>
                <a:path w="5651500" h="1114425">
                  <a:moveTo>
                    <a:pt x="5651042" y="0"/>
                  </a:moveTo>
                  <a:lnTo>
                    <a:pt x="0" y="0"/>
                  </a:lnTo>
                  <a:lnTo>
                    <a:pt x="0" y="1114056"/>
                  </a:lnTo>
                  <a:lnTo>
                    <a:pt x="5651042" y="1114056"/>
                  </a:lnTo>
                  <a:lnTo>
                    <a:pt x="5651042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70146" y="4459528"/>
              <a:ext cx="675005" cy="642620"/>
            </a:xfrm>
            <a:custGeom>
              <a:avLst/>
              <a:gdLst/>
              <a:ahLst/>
              <a:cxnLst/>
              <a:rect l="l" t="t" r="r" b="b"/>
              <a:pathLst>
                <a:path w="675004" h="642620">
                  <a:moveTo>
                    <a:pt x="339890" y="0"/>
                  </a:moveTo>
                  <a:lnTo>
                    <a:pt x="334822" y="0"/>
                  </a:lnTo>
                  <a:lnTo>
                    <a:pt x="328637" y="533"/>
                  </a:lnTo>
                  <a:lnTo>
                    <a:pt x="323443" y="3225"/>
                  </a:lnTo>
                  <a:lnTo>
                    <a:pt x="321462" y="8445"/>
                  </a:lnTo>
                  <a:lnTo>
                    <a:pt x="318185" y="16509"/>
                  </a:lnTo>
                  <a:lnTo>
                    <a:pt x="298394" y="71096"/>
                  </a:lnTo>
                  <a:lnTo>
                    <a:pt x="279728" y="123086"/>
                  </a:lnTo>
                  <a:lnTo>
                    <a:pt x="260593" y="177112"/>
                  </a:lnTo>
                  <a:lnTo>
                    <a:pt x="244360" y="224167"/>
                  </a:lnTo>
                  <a:lnTo>
                    <a:pt x="194541" y="225042"/>
                  </a:lnTo>
                  <a:lnTo>
                    <a:pt x="23837" y="230123"/>
                  </a:lnTo>
                  <a:lnTo>
                    <a:pt x="15138" y="230746"/>
                  </a:lnTo>
                  <a:lnTo>
                    <a:pt x="9550" y="231012"/>
                  </a:lnTo>
                  <a:lnTo>
                    <a:pt x="5384" y="235115"/>
                  </a:lnTo>
                  <a:lnTo>
                    <a:pt x="2967" y="240855"/>
                  </a:lnTo>
                  <a:lnTo>
                    <a:pt x="2230" y="243268"/>
                  </a:lnTo>
                  <a:lnTo>
                    <a:pt x="1409" y="245643"/>
                  </a:lnTo>
                  <a:lnTo>
                    <a:pt x="0" y="251688"/>
                  </a:lnTo>
                  <a:lnTo>
                    <a:pt x="968" y="257479"/>
                  </a:lnTo>
                  <a:lnTo>
                    <a:pt x="5308" y="260946"/>
                  </a:lnTo>
                  <a:lnTo>
                    <a:pt x="11976" y="266572"/>
                  </a:lnTo>
                  <a:lnTo>
                    <a:pt x="147100" y="370903"/>
                  </a:lnTo>
                  <a:lnTo>
                    <a:pt x="186880" y="400850"/>
                  </a:lnTo>
                  <a:lnTo>
                    <a:pt x="172315" y="448459"/>
                  </a:lnTo>
                  <a:lnTo>
                    <a:pt x="156008" y="503407"/>
                  </a:lnTo>
                  <a:lnTo>
                    <a:pt x="140522" y="556428"/>
                  </a:lnTo>
                  <a:lnTo>
                    <a:pt x="128422" y="598258"/>
                  </a:lnTo>
                  <a:lnTo>
                    <a:pt x="122326" y="620661"/>
                  </a:lnTo>
                  <a:lnTo>
                    <a:pt x="120827" y="626059"/>
                  </a:lnTo>
                  <a:lnTo>
                    <a:pt x="123456" y="631278"/>
                  </a:lnTo>
                  <a:lnTo>
                    <a:pt x="128168" y="635342"/>
                  </a:lnTo>
                  <a:lnTo>
                    <a:pt x="130238" y="636777"/>
                  </a:lnTo>
                  <a:lnTo>
                    <a:pt x="132245" y="638314"/>
                  </a:lnTo>
                  <a:lnTo>
                    <a:pt x="134658" y="639749"/>
                  </a:lnTo>
                  <a:lnTo>
                    <a:pt x="137566" y="641515"/>
                  </a:lnTo>
                  <a:lnTo>
                    <a:pt x="143370" y="642391"/>
                  </a:lnTo>
                  <a:lnTo>
                    <a:pt x="148031" y="639317"/>
                  </a:lnTo>
                  <a:lnTo>
                    <a:pt x="155460" y="634733"/>
                  </a:lnTo>
                  <a:lnTo>
                    <a:pt x="296543" y="538619"/>
                  </a:lnTo>
                  <a:lnTo>
                    <a:pt x="337362" y="510082"/>
                  </a:lnTo>
                  <a:lnTo>
                    <a:pt x="520656" y="510082"/>
                  </a:lnTo>
                  <a:lnTo>
                    <a:pt x="518705" y="503407"/>
                  </a:lnTo>
                  <a:lnTo>
                    <a:pt x="502398" y="448459"/>
                  </a:lnTo>
                  <a:lnTo>
                    <a:pt x="487845" y="400850"/>
                  </a:lnTo>
                  <a:lnTo>
                    <a:pt x="527635" y="370903"/>
                  </a:lnTo>
                  <a:lnTo>
                    <a:pt x="662749" y="266572"/>
                  </a:lnTo>
                  <a:lnTo>
                    <a:pt x="669416" y="260946"/>
                  </a:lnTo>
                  <a:lnTo>
                    <a:pt x="673785" y="257479"/>
                  </a:lnTo>
                  <a:lnTo>
                    <a:pt x="674738" y="251688"/>
                  </a:lnTo>
                  <a:lnTo>
                    <a:pt x="673328" y="245643"/>
                  </a:lnTo>
                  <a:lnTo>
                    <a:pt x="672490" y="243268"/>
                  </a:lnTo>
                  <a:lnTo>
                    <a:pt x="671766" y="240855"/>
                  </a:lnTo>
                  <a:lnTo>
                    <a:pt x="669340" y="235115"/>
                  </a:lnTo>
                  <a:lnTo>
                    <a:pt x="665175" y="231012"/>
                  </a:lnTo>
                  <a:lnTo>
                    <a:pt x="659587" y="230746"/>
                  </a:lnTo>
                  <a:lnTo>
                    <a:pt x="650900" y="230123"/>
                  </a:lnTo>
                  <a:lnTo>
                    <a:pt x="480193" y="225042"/>
                  </a:lnTo>
                  <a:lnTo>
                    <a:pt x="430377" y="224167"/>
                  </a:lnTo>
                  <a:lnTo>
                    <a:pt x="414147" y="177112"/>
                  </a:lnTo>
                  <a:lnTo>
                    <a:pt x="395009" y="123086"/>
                  </a:lnTo>
                  <a:lnTo>
                    <a:pt x="376340" y="71096"/>
                  </a:lnTo>
                  <a:lnTo>
                    <a:pt x="361518" y="30149"/>
                  </a:lnTo>
                  <a:lnTo>
                    <a:pt x="353263" y="8445"/>
                  </a:lnTo>
                  <a:lnTo>
                    <a:pt x="351294" y="3225"/>
                  </a:lnTo>
                  <a:lnTo>
                    <a:pt x="346087" y="533"/>
                  </a:lnTo>
                  <a:lnTo>
                    <a:pt x="339890" y="0"/>
                  </a:lnTo>
                  <a:close/>
                </a:path>
                <a:path w="675004" h="642620">
                  <a:moveTo>
                    <a:pt x="520656" y="510082"/>
                  </a:moveTo>
                  <a:lnTo>
                    <a:pt x="337362" y="510082"/>
                  </a:lnTo>
                  <a:lnTo>
                    <a:pt x="378182" y="538619"/>
                  </a:lnTo>
                  <a:lnTo>
                    <a:pt x="519298" y="634733"/>
                  </a:lnTo>
                  <a:lnTo>
                    <a:pt x="526681" y="639317"/>
                  </a:lnTo>
                  <a:lnTo>
                    <a:pt x="531342" y="642391"/>
                  </a:lnTo>
                  <a:lnTo>
                    <a:pt x="537146" y="641515"/>
                  </a:lnTo>
                  <a:lnTo>
                    <a:pt x="542467" y="638314"/>
                  </a:lnTo>
                  <a:lnTo>
                    <a:pt x="544474" y="636777"/>
                  </a:lnTo>
                  <a:lnTo>
                    <a:pt x="546557" y="635342"/>
                  </a:lnTo>
                  <a:lnTo>
                    <a:pt x="551256" y="631278"/>
                  </a:lnTo>
                  <a:lnTo>
                    <a:pt x="553878" y="626059"/>
                  </a:lnTo>
                  <a:lnTo>
                    <a:pt x="552411" y="620661"/>
                  </a:lnTo>
                  <a:lnTo>
                    <a:pt x="550329" y="612203"/>
                  </a:lnTo>
                  <a:lnTo>
                    <a:pt x="546315" y="598258"/>
                  </a:lnTo>
                  <a:lnTo>
                    <a:pt x="534200" y="556428"/>
                  </a:lnTo>
                  <a:lnTo>
                    <a:pt x="520656" y="5100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92638" y="4481436"/>
              <a:ext cx="629920" cy="598805"/>
            </a:xfrm>
            <a:custGeom>
              <a:avLst/>
              <a:gdLst/>
              <a:ahLst/>
              <a:cxnLst/>
              <a:rect l="l" t="t" r="r" b="b"/>
              <a:pathLst>
                <a:path w="629920" h="598804">
                  <a:moveTo>
                    <a:pt x="628422" y="226199"/>
                  </a:moveTo>
                  <a:lnTo>
                    <a:pt x="1352" y="226199"/>
                  </a:lnTo>
                  <a:lnTo>
                    <a:pt x="1143" y="226339"/>
                  </a:lnTo>
                  <a:lnTo>
                    <a:pt x="998" y="226758"/>
                  </a:lnTo>
                  <a:lnTo>
                    <a:pt x="736" y="227406"/>
                  </a:lnTo>
                  <a:lnTo>
                    <a:pt x="495" y="228079"/>
                  </a:lnTo>
                  <a:lnTo>
                    <a:pt x="279" y="228765"/>
                  </a:lnTo>
                  <a:lnTo>
                    <a:pt x="139" y="229476"/>
                  </a:lnTo>
                  <a:lnTo>
                    <a:pt x="0" y="229882"/>
                  </a:lnTo>
                  <a:lnTo>
                    <a:pt x="152" y="230301"/>
                  </a:lnTo>
                  <a:lnTo>
                    <a:pt x="192570" y="369824"/>
                  </a:lnTo>
                  <a:lnTo>
                    <a:pt x="118986" y="595668"/>
                  </a:lnTo>
                  <a:lnTo>
                    <a:pt x="119126" y="596087"/>
                  </a:lnTo>
                  <a:lnTo>
                    <a:pt x="120002" y="596823"/>
                  </a:lnTo>
                  <a:lnTo>
                    <a:pt x="121170" y="597662"/>
                  </a:lnTo>
                  <a:lnTo>
                    <a:pt x="121780" y="598030"/>
                  </a:lnTo>
                  <a:lnTo>
                    <a:pt x="122123" y="598271"/>
                  </a:lnTo>
                  <a:lnTo>
                    <a:pt x="122562" y="598271"/>
                  </a:lnTo>
                  <a:lnTo>
                    <a:pt x="314883" y="458584"/>
                  </a:lnTo>
                  <a:lnTo>
                    <a:pt x="466117" y="458584"/>
                  </a:lnTo>
                  <a:lnTo>
                    <a:pt x="437197" y="369824"/>
                  </a:lnTo>
                  <a:lnTo>
                    <a:pt x="629615" y="230301"/>
                  </a:lnTo>
                  <a:lnTo>
                    <a:pt x="629780" y="229882"/>
                  </a:lnTo>
                  <a:lnTo>
                    <a:pt x="629627" y="229476"/>
                  </a:lnTo>
                  <a:lnTo>
                    <a:pt x="629475" y="228765"/>
                  </a:lnTo>
                  <a:lnTo>
                    <a:pt x="629272" y="228079"/>
                  </a:lnTo>
                  <a:lnTo>
                    <a:pt x="629031" y="227406"/>
                  </a:lnTo>
                  <a:lnTo>
                    <a:pt x="628738" y="226758"/>
                  </a:lnTo>
                  <a:lnTo>
                    <a:pt x="628624" y="226339"/>
                  </a:lnTo>
                  <a:lnTo>
                    <a:pt x="628422" y="226199"/>
                  </a:lnTo>
                  <a:close/>
                </a:path>
                <a:path w="629920" h="598804">
                  <a:moveTo>
                    <a:pt x="466117" y="458584"/>
                  </a:moveTo>
                  <a:lnTo>
                    <a:pt x="314883" y="458584"/>
                  </a:lnTo>
                  <a:lnTo>
                    <a:pt x="507191" y="598271"/>
                  </a:lnTo>
                  <a:lnTo>
                    <a:pt x="507644" y="598271"/>
                  </a:lnTo>
                  <a:lnTo>
                    <a:pt x="507961" y="598030"/>
                  </a:lnTo>
                  <a:lnTo>
                    <a:pt x="508609" y="597662"/>
                  </a:lnTo>
                  <a:lnTo>
                    <a:pt x="509748" y="596823"/>
                  </a:lnTo>
                  <a:lnTo>
                    <a:pt x="510286" y="596341"/>
                  </a:lnTo>
                  <a:lnTo>
                    <a:pt x="510654" y="596087"/>
                  </a:lnTo>
                  <a:lnTo>
                    <a:pt x="510654" y="595274"/>
                  </a:lnTo>
                  <a:lnTo>
                    <a:pt x="466117" y="458584"/>
                  </a:lnTo>
                  <a:close/>
                </a:path>
                <a:path w="629920" h="598804">
                  <a:moveTo>
                    <a:pt x="316725" y="0"/>
                  </a:moveTo>
                  <a:lnTo>
                    <a:pt x="313016" y="0"/>
                  </a:lnTo>
                  <a:lnTo>
                    <a:pt x="312661" y="279"/>
                  </a:lnTo>
                  <a:lnTo>
                    <a:pt x="239280" y="226199"/>
                  </a:lnTo>
                  <a:lnTo>
                    <a:pt x="390486" y="226199"/>
                  </a:lnTo>
                  <a:lnTo>
                    <a:pt x="317220" y="660"/>
                  </a:lnTo>
                  <a:lnTo>
                    <a:pt x="317106" y="279"/>
                  </a:lnTo>
                  <a:lnTo>
                    <a:pt x="316725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9364" y="4558753"/>
              <a:ext cx="2718384" cy="48764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115242" y="4591964"/>
              <a:ext cx="1305560" cy="454659"/>
            </a:xfrm>
            <a:custGeom>
              <a:avLst/>
              <a:gdLst/>
              <a:ahLst/>
              <a:cxnLst/>
              <a:rect l="l" t="t" r="r" b="b"/>
              <a:pathLst>
                <a:path w="1305560" h="454660">
                  <a:moveTo>
                    <a:pt x="524103" y="0"/>
                  </a:moveTo>
                  <a:lnTo>
                    <a:pt x="483054" y="5050"/>
                  </a:lnTo>
                  <a:lnTo>
                    <a:pt x="446660" y="22014"/>
                  </a:lnTo>
                  <a:lnTo>
                    <a:pt x="417491" y="53615"/>
                  </a:lnTo>
                  <a:lnTo>
                    <a:pt x="398117" y="102575"/>
                  </a:lnTo>
                  <a:lnTo>
                    <a:pt x="391109" y="171615"/>
                  </a:lnTo>
                  <a:lnTo>
                    <a:pt x="391109" y="304838"/>
                  </a:lnTo>
                  <a:lnTo>
                    <a:pt x="397969" y="361473"/>
                  </a:lnTo>
                  <a:lnTo>
                    <a:pt x="417101" y="403486"/>
                  </a:lnTo>
                  <a:lnTo>
                    <a:pt x="446332" y="432132"/>
                  </a:lnTo>
                  <a:lnTo>
                    <a:pt x="483490" y="448669"/>
                  </a:lnTo>
                  <a:lnTo>
                    <a:pt x="526402" y="454355"/>
                  </a:lnTo>
                  <a:lnTo>
                    <a:pt x="568272" y="449357"/>
                  </a:lnTo>
                  <a:lnTo>
                    <a:pt x="604807" y="431601"/>
                  </a:lnTo>
                  <a:lnTo>
                    <a:pt x="633727" y="399017"/>
                  </a:lnTo>
                  <a:lnTo>
                    <a:pt x="635586" y="394182"/>
                  </a:lnTo>
                  <a:lnTo>
                    <a:pt x="526846" y="394182"/>
                  </a:lnTo>
                  <a:lnTo>
                    <a:pt x="504056" y="392013"/>
                  </a:lnTo>
                  <a:lnTo>
                    <a:pt x="479331" y="381461"/>
                  </a:lnTo>
                  <a:lnTo>
                    <a:pt x="459533" y="356515"/>
                  </a:lnTo>
                  <a:lnTo>
                    <a:pt x="451523" y="311162"/>
                  </a:lnTo>
                  <a:lnTo>
                    <a:pt x="451602" y="171615"/>
                  </a:lnTo>
                  <a:lnTo>
                    <a:pt x="453138" y="132629"/>
                  </a:lnTo>
                  <a:lnTo>
                    <a:pt x="462238" y="96808"/>
                  </a:lnTo>
                  <a:lnTo>
                    <a:pt x="484897" y="70765"/>
                  </a:lnTo>
                  <a:lnTo>
                    <a:pt x="527126" y="60705"/>
                  </a:lnTo>
                  <a:lnTo>
                    <a:pt x="643585" y="60705"/>
                  </a:lnTo>
                  <a:lnTo>
                    <a:pt x="618432" y="29340"/>
                  </a:lnTo>
                  <a:lnTo>
                    <a:pt x="575157" y="7253"/>
                  </a:lnTo>
                  <a:lnTo>
                    <a:pt x="524103" y="0"/>
                  </a:lnTo>
                  <a:close/>
                </a:path>
                <a:path w="1305560" h="454660">
                  <a:moveTo>
                    <a:pt x="706653" y="220649"/>
                  </a:moveTo>
                  <a:lnTo>
                    <a:pt x="485097" y="220649"/>
                  </a:lnTo>
                  <a:lnTo>
                    <a:pt x="599401" y="281101"/>
                  </a:lnTo>
                  <a:lnTo>
                    <a:pt x="599338" y="311162"/>
                  </a:lnTo>
                  <a:lnTo>
                    <a:pt x="593061" y="349540"/>
                  </a:lnTo>
                  <a:lnTo>
                    <a:pt x="591874" y="356515"/>
                  </a:lnTo>
                  <a:lnTo>
                    <a:pt x="573368" y="381461"/>
                  </a:lnTo>
                  <a:lnTo>
                    <a:pt x="549765" y="392013"/>
                  </a:lnTo>
                  <a:lnTo>
                    <a:pt x="549353" y="392013"/>
                  </a:lnTo>
                  <a:lnTo>
                    <a:pt x="526846" y="394182"/>
                  </a:lnTo>
                  <a:lnTo>
                    <a:pt x="635586" y="394182"/>
                  </a:lnTo>
                  <a:lnTo>
                    <a:pt x="652751" y="349540"/>
                  </a:lnTo>
                  <a:lnTo>
                    <a:pt x="659599" y="281101"/>
                  </a:lnTo>
                  <a:lnTo>
                    <a:pt x="680866" y="272663"/>
                  </a:lnTo>
                  <a:lnTo>
                    <a:pt x="694770" y="253561"/>
                  </a:lnTo>
                  <a:lnTo>
                    <a:pt x="702853" y="233117"/>
                  </a:lnTo>
                  <a:lnTo>
                    <a:pt x="706653" y="220649"/>
                  </a:lnTo>
                  <a:close/>
                </a:path>
                <a:path w="1305560" h="454660">
                  <a:moveTo>
                    <a:pt x="643585" y="60705"/>
                  </a:moveTo>
                  <a:lnTo>
                    <a:pt x="527126" y="60705"/>
                  </a:lnTo>
                  <a:lnTo>
                    <a:pt x="556769" y="64621"/>
                  </a:lnTo>
                  <a:lnTo>
                    <a:pt x="579575" y="76085"/>
                  </a:lnTo>
                  <a:lnTo>
                    <a:pt x="594225" y="94674"/>
                  </a:lnTo>
                  <a:lnTo>
                    <a:pt x="599401" y="119964"/>
                  </a:lnTo>
                  <a:lnTo>
                    <a:pt x="659650" y="119964"/>
                  </a:lnTo>
                  <a:lnTo>
                    <a:pt x="648429" y="66747"/>
                  </a:lnTo>
                  <a:lnTo>
                    <a:pt x="643585" y="60705"/>
                  </a:lnTo>
                  <a:close/>
                </a:path>
                <a:path w="1305560" h="454660">
                  <a:moveTo>
                    <a:pt x="807796" y="5968"/>
                  </a:moveTo>
                  <a:lnTo>
                    <a:pt x="747585" y="5968"/>
                  </a:lnTo>
                  <a:lnTo>
                    <a:pt x="747610" y="448576"/>
                  </a:lnTo>
                  <a:lnTo>
                    <a:pt x="807796" y="448576"/>
                  </a:lnTo>
                  <a:lnTo>
                    <a:pt x="807796" y="254761"/>
                  </a:lnTo>
                  <a:lnTo>
                    <a:pt x="1010529" y="254761"/>
                  </a:lnTo>
                  <a:lnTo>
                    <a:pt x="1010522" y="194500"/>
                  </a:lnTo>
                  <a:lnTo>
                    <a:pt x="807796" y="194500"/>
                  </a:lnTo>
                  <a:lnTo>
                    <a:pt x="807796" y="5968"/>
                  </a:lnTo>
                  <a:close/>
                </a:path>
                <a:path w="1305560" h="454660">
                  <a:moveTo>
                    <a:pt x="1010529" y="254761"/>
                  </a:moveTo>
                  <a:lnTo>
                    <a:pt x="950696" y="254761"/>
                  </a:lnTo>
                  <a:lnTo>
                    <a:pt x="950696" y="448576"/>
                  </a:lnTo>
                  <a:lnTo>
                    <a:pt x="1010551" y="448576"/>
                  </a:lnTo>
                  <a:lnTo>
                    <a:pt x="1010529" y="254761"/>
                  </a:lnTo>
                  <a:close/>
                </a:path>
                <a:path w="1305560" h="454660">
                  <a:moveTo>
                    <a:pt x="1010500" y="5968"/>
                  </a:moveTo>
                  <a:lnTo>
                    <a:pt x="950696" y="5968"/>
                  </a:lnTo>
                  <a:lnTo>
                    <a:pt x="950696" y="194500"/>
                  </a:lnTo>
                  <a:lnTo>
                    <a:pt x="1010522" y="194500"/>
                  </a:lnTo>
                  <a:lnTo>
                    <a:pt x="1010500" y="5968"/>
                  </a:lnTo>
                  <a:close/>
                </a:path>
                <a:path w="1305560" h="454660">
                  <a:moveTo>
                    <a:pt x="1212062" y="66306"/>
                  </a:moveTo>
                  <a:lnTo>
                    <a:pt x="1153312" y="66306"/>
                  </a:lnTo>
                  <a:lnTo>
                    <a:pt x="1153312" y="448576"/>
                  </a:lnTo>
                  <a:lnTo>
                    <a:pt x="1173989" y="438180"/>
                  </a:lnTo>
                  <a:lnTo>
                    <a:pt x="1192907" y="424989"/>
                  </a:lnTo>
                  <a:lnTo>
                    <a:pt x="1206715" y="409993"/>
                  </a:lnTo>
                  <a:lnTo>
                    <a:pt x="1212062" y="394182"/>
                  </a:lnTo>
                  <a:lnTo>
                    <a:pt x="1212062" y="66306"/>
                  </a:lnTo>
                  <a:close/>
                </a:path>
                <a:path w="1305560" h="454660">
                  <a:moveTo>
                    <a:pt x="1305356" y="5968"/>
                  </a:moveTo>
                  <a:lnTo>
                    <a:pt x="1054036" y="5968"/>
                  </a:lnTo>
                  <a:lnTo>
                    <a:pt x="1054036" y="66306"/>
                  </a:lnTo>
                  <a:lnTo>
                    <a:pt x="1305356" y="66306"/>
                  </a:lnTo>
                  <a:lnTo>
                    <a:pt x="1305356" y="5968"/>
                  </a:lnTo>
                  <a:close/>
                </a:path>
                <a:path w="1305560" h="454660">
                  <a:moveTo>
                    <a:pt x="314655" y="5994"/>
                  </a:moveTo>
                  <a:lnTo>
                    <a:pt x="254419" y="5994"/>
                  </a:lnTo>
                  <a:lnTo>
                    <a:pt x="254393" y="448576"/>
                  </a:lnTo>
                  <a:lnTo>
                    <a:pt x="314655" y="448576"/>
                  </a:lnTo>
                  <a:lnTo>
                    <a:pt x="314655" y="5994"/>
                  </a:lnTo>
                  <a:close/>
                </a:path>
                <a:path w="1305560" h="454660">
                  <a:moveTo>
                    <a:pt x="0" y="5968"/>
                  </a:moveTo>
                  <a:lnTo>
                    <a:pt x="0" y="394182"/>
                  </a:lnTo>
                  <a:lnTo>
                    <a:pt x="6756" y="412572"/>
                  </a:lnTo>
                  <a:lnTo>
                    <a:pt x="23040" y="430171"/>
                  </a:lnTo>
                  <a:lnTo>
                    <a:pt x="42873" y="443374"/>
                  </a:lnTo>
                  <a:lnTo>
                    <a:pt x="60274" y="448576"/>
                  </a:lnTo>
                  <a:lnTo>
                    <a:pt x="198374" y="448576"/>
                  </a:lnTo>
                  <a:lnTo>
                    <a:pt x="198374" y="387984"/>
                  </a:lnTo>
                  <a:lnTo>
                    <a:pt x="60274" y="387984"/>
                  </a:lnTo>
                  <a:lnTo>
                    <a:pt x="60274" y="55575"/>
                  </a:lnTo>
                  <a:lnTo>
                    <a:pt x="53969" y="40642"/>
                  </a:lnTo>
                  <a:lnTo>
                    <a:pt x="38438" y="26966"/>
                  </a:lnTo>
                  <a:lnTo>
                    <a:pt x="18756" y="15193"/>
                  </a:lnTo>
                  <a:lnTo>
                    <a:pt x="0" y="59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67300" y="1247597"/>
            <a:ext cx="5581015" cy="612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  <a:p>
            <a:pPr marL="12700" marR="530225">
              <a:lnSpc>
                <a:spcPct val="135400"/>
              </a:lnSpc>
              <a:spcBef>
                <a:spcPts val="695"/>
              </a:spcBef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items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a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hight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width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ratio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higher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than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1:5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special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has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been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developed.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example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12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Fridgepack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cans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can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Trays.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680099" y="892797"/>
            <a:ext cx="4587875" cy="5774690"/>
            <a:chOff x="7680099" y="892797"/>
            <a:chExt cx="4587875" cy="577469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0099" y="3295681"/>
              <a:ext cx="4587251" cy="337121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198" y="892797"/>
              <a:ext cx="2847911" cy="2563202"/>
            </a:xfrm>
            <a:prstGeom prst="rect">
              <a:avLst/>
            </a:prstGeom>
          </p:spPr>
        </p:pic>
      </p:grpSp>
      <p:sp>
        <p:nvSpPr>
          <p:cNvPr id="20" name="object 20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51" y="0"/>
                </a:moveTo>
                <a:lnTo>
                  <a:pt x="0" y="0"/>
                </a:lnTo>
                <a:lnTo>
                  <a:pt x="0" y="12700"/>
                </a:lnTo>
                <a:lnTo>
                  <a:pt x="6635051" y="12700"/>
                </a:lnTo>
                <a:lnTo>
                  <a:pt x="6635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22932" y="777697"/>
            <a:ext cx="555053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5714" sz="2100" b="1">
                <a:solidFill>
                  <a:srgbClr val="007F2D"/>
                </a:solidFill>
                <a:latin typeface="Bookman Old Style"/>
                <a:cs typeface="Bookman Old Style"/>
              </a:rPr>
              <a:t>®</a:t>
            </a:r>
            <a:r>
              <a:rPr dirty="0" baseline="35714" sz="2100" spc="397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light</a:t>
            </a:r>
            <a:r>
              <a:rPr dirty="0" sz="2600" spc="-13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60" b="1">
                <a:solidFill>
                  <a:srgbClr val="007F2D"/>
                </a:solidFill>
                <a:latin typeface="Bookman Old Style"/>
                <a:cs typeface="Bookman Old Style"/>
              </a:rPr>
              <a:t>horizontal</a:t>
            </a:r>
            <a:r>
              <a:rPr dirty="0" sz="2600" spc="-135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50" b="1">
                <a:solidFill>
                  <a:srgbClr val="007F2D"/>
                </a:solidFill>
                <a:latin typeface="Bookman Old Style"/>
                <a:cs typeface="Bookman Old Style"/>
              </a:rPr>
              <a:t>logo</a:t>
            </a:r>
            <a:endParaRPr sz="2600">
              <a:latin typeface="Bookman Old Style"/>
              <a:cs typeface="Bookman Old Style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14403" y="194449"/>
            <a:ext cx="2203450" cy="417830"/>
          </a:xfrm>
          <a:custGeom>
            <a:avLst/>
            <a:gdLst/>
            <a:ahLst/>
            <a:cxnLst/>
            <a:rect l="l" t="t" r="r" b="b"/>
            <a:pathLst>
              <a:path w="2203450" h="417830">
                <a:moveTo>
                  <a:pt x="2131199" y="0"/>
                </a:moveTo>
                <a:lnTo>
                  <a:pt x="71996" y="0"/>
                </a:ln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345541"/>
                </a:lnTo>
                <a:lnTo>
                  <a:pt x="1124" y="387171"/>
                </a:lnTo>
                <a:lnTo>
                  <a:pt x="8999" y="408549"/>
                </a:lnTo>
                <a:lnTo>
                  <a:pt x="30373" y="416425"/>
                </a:lnTo>
                <a:lnTo>
                  <a:pt x="71996" y="417550"/>
                </a:lnTo>
                <a:lnTo>
                  <a:pt x="2131199" y="417550"/>
                </a:lnTo>
                <a:lnTo>
                  <a:pt x="2172822" y="416425"/>
                </a:lnTo>
                <a:lnTo>
                  <a:pt x="2194196" y="408549"/>
                </a:lnTo>
                <a:lnTo>
                  <a:pt x="2202071" y="387171"/>
                </a:lnTo>
                <a:lnTo>
                  <a:pt x="2203196" y="345541"/>
                </a:lnTo>
                <a:lnTo>
                  <a:pt x="2203196" y="71996"/>
                </a:lnTo>
                <a:lnTo>
                  <a:pt x="2202071" y="30373"/>
                </a:lnTo>
                <a:lnTo>
                  <a:pt x="2194196" y="8999"/>
                </a:lnTo>
                <a:lnTo>
                  <a:pt x="2172822" y="1124"/>
                </a:lnTo>
                <a:lnTo>
                  <a:pt x="2131199" y="0"/>
                </a:lnTo>
                <a:close/>
              </a:path>
            </a:pathLst>
          </a:custGeom>
          <a:solidFill>
            <a:srgbClr val="CD17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007668" y="304127"/>
            <a:ext cx="2005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FOR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EXCEPTIONAL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 spc="45">
                <a:solidFill>
                  <a:srgbClr val="FFFFFF"/>
                </a:solidFill>
                <a:latin typeface="Palatino Linotype"/>
                <a:cs typeface="Palatino Linotype"/>
              </a:rPr>
              <a:t>ITEMS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25"/>
              <a:t>29</a:t>
            </a:fld>
          </a:p>
        </p:txBody>
      </p:sp>
      <p:sp>
        <p:nvSpPr>
          <p:cNvPr id="24" name="object 24" descr=""/>
          <p:cNvSpPr txBox="1"/>
          <p:nvPr/>
        </p:nvSpPr>
        <p:spPr>
          <a:xfrm>
            <a:off x="1067300" y="3672954"/>
            <a:ext cx="15208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1:5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Preferred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proportion</a:t>
            </a:r>
            <a:endParaRPr sz="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22932" y="777697"/>
            <a:ext cx="555053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Heineken</a:t>
            </a:r>
            <a:r>
              <a:rPr dirty="0" baseline="35714" sz="2100" b="1">
                <a:solidFill>
                  <a:srgbClr val="007F2D"/>
                </a:solidFill>
                <a:latin typeface="Bookman Old Style"/>
                <a:cs typeface="Bookman Old Style"/>
              </a:rPr>
              <a:t>®</a:t>
            </a:r>
            <a:r>
              <a:rPr dirty="0" baseline="35714" sz="2100" spc="397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b="1">
                <a:solidFill>
                  <a:srgbClr val="007F2D"/>
                </a:solidFill>
                <a:latin typeface="Bookman Old Style"/>
                <a:cs typeface="Bookman Old Style"/>
              </a:rPr>
              <a:t>light</a:t>
            </a:r>
            <a:r>
              <a:rPr dirty="0" sz="2600" spc="-130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60" b="1">
                <a:solidFill>
                  <a:srgbClr val="007F2D"/>
                </a:solidFill>
                <a:latin typeface="Bookman Old Style"/>
                <a:cs typeface="Bookman Old Style"/>
              </a:rPr>
              <a:t>horizontal</a:t>
            </a:r>
            <a:r>
              <a:rPr dirty="0" sz="2600" spc="-135" b="1">
                <a:solidFill>
                  <a:srgbClr val="007F2D"/>
                </a:solidFill>
                <a:latin typeface="Bookman Old Style"/>
                <a:cs typeface="Bookman Old Style"/>
              </a:rPr>
              <a:t> </a:t>
            </a:r>
            <a:r>
              <a:rPr dirty="0" sz="2600" spc="50" b="1">
                <a:solidFill>
                  <a:srgbClr val="007F2D"/>
                </a:solidFill>
                <a:latin typeface="Bookman Old Style"/>
                <a:cs typeface="Bookman Old Style"/>
              </a:rPr>
              <a:t>logo</a:t>
            </a:r>
            <a:endParaRPr sz="2600">
              <a:latin typeface="Bookman Old Style"/>
              <a:cs typeface="Bookman Old Sty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73876" y="1247597"/>
            <a:ext cx="674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5">
                <a:solidFill>
                  <a:srgbClr val="007F2D"/>
                </a:solidFill>
                <a:latin typeface="Palatino Linotype"/>
                <a:cs typeface="Palatino Linotype"/>
              </a:rPr>
              <a:t>Artworks</a:t>
            </a:r>
            <a:endParaRPr sz="1100">
              <a:latin typeface="Palatino Linotype"/>
              <a:cs typeface="Palatino Linotype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1114620" y="2286482"/>
            <a:ext cx="1447165" cy="289560"/>
            <a:chOff x="11114620" y="2286482"/>
            <a:chExt cx="1447165" cy="289560"/>
          </a:xfrm>
        </p:grpSpPr>
        <p:sp>
          <p:nvSpPr>
            <p:cNvPr id="7" name="object 7" descr=""/>
            <p:cNvSpPr/>
            <p:nvPr/>
          </p:nvSpPr>
          <p:spPr>
            <a:xfrm>
              <a:off x="11114620" y="2286482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5" h="289560">
                  <a:moveTo>
                    <a:pt x="1403883" y="0"/>
                  </a:moveTo>
                  <a:lnTo>
                    <a:pt x="1157312" y="0"/>
                  </a:lnTo>
                  <a:lnTo>
                    <a:pt x="42748" y="0"/>
                  </a:lnTo>
                  <a:lnTo>
                    <a:pt x="26108" y="3361"/>
                  </a:lnTo>
                  <a:lnTo>
                    <a:pt x="12520" y="12526"/>
                  </a:lnTo>
                  <a:lnTo>
                    <a:pt x="3359" y="26119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59" y="263222"/>
                  </a:lnTo>
                  <a:lnTo>
                    <a:pt x="12520" y="276810"/>
                  </a:lnTo>
                  <a:lnTo>
                    <a:pt x="26108" y="285972"/>
                  </a:lnTo>
                  <a:lnTo>
                    <a:pt x="42748" y="289331"/>
                  </a:lnTo>
                  <a:lnTo>
                    <a:pt x="1403883" y="289331"/>
                  </a:lnTo>
                  <a:lnTo>
                    <a:pt x="1420524" y="285972"/>
                  </a:lnTo>
                  <a:lnTo>
                    <a:pt x="1434117" y="276810"/>
                  </a:lnTo>
                  <a:lnTo>
                    <a:pt x="1443282" y="263222"/>
                  </a:lnTo>
                  <a:lnTo>
                    <a:pt x="1446644" y="246583"/>
                  </a:lnTo>
                  <a:lnTo>
                    <a:pt x="1446644" y="42760"/>
                  </a:lnTo>
                  <a:lnTo>
                    <a:pt x="1443282" y="26119"/>
                  </a:lnTo>
                  <a:lnTo>
                    <a:pt x="1434117" y="12526"/>
                  </a:lnTo>
                  <a:lnTo>
                    <a:pt x="1420524" y="3361"/>
                  </a:lnTo>
                  <a:lnTo>
                    <a:pt x="14038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88750" y="2350363"/>
              <a:ext cx="1282865" cy="162496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792858" y="2283891"/>
            <a:ext cx="1452245" cy="294640"/>
            <a:chOff x="1792858" y="2283891"/>
            <a:chExt cx="1452245" cy="294640"/>
          </a:xfrm>
        </p:grpSpPr>
        <p:sp>
          <p:nvSpPr>
            <p:cNvPr id="10" name="object 10" descr=""/>
            <p:cNvSpPr/>
            <p:nvPr/>
          </p:nvSpPr>
          <p:spPr>
            <a:xfrm>
              <a:off x="1795373" y="2286406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4" h="289560">
                  <a:moveTo>
                    <a:pt x="1157325" y="0"/>
                  </a:moveTo>
                  <a:lnTo>
                    <a:pt x="867994" y="0"/>
                  </a:lnTo>
                  <a:lnTo>
                    <a:pt x="578662" y="0"/>
                  </a:lnTo>
                  <a:lnTo>
                    <a:pt x="289344" y="0"/>
                  </a:lnTo>
                  <a:lnTo>
                    <a:pt x="42760" y="0"/>
                  </a:lnTo>
                  <a:lnTo>
                    <a:pt x="26119" y="3359"/>
                  </a:lnTo>
                  <a:lnTo>
                    <a:pt x="12526" y="12522"/>
                  </a:lnTo>
                  <a:lnTo>
                    <a:pt x="3361" y="26113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61" y="263217"/>
                  </a:lnTo>
                  <a:lnTo>
                    <a:pt x="12526" y="276806"/>
                  </a:lnTo>
                  <a:lnTo>
                    <a:pt x="26119" y="285970"/>
                  </a:lnTo>
                  <a:lnTo>
                    <a:pt x="42760" y="289331"/>
                  </a:lnTo>
                  <a:lnTo>
                    <a:pt x="289344" y="289331"/>
                  </a:lnTo>
                  <a:lnTo>
                    <a:pt x="578662" y="289331"/>
                  </a:lnTo>
                  <a:lnTo>
                    <a:pt x="867994" y="289331"/>
                  </a:lnTo>
                  <a:lnTo>
                    <a:pt x="1157325" y="289331"/>
                  </a:lnTo>
                  <a:lnTo>
                    <a:pt x="1403896" y="289331"/>
                  </a:lnTo>
                  <a:lnTo>
                    <a:pt x="1420537" y="285970"/>
                  </a:lnTo>
                  <a:lnTo>
                    <a:pt x="1434130" y="276806"/>
                  </a:lnTo>
                  <a:lnTo>
                    <a:pt x="1443295" y="263217"/>
                  </a:lnTo>
                  <a:lnTo>
                    <a:pt x="1446657" y="246583"/>
                  </a:lnTo>
                  <a:lnTo>
                    <a:pt x="1446657" y="42760"/>
                  </a:lnTo>
                  <a:lnTo>
                    <a:pt x="1443295" y="26113"/>
                  </a:lnTo>
                  <a:lnTo>
                    <a:pt x="1434130" y="12522"/>
                  </a:lnTo>
                  <a:lnTo>
                    <a:pt x="1420537" y="3359"/>
                  </a:lnTo>
                  <a:lnTo>
                    <a:pt x="1403896" y="0"/>
                  </a:lnTo>
                  <a:lnTo>
                    <a:pt x="1157325" y="0"/>
                  </a:lnTo>
                  <a:close/>
                </a:path>
              </a:pathLst>
            </a:custGeom>
            <a:ln w="50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0057" y="2350020"/>
              <a:ext cx="1282865" cy="162496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9247479" y="2283968"/>
            <a:ext cx="1452245" cy="294640"/>
            <a:chOff x="9247479" y="2283968"/>
            <a:chExt cx="1452245" cy="294640"/>
          </a:xfrm>
        </p:grpSpPr>
        <p:sp>
          <p:nvSpPr>
            <p:cNvPr id="13" name="object 13" descr=""/>
            <p:cNvSpPr/>
            <p:nvPr/>
          </p:nvSpPr>
          <p:spPr>
            <a:xfrm>
              <a:off x="9249994" y="2286482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5" h="289560">
                  <a:moveTo>
                    <a:pt x="1157312" y="0"/>
                  </a:moveTo>
                  <a:lnTo>
                    <a:pt x="867981" y="0"/>
                  </a:lnTo>
                  <a:lnTo>
                    <a:pt x="578650" y="0"/>
                  </a:lnTo>
                  <a:lnTo>
                    <a:pt x="289318" y="0"/>
                  </a:lnTo>
                  <a:lnTo>
                    <a:pt x="42748" y="0"/>
                  </a:lnTo>
                  <a:lnTo>
                    <a:pt x="26108" y="3361"/>
                  </a:lnTo>
                  <a:lnTo>
                    <a:pt x="12520" y="12526"/>
                  </a:lnTo>
                  <a:lnTo>
                    <a:pt x="3359" y="26119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59" y="263222"/>
                  </a:lnTo>
                  <a:lnTo>
                    <a:pt x="12520" y="276810"/>
                  </a:lnTo>
                  <a:lnTo>
                    <a:pt x="26108" y="285972"/>
                  </a:lnTo>
                  <a:lnTo>
                    <a:pt x="42748" y="289331"/>
                  </a:lnTo>
                  <a:lnTo>
                    <a:pt x="289318" y="289331"/>
                  </a:lnTo>
                  <a:lnTo>
                    <a:pt x="578650" y="289331"/>
                  </a:lnTo>
                  <a:lnTo>
                    <a:pt x="867981" y="289331"/>
                  </a:lnTo>
                  <a:lnTo>
                    <a:pt x="1157312" y="289331"/>
                  </a:lnTo>
                  <a:lnTo>
                    <a:pt x="1403883" y="289331"/>
                  </a:lnTo>
                  <a:lnTo>
                    <a:pt x="1420524" y="285972"/>
                  </a:lnTo>
                  <a:lnTo>
                    <a:pt x="1434117" y="276810"/>
                  </a:lnTo>
                  <a:lnTo>
                    <a:pt x="1443282" y="263222"/>
                  </a:lnTo>
                  <a:lnTo>
                    <a:pt x="1446644" y="246583"/>
                  </a:lnTo>
                  <a:lnTo>
                    <a:pt x="1446644" y="42760"/>
                  </a:lnTo>
                  <a:lnTo>
                    <a:pt x="1443282" y="26119"/>
                  </a:lnTo>
                  <a:lnTo>
                    <a:pt x="1434117" y="12526"/>
                  </a:lnTo>
                  <a:lnTo>
                    <a:pt x="1420524" y="3361"/>
                  </a:lnTo>
                  <a:lnTo>
                    <a:pt x="1403883" y="0"/>
                  </a:lnTo>
                  <a:lnTo>
                    <a:pt x="1157312" y="0"/>
                  </a:lnTo>
                  <a:close/>
                </a:path>
              </a:pathLst>
            </a:custGeom>
            <a:ln w="50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093" y="2350351"/>
              <a:ext cx="1282865" cy="162509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3663315" y="2287536"/>
            <a:ext cx="1447165" cy="289560"/>
            <a:chOff x="3663315" y="2287536"/>
            <a:chExt cx="1447165" cy="289560"/>
          </a:xfrm>
        </p:grpSpPr>
        <p:sp>
          <p:nvSpPr>
            <p:cNvPr id="16" name="object 16" descr=""/>
            <p:cNvSpPr/>
            <p:nvPr/>
          </p:nvSpPr>
          <p:spPr>
            <a:xfrm>
              <a:off x="3663315" y="2287536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4" h="289560">
                  <a:moveTo>
                    <a:pt x="1403883" y="0"/>
                  </a:moveTo>
                  <a:lnTo>
                    <a:pt x="1157312" y="0"/>
                  </a:lnTo>
                  <a:lnTo>
                    <a:pt x="42748" y="0"/>
                  </a:lnTo>
                  <a:lnTo>
                    <a:pt x="26108" y="3361"/>
                  </a:lnTo>
                  <a:lnTo>
                    <a:pt x="12520" y="12526"/>
                  </a:lnTo>
                  <a:lnTo>
                    <a:pt x="3359" y="26119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59" y="263222"/>
                  </a:lnTo>
                  <a:lnTo>
                    <a:pt x="12520" y="276810"/>
                  </a:lnTo>
                  <a:lnTo>
                    <a:pt x="26108" y="285972"/>
                  </a:lnTo>
                  <a:lnTo>
                    <a:pt x="42748" y="289331"/>
                  </a:lnTo>
                  <a:lnTo>
                    <a:pt x="1403883" y="289331"/>
                  </a:lnTo>
                  <a:lnTo>
                    <a:pt x="1420524" y="285972"/>
                  </a:lnTo>
                  <a:lnTo>
                    <a:pt x="1434117" y="276810"/>
                  </a:lnTo>
                  <a:lnTo>
                    <a:pt x="1443282" y="263222"/>
                  </a:lnTo>
                  <a:lnTo>
                    <a:pt x="1446644" y="246583"/>
                  </a:lnTo>
                  <a:lnTo>
                    <a:pt x="1446644" y="42760"/>
                  </a:lnTo>
                  <a:lnTo>
                    <a:pt x="1443282" y="26119"/>
                  </a:lnTo>
                  <a:lnTo>
                    <a:pt x="1434117" y="12526"/>
                  </a:lnTo>
                  <a:lnTo>
                    <a:pt x="1420524" y="3361"/>
                  </a:lnTo>
                  <a:lnTo>
                    <a:pt x="1403883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44938" y="2350008"/>
              <a:ext cx="1282865" cy="164642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7387678" y="2286482"/>
            <a:ext cx="1447165" cy="289560"/>
            <a:chOff x="7387678" y="2286482"/>
            <a:chExt cx="1447165" cy="289560"/>
          </a:xfrm>
        </p:grpSpPr>
        <p:sp>
          <p:nvSpPr>
            <p:cNvPr id="19" name="object 19" descr=""/>
            <p:cNvSpPr/>
            <p:nvPr/>
          </p:nvSpPr>
          <p:spPr>
            <a:xfrm>
              <a:off x="7387678" y="2286482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5" h="289560">
                  <a:moveTo>
                    <a:pt x="1403896" y="0"/>
                  </a:moveTo>
                  <a:lnTo>
                    <a:pt x="1157312" y="0"/>
                  </a:lnTo>
                  <a:lnTo>
                    <a:pt x="42748" y="0"/>
                  </a:lnTo>
                  <a:lnTo>
                    <a:pt x="26108" y="3361"/>
                  </a:lnTo>
                  <a:lnTo>
                    <a:pt x="12520" y="12526"/>
                  </a:lnTo>
                  <a:lnTo>
                    <a:pt x="3359" y="26119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59" y="263222"/>
                  </a:lnTo>
                  <a:lnTo>
                    <a:pt x="12520" y="276810"/>
                  </a:lnTo>
                  <a:lnTo>
                    <a:pt x="26108" y="285972"/>
                  </a:lnTo>
                  <a:lnTo>
                    <a:pt x="42748" y="289331"/>
                  </a:lnTo>
                  <a:lnTo>
                    <a:pt x="1403896" y="289331"/>
                  </a:lnTo>
                  <a:lnTo>
                    <a:pt x="1420535" y="285972"/>
                  </a:lnTo>
                  <a:lnTo>
                    <a:pt x="1434123" y="276810"/>
                  </a:lnTo>
                  <a:lnTo>
                    <a:pt x="1443284" y="263222"/>
                  </a:lnTo>
                  <a:lnTo>
                    <a:pt x="1446644" y="246583"/>
                  </a:lnTo>
                  <a:lnTo>
                    <a:pt x="1446644" y="42760"/>
                  </a:lnTo>
                  <a:lnTo>
                    <a:pt x="1443284" y="26119"/>
                  </a:lnTo>
                  <a:lnTo>
                    <a:pt x="1434123" y="12526"/>
                  </a:lnTo>
                  <a:lnTo>
                    <a:pt x="1420535" y="3361"/>
                  </a:lnTo>
                  <a:lnTo>
                    <a:pt x="1403896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73187" y="2348763"/>
              <a:ext cx="1282865" cy="164642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5527294" y="2286482"/>
            <a:ext cx="1447165" cy="289560"/>
            <a:chOff x="5527294" y="2286482"/>
            <a:chExt cx="1447165" cy="289560"/>
          </a:xfrm>
        </p:grpSpPr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7294" y="2286482"/>
              <a:ext cx="1446656" cy="28933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11266" y="2350008"/>
              <a:ext cx="1282865" cy="164642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11114620" y="4846129"/>
            <a:ext cx="1447165" cy="289560"/>
            <a:chOff x="11114620" y="4846129"/>
            <a:chExt cx="1447165" cy="289560"/>
          </a:xfrm>
        </p:grpSpPr>
        <p:sp>
          <p:nvSpPr>
            <p:cNvPr id="25" name="object 25" descr=""/>
            <p:cNvSpPr/>
            <p:nvPr/>
          </p:nvSpPr>
          <p:spPr>
            <a:xfrm>
              <a:off x="11114620" y="4846129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5" h="289560">
                  <a:moveTo>
                    <a:pt x="1403883" y="0"/>
                  </a:moveTo>
                  <a:lnTo>
                    <a:pt x="1157312" y="0"/>
                  </a:lnTo>
                  <a:lnTo>
                    <a:pt x="42748" y="0"/>
                  </a:lnTo>
                  <a:lnTo>
                    <a:pt x="26108" y="3359"/>
                  </a:lnTo>
                  <a:lnTo>
                    <a:pt x="12520" y="12522"/>
                  </a:lnTo>
                  <a:lnTo>
                    <a:pt x="3359" y="26113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59" y="263217"/>
                  </a:lnTo>
                  <a:lnTo>
                    <a:pt x="12520" y="276806"/>
                  </a:lnTo>
                  <a:lnTo>
                    <a:pt x="26108" y="285970"/>
                  </a:lnTo>
                  <a:lnTo>
                    <a:pt x="42748" y="289331"/>
                  </a:lnTo>
                  <a:lnTo>
                    <a:pt x="1403883" y="289331"/>
                  </a:lnTo>
                  <a:lnTo>
                    <a:pt x="1420524" y="285970"/>
                  </a:lnTo>
                  <a:lnTo>
                    <a:pt x="1434117" y="276806"/>
                  </a:lnTo>
                  <a:lnTo>
                    <a:pt x="1443282" y="263217"/>
                  </a:lnTo>
                  <a:lnTo>
                    <a:pt x="1446644" y="246583"/>
                  </a:lnTo>
                  <a:lnTo>
                    <a:pt x="1446644" y="42760"/>
                  </a:lnTo>
                  <a:lnTo>
                    <a:pt x="1443282" y="26113"/>
                  </a:lnTo>
                  <a:lnTo>
                    <a:pt x="1434117" y="12522"/>
                  </a:lnTo>
                  <a:lnTo>
                    <a:pt x="1420524" y="3359"/>
                  </a:lnTo>
                  <a:lnTo>
                    <a:pt x="14038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88903" y="4916563"/>
              <a:ext cx="1282725" cy="149110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1792858" y="4843538"/>
            <a:ext cx="1452245" cy="294640"/>
            <a:chOff x="1792858" y="4843538"/>
            <a:chExt cx="1452245" cy="294640"/>
          </a:xfrm>
        </p:grpSpPr>
        <p:sp>
          <p:nvSpPr>
            <p:cNvPr id="28" name="object 28" descr=""/>
            <p:cNvSpPr/>
            <p:nvPr/>
          </p:nvSpPr>
          <p:spPr>
            <a:xfrm>
              <a:off x="1795373" y="4846053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4" h="289560">
                  <a:moveTo>
                    <a:pt x="1157325" y="0"/>
                  </a:moveTo>
                  <a:lnTo>
                    <a:pt x="867994" y="0"/>
                  </a:lnTo>
                  <a:lnTo>
                    <a:pt x="578662" y="0"/>
                  </a:lnTo>
                  <a:lnTo>
                    <a:pt x="289344" y="0"/>
                  </a:lnTo>
                  <a:lnTo>
                    <a:pt x="42760" y="0"/>
                  </a:lnTo>
                  <a:lnTo>
                    <a:pt x="26119" y="3359"/>
                  </a:lnTo>
                  <a:lnTo>
                    <a:pt x="12526" y="12522"/>
                  </a:lnTo>
                  <a:lnTo>
                    <a:pt x="3361" y="26113"/>
                  </a:lnTo>
                  <a:lnTo>
                    <a:pt x="0" y="42760"/>
                  </a:lnTo>
                  <a:lnTo>
                    <a:pt x="0" y="246570"/>
                  </a:lnTo>
                  <a:lnTo>
                    <a:pt x="3361" y="263210"/>
                  </a:lnTo>
                  <a:lnTo>
                    <a:pt x="12526" y="276798"/>
                  </a:lnTo>
                  <a:lnTo>
                    <a:pt x="26119" y="285959"/>
                  </a:lnTo>
                  <a:lnTo>
                    <a:pt x="42760" y="289318"/>
                  </a:lnTo>
                  <a:lnTo>
                    <a:pt x="289344" y="289318"/>
                  </a:lnTo>
                  <a:lnTo>
                    <a:pt x="578662" y="289318"/>
                  </a:lnTo>
                  <a:lnTo>
                    <a:pt x="867994" y="289318"/>
                  </a:lnTo>
                  <a:lnTo>
                    <a:pt x="1157325" y="289318"/>
                  </a:lnTo>
                  <a:lnTo>
                    <a:pt x="1403896" y="289318"/>
                  </a:lnTo>
                  <a:lnTo>
                    <a:pt x="1420537" y="285959"/>
                  </a:lnTo>
                  <a:lnTo>
                    <a:pt x="1434130" y="276798"/>
                  </a:lnTo>
                  <a:lnTo>
                    <a:pt x="1443295" y="263210"/>
                  </a:lnTo>
                  <a:lnTo>
                    <a:pt x="1446657" y="246570"/>
                  </a:lnTo>
                  <a:lnTo>
                    <a:pt x="1446657" y="42760"/>
                  </a:lnTo>
                  <a:lnTo>
                    <a:pt x="1443295" y="26113"/>
                  </a:lnTo>
                  <a:lnTo>
                    <a:pt x="1434130" y="12522"/>
                  </a:lnTo>
                  <a:lnTo>
                    <a:pt x="1420537" y="3359"/>
                  </a:lnTo>
                  <a:lnTo>
                    <a:pt x="1403896" y="0"/>
                  </a:lnTo>
                  <a:lnTo>
                    <a:pt x="1157325" y="0"/>
                  </a:lnTo>
                  <a:close/>
                </a:path>
              </a:pathLst>
            </a:custGeom>
            <a:ln w="50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80209" y="4915878"/>
              <a:ext cx="1282712" cy="149098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9247479" y="4843615"/>
            <a:ext cx="1452245" cy="294640"/>
            <a:chOff x="9247479" y="4843615"/>
            <a:chExt cx="1452245" cy="294640"/>
          </a:xfrm>
        </p:grpSpPr>
        <p:sp>
          <p:nvSpPr>
            <p:cNvPr id="31" name="object 31" descr=""/>
            <p:cNvSpPr/>
            <p:nvPr/>
          </p:nvSpPr>
          <p:spPr>
            <a:xfrm>
              <a:off x="9249994" y="4846129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5" h="289560">
                  <a:moveTo>
                    <a:pt x="1157312" y="0"/>
                  </a:moveTo>
                  <a:lnTo>
                    <a:pt x="867981" y="0"/>
                  </a:lnTo>
                  <a:lnTo>
                    <a:pt x="578650" y="0"/>
                  </a:lnTo>
                  <a:lnTo>
                    <a:pt x="289318" y="0"/>
                  </a:lnTo>
                  <a:lnTo>
                    <a:pt x="42748" y="0"/>
                  </a:lnTo>
                  <a:lnTo>
                    <a:pt x="26108" y="3359"/>
                  </a:lnTo>
                  <a:lnTo>
                    <a:pt x="12520" y="12522"/>
                  </a:lnTo>
                  <a:lnTo>
                    <a:pt x="3359" y="26113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59" y="263217"/>
                  </a:lnTo>
                  <a:lnTo>
                    <a:pt x="12520" y="276806"/>
                  </a:lnTo>
                  <a:lnTo>
                    <a:pt x="26108" y="285970"/>
                  </a:lnTo>
                  <a:lnTo>
                    <a:pt x="42748" y="289331"/>
                  </a:lnTo>
                  <a:lnTo>
                    <a:pt x="289318" y="289331"/>
                  </a:lnTo>
                  <a:lnTo>
                    <a:pt x="578650" y="289331"/>
                  </a:lnTo>
                  <a:lnTo>
                    <a:pt x="867981" y="289331"/>
                  </a:lnTo>
                  <a:lnTo>
                    <a:pt x="1157312" y="289331"/>
                  </a:lnTo>
                  <a:lnTo>
                    <a:pt x="1403883" y="289331"/>
                  </a:lnTo>
                  <a:lnTo>
                    <a:pt x="1420524" y="285970"/>
                  </a:lnTo>
                  <a:lnTo>
                    <a:pt x="1434117" y="276806"/>
                  </a:lnTo>
                  <a:lnTo>
                    <a:pt x="1443282" y="263217"/>
                  </a:lnTo>
                  <a:lnTo>
                    <a:pt x="1446644" y="246583"/>
                  </a:lnTo>
                  <a:lnTo>
                    <a:pt x="1446644" y="42760"/>
                  </a:lnTo>
                  <a:lnTo>
                    <a:pt x="1443282" y="26113"/>
                  </a:lnTo>
                  <a:lnTo>
                    <a:pt x="1434117" y="12522"/>
                  </a:lnTo>
                  <a:lnTo>
                    <a:pt x="1420524" y="3359"/>
                  </a:lnTo>
                  <a:lnTo>
                    <a:pt x="1403883" y="0"/>
                  </a:lnTo>
                  <a:lnTo>
                    <a:pt x="1157312" y="0"/>
                  </a:lnTo>
                  <a:close/>
                </a:path>
              </a:pathLst>
            </a:custGeom>
            <a:ln w="5029">
              <a:solidFill>
                <a:srgbClr val="72559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7245" y="4915878"/>
              <a:ext cx="1282712" cy="149098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3663315" y="4845698"/>
            <a:ext cx="1447165" cy="289560"/>
            <a:chOff x="3663315" y="4845698"/>
            <a:chExt cx="1447165" cy="289560"/>
          </a:xfrm>
        </p:grpSpPr>
        <p:sp>
          <p:nvSpPr>
            <p:cNvPr id="34" name="object 34" descr=""/>
            <p:cNvSpPr/>
            <p:nvPr/>
          </p:nvSpPr>
          <p:spPr>
            <a:xfrm>
              <a:off x="3663315" y="4845698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4" h="289560">
                  <a:moveTo>
                    <a:pt x="1403883" y="0"/>
                  </a:moveTo>
                  <a:lnTo>
                    <a:pt x="1157312" y="0"/>
                  </a:lnTo>
                  <a:lnTo>
                    <a:pt x="42748" y="0"/>
                  </a:lnTo>
                  <a:lnTo>
                    <a:pt x="26108" y="3359"/>
                  </a:lnTo>
                  <a:lnTo>
                    <a:pt x="12520" y="12522"/>
                  </a:lnTo>
                  <a:lnTo>
                    <a:pt x="3359" y="26113"/>
                  </a:lnTo>
                  <a:lnTo>
                    <a:pt x="0" y="42760"/>
                  </a:lnTo>
                  <a:lnTo>
                    <a:pt x="0" y="246570"/>
                  </a:lnTo>
                  <a:lnTo>
                    <a:pt x="3359" y="263210"/>
                  </a:lnTo>
                  <a:lnTo>
                    <a:pt x="12520" y="276798"/>
                  </a:lnTo>
                  <a:lnTo>
                    <a:pt x="26108" y="285959"/>
                  </a:lnTo>
                  <a:lnTo>
                    <a:pt x="42748" y="289318"/>
                  </a:lnTo>
                  <a:lnTo>
                    <a:pt x="1403883" y="289318"/>
                  </a:lnTo>
                  <a:lnTo>
                    <a:pt x="1420524" y="285959"/>
                  </a:lnTo>
                  <a:lnTo>
                    <a:pt x="1434117" y="276798"/>
                  </a:lnTo>
                  <a:lnTo>
                    <a:pt x="1443282" y="263210"/>
                  </a:lnTo>
                  <a:lnTo>
                    <a:pt x="1446644" y="246570"/>
                  </a:lnTo>
                  <a:lnTo>
                    <a:pt x="1446644" y="42760"/>
                  </a:lnTo>
                  <a:lnTo>
                    <a:pt x="1443282" y="26113"/>
                  </a:lnTo>
                  <a:lnTo>
                    <a:pt x="1434117" y="12522"/>
                  </a:lnTo>
                  <a:lnTo>
                    <a:pt x="1420524" y="3359"/>
                  </a:lnTo>
                  <a:lnTo>
                    <a:pt x="1403883" y="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45090" y="4908956"/>
              <a:ext cx="1282712" cy="162636"/>
            </a:xfrm>
            <a:prstGeom prst="rect">
              <a:avLst/>
            </a:prstGeom>
          </p:spPr>
        </p:pic>
      </p:grpSp>
      <p:grpSp>
        <p:nvGrpSpPr>
          <p:cNvPr id="36" name="object 36" descr=""/>
          <p:cNvGrpSpPr/>
          <p:nvPr/>
        </p:nvGrpSpPr>
        <p:grpSpPr>
          <a:xfrm>
            <a:off x="7387678" y="4846129"/>
            <a:ext cx="1447165" cy="289560"/>
            <a:chOff x="7387678" y="4846129"/>
            <a:chExt cx="1447165" cy="289560"/>
          </a:xfrm>
        </p:grpSpPr>
        <p:sp>
          <p:nvSpPr>
            <p:cNvPr id="37" name="object 37" descr=""/>
            <p:cNvSpPr/>
            <p:nvPr/>
          </p:nvSpPr>
          <p:spPr>
            <a:xfrm>
              <a:off x="7387678" y="4846129"/>
              <a:ext cx="1447165" cy="289560"/>
            </a:xfrm>
            <a:custGeom>
              <a:avLst/>
              <a:gdLst/>
              <a:ahLst/>
              <a:cxnLst/>
              <a:rect l="l" t="t" r="r" b="b"/>
              <a:pathLst>
                <a:path w="1447165" h="289560">
                  <a:moveTo>
                    <a:pt x="1403896" y="0"/>
                  </a:moveTo>
                  <a:lnTo>
                    <a:pt x="1157312" y="0"/>
                  </a:lnTo>
                  <a:lnTo>
                    <a:pt x="42748" y="0"/>
                  </a:lnTo>
                  <a:lnTo>
                    <a:pt x="26108" y="3359"/>
                  </a:lnTo>
                  <a:lnTo>
                    <a:pt x="12520" y="12522"/>
                  </a:lnTo>
                  <a:lnTo>
                    <a:pt x="3359" y="26113"/>
                  </a:lnTo>
                  <a:lnTo>
                    <a:pt x="0" y="42760"/>
                  </a:lnTo>
                  <a:lnTo>
                    <a:pt x="0" y="246583"/>
                  </a:lnTo>
                  <a:lnTo>
                    <a:pt x="3359" y="263217"/>
                  </a:lnTo>
                  <a:lnTo>
                    <a:pt x="12520" y="276806"/>
                  </a:lnTo>
                  <a:lnTo>
                    <a:pt x="26108" y="285970"/>
                  </a:lnTo>
                  <a:lnTo>
                    <a:pt x="42748" y="289331"/>
                  </a:lnTo>
                  <a:lnTo>
                    <a:pt x="1403896" y="289331"/>
                  </a:lnTo>
                  <a:lnTo>
                    <a:pt x="1420535" y="285970"/>
                  </a:lnTo>
                  <a:lnTo>
                    <a:pt x="1434123" y="276806"/>
                  </a:lnTo>
                  <a:lnTo>
                    <a:pt x="1443284" y="263217"/>
                  </a:lnTo>
                  <a:lnTo>
                    <a:pt x="1446644" y="246583"/>
                  </a:lnTo>
                  <a:lnTo>
                    <a:pt x="1446644" y="42760"/>
                  </a:lnTo>
                  <a:lnTo>
                    <a:pt x="1443284" y="26113"/>
                  </a:lnTo>
                  <a:lnTo>
                    <a:pt x="1434123" y="12522"/>
                  </a:lnTo>
                  <a:lnTo>
                    <a:pt x="1420535" y="3359"/>
                  </a:lnTo>
                  <a:lnTo>
                    <a:pt x="1403896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73340" y="4909159"/>
              <a:ext cx="1282712" cy="162636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5527294" y="4846129"/>
            <a:ext cx="1447165" cy="289560"/>
            <a:chOff x="5527294" y="4846129"/>
            <a:chExt cx="1447165" cy="289560"/>
          </a:xfrm>
        </p:grpSpPr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7294" y="4846129"/>
              <a:ext cx="1446656" cy="28933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11418" y="4908956"/>
              <a:ext cx="1282712" cy="162636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1813839" y="3856240"/>
            <a:ext cx="10916920" cy="10795"/>
            <a:chOff x="1813839" y="3856240"/>
            <a:chExt cx="10916920" cy="10795"/>
          </a:xfrm>
        </p:grpSpPr>
        <p:sp>
          <p:nvSpPr>
            <p:cNvPr id="43" name="object 43" descr=""/>
            <p:cNvSpPr/>
            <p:nvPr/>
          </p:nvSpPr>
          <p:spPr>
            <a:xfrm>
              <a:off x="1813839" y="3861879"/>
              <a:ext cx="10590530" cy="0"/>
            </a:xfrm>
            <a:custGeom>
              <a:avLst/>
              <a:gdLst/>
              <a:ahLst/>
              <a:cxnLst/>
              <a:rect l="l" t="t" r="r" b="b"/>
              <a:pathLst>
                <a:path w="10590530" h="0">
                  <a:moveTo>
                    <a:pt x="0" y="0"/>
                  </a:moveTo>
                  <a:lnTo>
                    <a:pt x="10590072" y="0"/>
                  </a:lnTo>
                </a:path>
              </a:pathLst>
            </a:custGeom>
            <a:ln w="10058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140254" y="3861270"/>
              <a:ext cx="10590530" cy="0"/>
            </a:xfrm>
            <a:custGeom>
              <a:avLst/>
              <a:gdLst/>
              <a:ahLst/>
              <a:cxnLst/>
              <a:rect l="l" t="t" r="r" b="b"/>
              <a:pathLst>
                <a:path w="10590530" h="0">
                  <a:moveTo>
                    <a:pt x="0" y="0"/>
                  </a:moveTo>
                  <a:lnTo>
                    <a:pt x="10590072" y="0"/>
                  </a:lnTo>
                </a:path>
              </a:pathLst>
            </a:custGeom>
            <a:ln w="10058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780730" y="1414321"/>
            <a:ext cx="1825625" cy="4286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1: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25">
                <a:solidFill>
                  <a:srgbClr val="007F2D"/>
                </a:solidFill>
                <a:latin typeface="Palatino Linotype"/>
                <a:cs typeface="Palatino Linotype"/>
              </a:rPr>
              <a:t>HORIZONTAL</a:t>
            </a:r>
            <a:r>
              <a:rPr dirty="0" sz="950" spc="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r>
              <a:rPr dirty="0" sz="950" spc="7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25">
                <a:solidFill>
                  <a:srgbClr val="007F2D"/>
                </a:solidFill>
                <a:latin typeface="Palatino Linotype"/>
                <a:cs typeface="Palatino Linotype"/>
              </a:rPr>
              <a:t>1:5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</a:t>
            </a:r>
            <a:r>
              <a:rPr dirty="0" sz="800" spc="7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878A8E"/>
                </a:solidFill>
                <a:latin typeface="Palatino Linotype"/>
                <a:cs typeface="Palatino Linotype"/>
              </a:rPr>
              <a:t>&gt;35mm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768449" y="3953292"/>
            <a:ext cx="3484879" cy="42862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50" spc="50">
                <a:solidFill>
                  <a:srgbClr val="007F2D"/>
                </a:solidFill>
                <a:latin typeface="Palatino Linotype"/>
                <a:cs typeface="Palatino Linotype"/>
              </a:rPr>
              <a:t>2:</a:t>
            </a:r>
            <a:r>
              <a:rPr dirty="0" sz="95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>
                <a:solidFill>
                  <a:srgbClr val="007F2D"/>
                </a:solidFill>
                <a:latin typeface="Palatino Linotype"/>
                <a:cs typeface="Palatino Linotype"/>
              </a:rPr>
              <a:t>SMALL</a:t>
            </a:r>
            <a:r>
              <a:rPr dirty="0" sz="95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50" spc="-1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9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applications,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on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rough</a:t>
            </a:r>
            <a:r>
              <a:rPr dirty="0" sz="8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difficult</a:t>
            </a:r>
            <a:r>
              <a:rPr dirty="0" sz="800" spc="4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to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878A8E"/>
                </a:solidFill>
                <a:latin typeface="Palatino Linotype"/>
                <a:cs typeface="Palatino Linotype"/>
              </a:rPr>
              <a:t>print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878A8E"/>
                </a:solidFill>
                <a:latin typeface="Palatino Linotype"/>
                <a:cs typeface="Palatino Linotype"/>
              </a:rPr>
              <a:t>surfaces</a:t>
            </a:r>
            <a:r>
              <a:rPr dirty="0" sz="800" spc="50">
                <a:solidFill>
                  <a:srgbClr val="878A8E"/>
                </a:solidFill>
                <a:latin typeface="Palatino Linotype"/>
                <a:cs typeface="Palatino Linotype"/>
              </a:rPr>
              <a:t> &lt;35mm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653980" y="2713409"/>
            <a:ext cx="168592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54025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LIGHT_HORIZONTAL_1_B_PMS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791393" y="2713409"/>
            <a:ext cx="168592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47040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LIGHT_HORIZONTAL_1_A_PMS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514636" y="2713409"/>
            <a:ext cx="1685925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green,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456565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LIGHT_HORIZONTAL_1_C_PMS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376659" y="2713409"/>
            <a:ext cx="168592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LIGHT_HORIZONTAL_1_C1_PMS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105936" y="2713409"/>
            <a:ext cx="1576070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220979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LIGHT_HORIZONTAL_1_E_1COLOR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9238763" y="2713409"/>
            <a:ext cx="1534160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Standard</a:t>
            </a:r>
            <a:r>
              <a:rPr dirty="0" sz="600" spc="114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12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171450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LIGHT_HORIZONTAL_1_D_1COLOR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3654061" y="5286100"/>
            <a:ext cx="170370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63550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LIGHT_HORIZONTAL_2_B_PMS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791474" y="5286100"/>
            <a:ext cx="170370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456565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LIGHT_HORIZONTAL_2_A_PMS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5514716" y="5286100"/>
            <a:ext cx="1703705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on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different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colors:</a:t>
            </a:r>
            <a:r>
              <a:rPr dirty="0" sz="600" spc="2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green,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70">
                <a:solidFill>
                  <a:srgbClr val="878A8E"/>
                </a:solidFill>
                <a:latin typeface="Palatino Linotype"/>
                <a:cs typeface="Palatino Linotype"/>
              </a:rPr>
              <a:t>or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black.</a:t>
            </a:r>
            <a:endParaRPr sz="600">
              <a:latin typeface="Palatino Linotype"/>
              <a:cs typeface="Palatino Linotype"/>
            </a:endParaRPr>
          </a:p>
          <a:p>
            <a:pPr marL="12700" marR="466090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LIGHT_HORIZONTAL_2_C_PMS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7376740" y="5286100"/>
            <a:ext cx="1703705" cy="5086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for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on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grey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background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LIGHT_HORIZONTAL_2_C1_PMS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1106016" y="5286100"/>
            <a:ext cx="1576070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reversed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out</a:t>
            </a:r>
            <a:r>
              <a:rPr dirty="0" sz="600" spc="1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212725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LIGHT_HORIZONTAL_2_E_1COLOR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9238844" y="5286100"/>
            <a:ext cx="1534160" cy="629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90"/>
              </a:spcBef>
            </a:pP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Small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5">
                <a:solidFill>
                  <a:srgbClr val="878A8E"/>
                </a:solidFill>
                <a:latin typeface="Palatino Linotype"/>
                <a:cs typeface="Palatino Linotype"/>
              </a:rPr>
              <a:t>use</a:t>
            </a:r>
            <a:r>
              <a:rPr dirty="0" sz="600" spc="8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mono-</a:t>
            </a:r>
            <a:r>
              <a:rPr dirty="0" sz="600" spc="20">
                <a:solidFill>
                  <a:srgbClr val="878A8E"/>
                </a:solidFill>
                <a:latin typeface="Palatino Linotype"/>
                <a:cs typeface="Palatino Linotype"/>
              </a:rPr>
              <a:t>colour</a:t>
            </a:r>
            <a:r>
              <a:rPr dirty="0" sz="600" spc="9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Heineken®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>
                <a:solidFill>
                  <a:srgbClr val="878A8E"/>
                </a:solidFill>
                <a:latin typeface="Palatino Linotype"/>
                <a:cs typeface="Palatino Linotype"/>
              </a:rPr>
              <a:t>LIGHT_HORIZONTAL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10">
                <a:solidFill>
                  <a:srgbClr val="878A8E"/>
                </a:solidFill>
                <a:latin typeface="Palatino Linotype"/>
                <a:cs typeface="Palatino Linotype"/>
              </a:rPr>
              <a:t>logo,</a:t>
            </a:r>
            <a:r>
              <a:rPr dirty="0" sz="600" spc="55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50">
                <a:solidFill>
                  <a:srgbClr val="878A8E"/>
                </a:solidFill>
                <a:latin typeface="Palatino Linotype"/>
                <a:cs typeface="Palatino Linotype"/>
              </a:rPr>
              <a:t>for</a:t>
            </a:r>
            <a:r>
              <a:rPr dirty="0" sz="600" spc="6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35">
                <a:solidFill>
                  <a:srgbClr val="878A8E"/>
                </a:solidFill>
                <a:latin typeface="Palatino Linotype"/>
                <a:cs typeface="Palatino Linotype"/>
              </a:rPr>
              <a:t>positive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40">
                <a:solidFill>
                  <a:srgbClr val="878A8E"/>
                </a:solidFill>
                <a:latin typeface="Palatino Linotype"/>
                <a:cs typeface="Palatino Linotype"/>
              </a:rPr>
              <a:t>reproduction.</a:t>
            </a:r>
            <a:endParaRPr sz="600">
              <a:latin typeface="Palatino Linotype"/>
              <a:cs typeface="Palatino Linotype"/>
            </a:endParaRPr>
          </a:p>
          <a:p>
            <a:pPr marL="12700" marR="162560">
              <a:lnSpc>
                <a:spcPct val="132000"/>
              </a:lnSpc>
            </a:pPr>
            <a:r>
              <a:rPr dirty="0" sz="600" spc="45">
                <a:solidFill>
                  <a:srgbClr val="878A8E"/>
                </a:solidFill>
                <a:latin typeface="Palatino Linotype"/>
                <a:cs typeface="Palatino Linotype"/>
              </a:rPr>
              <a:t>Reference:</a:t>
            </a:r>
            <a:r>
              <a:rPr dirty="0" sz="600" spc="500">
                <a:solidFill>
                  <a:srgbClr val="878A8E"/>
                </a:solidFill>
                <a:latin typeface="Palatino Linotype"/>
                <a:cs typeface="Palatino Linotype"/>
              </a:rPr>
              <a:t> </a:t>
            </a:r>
            <a:r>
              <a:rPr dirty="0" sz="600" spc="-10">
                <a:solidFill>
                  <a:srgbClr val="878A8E"/>
                </a:solidFill>
                <a:latin typeface="Palatino Linotype"/>
                <a:cs typeface="Palatino Linotype"/>
              </a:rPr>
              <a:t>LIGHT_HORIZONTAL_2_D_1COLOR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0" y="1224000"/>
            <a:ext cx="6635115" cy="12700"/>
          </a:xfrm>
          <a:custGeom>
            <a:avLst/>
            <a:gdLst/>
            <a:ahLst/>
            <a:cxnLst/>
            <a:rect l="l" t="t" r="r" b="b"/>
            <a:pathLst>
              <a:path w="6635115" h="12700">
                <a:moveTo>
                  <a:pt x="6635064" y="0"/>
                </a:moveTo>
                <a:lnTo>
                  <a:pt x="0" y="0"/>
                </a:lnTo>
                <a:lnTo>
                  <a:pt x="0" y="12700"/>
                </a:lnTo>
                <a:lnTo>
                  <a:pt x="6635064" y="12700"/>
                </a:lnTo>
                <a:lnTo>
                  <a:pt x="6635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914403" y="194449"/>
            <a:ext cx="2203450" cy="417830"/>
          </a:xfrm>
          <a:custGeom>
            <a:avLst/>
            <a:gdLst/>
            <a:ahLst/>
            <a:cxnLst/>
            <a:rect l="l" t="t" r="r" b="b"/>
            <a:pathLst>
              <a:path w="2203450" h="417830">
                <a:moveTo>
                  <a:pt x="2131199" y="0"/>
                </a:moveTo>
                <a:lnTo>
                  <a:pt x="71996" y="0"/>
                </a:ln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345541"/>
                </a:lnTo>
                <a:lnTo>
                  <a:pt x="1124" y="387171"/>
                </a:lnTo>
                <a:lnTo>
                  <a:pt x="8999" y="408549"/>
                </a:lnTo>
                <a:lnTo>
                  <a:pt x="30373" y="416425"/>
                </a:lnTo>
                <a:lnTo>
                  <a:pt x="71996" y="417550"/>
                </a:lnTo>
                <a:lnTo>
                  <a:pt x="2131199" y="417550"/>
                </a:lnTo>
                <a:lnTo>
                  <a:pt x="2172822" y="416425"/>
                </a:lnTo>
                <a:lnTo>
                  <a:pt x="2194196" y="408549"/>
                </a:lnTo>
                <a:lnTo>
                  <a:pt x="2202071" y="387171"/>
                </a:lnTo>
                <a:lnTo>
                  <a:pt x="2203196" y="345541"/>
                </a:lnTo>
                <a:lnTo>
                  <a:pt x="2203196" y="71996"/>
                </a:lnTo>
                <a:lnTo>
                  <a:pt x="2202071" y="30373"/>
                </a:lnTo>
                <a:lnTo>
                  <a:pt x="2194196" y="8999"/>
                </a:lnTo>
                <a:lnTo>
                  <a:pt x="2172822" y="1124"/>
                </a:lnTo>
                <a:lnTo>
                  <a:pt x="2131199" y="0"/>
                </a:lnTo>
                <a:close/>
              </a:path>
            </a:pathLst>
          </a:custGeom>
          <a:solidFill>
            <a:srgbClr val="CD17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1007668" y="304127"/>
            <a:ext cx="2005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FOR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>
                <a:solidFill>
                  <a:srgbClr val="FFFFFF"/>
                </a:solidFill>
                <a:latin typeface="Palatino Linotype"/>
                <a:cs typeface="Palatino Linotype"/>
              </a:rPr>
              <a:t>EXCEPTIONAL</a:t>
            </a:r>
            <a:r>
              <a:rPr dirty="0" sz="1200" spc="-2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200" spc="45">
                <a:solidFill>
                  <a:srgbClr val="FFFFFF"/>
                </a:solidFill>
                <a:latin typeface="Palatino Linotype"/>
                <a:cs typeface="Palatino Linotype"/>
              </a:rPr>
              <a:t>ITEMS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2" name="object 6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25"/>
              <a:t>29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9246" y="4490998"/>
            <a:ext cx="2477757" cy="19925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9000" y="4490986"/>
            <a:ext cx="2407894" cy="199254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9246" y="1836001"/>
            <a:ext cx="4957643" cy="258065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1227" y="1836001"/>
            <a:ext cx="2581160" cy="46475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60790" y="4482007"/>
            <a:ext cx="1202397" cy="200602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2398" y="4489208"/>
            <a:ext cx="2916339" cy="197989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60790" y="1839607"/>
            <a:ext cx="4204804" cy="257860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-12700" y="777697"/>
            <a:ext cx="5353685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158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u="sng" spc="70">
                <a:uFill>
                  <a:solidFill>
                    <a:srgbClr val="000000"/>
                  </a:solidFill>
                </a:uFill>
              </a:rPr>
              <a:t>logo</a:t>
            </a:r>
            <a:r>
              <a:rPr dirty="0" u="sng" spc="-25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50">
                <a:uFill>
                  <a:solidFill>
                    <a:srgbClr val="000000"/>
                  </a:solidFill>
                </a:uFill>
              </a:rPr>
              <a:t>inspira</a:t>
            </a:r>
            <a:r>
              <a:rPr dirty="0" u="sng" spc="50">
                <a:uFill>
                  <a:solidFill>
                    <a:srgbClr val="000000"/>
                  </a:solidFill>
                </a:uFill>
              </a:rPr>
              <a:t>tion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25"/>
              <a:t>29</a:t>
            </a:fld>
          </a:p>
        </p:txBody>
      </p:sp>
      <p:sp>
        <p:nvSpPr>
          <p:cNvPr id="12" name="object 12" descr=""/>
          <p:cNvSpPr txBox="1"/>
          <p:nvPr/>
        </p:nvSpPr>
        <p:spPr>
          <a:xfrm>
            <a:off x="1410030" y="1247597"/>
            <a:ext cx="39312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0">
                <a:solidFill>
                  <a:srgbClr val="007F2D"/>
                </a:solidFill>
                <a:latin typeface="Palatino Linotype"/>
                <a:cs typeface="Palatino Linotype"/>
              </a:rPr>
              <a:t>Inspirational</a:t>
            </a:r>
            <a:r>
              <a:rPr dirty="0" sz="1100" spc="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60">
                <a:solidFill>
                  <a:srgbClr val="007F2D"/>
                </a:solidFill>
                <a:latin typeface="Palatino Linotype"/>
                <a:cs typeface="Palatino Linotype"/>
              </a:rPr>
              <a:t>samples</a:t>
            </a:r>
            <a:r>
              <a:rPr dirty="0" sz="1100" spc="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60">
                <a:solidFill>
                  <a:srgbClr val="007F2D"/>
                </a:solidFill>
                <a:latin typeface="Palatino Linotype"/>
                <a:cs typeface="Palatino Linotype"/>
              </a:rPr>
              <a:t>for</a:t>
            </a:r>
            <a:r>
              <a:rPr dirty="0" sz="1100" spc="-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60">
                <a:solidFill>
                  <a:srgbClr val="007F2D"/>
                </a:solidFill>
                <a:latin typeface="Palatino Linotype"/>
                <a:cs typeface="Palatino Linotype"/>
              </a:rPr>
              <a:t>texturized</a:t>
            </a:r>
            <a:r>
              <a:rPr dirty="0" sz="1100" spc="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65">
                <a:solidFill>
                  <a:srgbClr val="007F2D"/>
                </a:solidFill>
                <a:latin typeface="Palatino Linotype"/>
                <a:cs typeface="Palatino Linotype"/>
              </a:rPr>
              <a:t>interior</a:t>
            </a:r>
            <a:r>
              <a:rPr dirty="0" sz="1100" spc="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100" spc="40">
                <a:solidFill>
                  <a:srgbClr val="007F2D"/>
                </a:solidFill>
                <a:latin typeface="Palatino Linotype"/>
                <a:cs typeface="Palatino Linotype"/>
              </a:rPr>
              <a:t>applications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1153" y="1825180"/>
            <a:ext cx="4091940" cy="165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59535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-20">
                <a:solidFill>
                  <a:srgbClr val="007F2D"/>
                </a:solidFill>
                <a:latin typeface="Palatino Linotype"/>
                <a:cs typeface="Palatino Linotype"/>
              </a:rPr>
              <a:t>COLOURS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</a:rPr>
              <a:t>OF</a:t>
            </a:r>
            <a:r>
              <a:rPr dirty="0" sz="1000" spc="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-10">
                <a:solidFill>
                  <a:srgbClr val="007F2D"/>
                </a:solidFill>
                <a:latin typeface="Palatino Linotype"/>
                <a:cs typeface="Palatino Linotype"/>
              </a:rPr>
              <a:t>LOGOS:</a:t>
            </a:r>
            <a:endParaRPr sz="10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000">
              <a:latin typeface="Palatino Linotype"/>
              <a:cs typeface="Palatino Linotype"/>
            </a:endParaRPr>
          </a:p>
          <a:p>
            <a:pPr algn="r" marR="6985">
              <a:lnSpc>
                <a:spcPct val="100000"/>
              </a:lnSpc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worldwide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consistant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Heineken®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palet</a:t>
            </a:r>
            <a:endParaRPr sz="800">
              <a:latin typeface="Palatino Linotype"/>
              <a:cs typeface="Palatino Linotype"/>
            </a:endParaRPr>
          </a:p>
          <a:p>
            <a:pPr algn="r" marR="6350">
              <a:lnSpc>
                <a:spcPct val="100000"/>
              </a:lnSpc>
              <a:spcBef>
                <a:spcPts val="340"/>
              </a:spcBef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provided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this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guideline.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800">
              <a:latin typeface="Palatino Linotype"/>
              <a:cs typeface="Palatino Linotype"/>
            </a:endParaRPr>
          </a:p>
          <a:p>
            <a:pPr algn="r" marR="6350">
              <a:lnSpc>
                <a:spcPct val="100000"/>
              </a:lnSpc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All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colours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of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Heineken®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logos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provided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PMS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Pantone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ink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recipe,</a:t>
            </a:r>
            <a:endParaRPr sz="800">
              <a:latin typeface="Palatino Linotype"/>
              <a:cs typeface="Palatino Linotype"/>
            </a:endParaRPr>
          </a:p>
          <a:p>
            <a:pPr algn="r" marR="6350">
              <a:lnSpc>
                <a:spcPct val="100000"/>
              </a:lnSpc>
              <a:spcBef>
                <a:spcPts val="340"/>
              </a:spcBef>
            </a:pPr>
            <a:r>
              <a:rPr dirty="0" sz="800" spc="-55">
                <a:solidFill>
                  <a:srgbClr val="9D9D9C"/>
                </a:solidFill>
                <a:latin typeface="Palatino Linotype"/>
                <a:cs typeface="Palatino Linotype"/>
              </a:rPr>
              <a:t>CMYK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(full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printing)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RGB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(screens).</a:t>
            </a:r>
            <a:endParaRPr sz="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00">
              <a:latin typeface="Palatino Linotype"/>
              <a:cs typeface="Palatino Linotype"/>
            </a:endParaRPr>
          </a:p>
          <a:p>
            <a:pPr marL="944244" marR="6350" indent="266065">
              <a:lnSpc>
                <a:spcPct val="135400"/>
              </a:lnSpc>
            </a:pPr>
            <a:r>
              <a:rPr dirty="0" sz="800" spc="-30">
                <a:solidFill>
                  <a:srgbClr val="9D9D9C"/>
                </a:solidFill>
                <a:latin typeface="Palatino Linotype"/>
                <a:cs typeface="Palatino Linotype"/>
              </a:rPr>
              <a:t>NOTE: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Ask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Global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Heineken®</a:t>
            </a:r>
            <a:r>
              <a:rPr dirty="0" sz="800" spc="8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Design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team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physical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colour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specifications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/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references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case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you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don't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have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them.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164770" y="2172627"/>
            <a:ext cx="589280" cy="658495"/>
          </a:xfrm>
          <a:custGeom>
            <a:avLst/>
            <a:gdLst/>
            <a:ahLst/>
            <a:cxnLst/>
            <a:rect l="l" t="t" r="r" b="b"/>
            <a:pathLst>
              <a:path w="589279" h="658494">
                <a:moveTo>
                  <a:pt x="589216" y="0"/>
                </a:moveTo>
                <a:lnTo>
                  <a:pt x="0" y="0"/>
                </a:lnTo>
                <a:lnTo>
                  <a:pt x="0" y="658291"/>
                </a:lnTo>
                <a:lnTo>
                  <a:pt x="589216" y="658291"/>
                </a:lnTo>
                <a:lnTo>
                  <a:pt x="589216" y="0"/>
                </a:lnTo>
                <a:close/>
              </a:path>
            </a:pathLst>
          </a:custGeom>
          <a:solidFill>
            <a:srgbClr val="007D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164770" y="2974225"/>
            <a:ext cx="589280" cy="658495"/>
          </a:xfrm>
          <a:custGeom>
            <a:avLst/>
            <a:gdLst/>
            <a:ahLst/>
            <a:cxnLst/>
            <a:rect l="l" t="t" r="r" b="b"/>
            <a:pathLst>
              <a:path w="589279" h="658495">
                <a:moveTo>
                  <a:pt x="589216" y="0"/>
                </a:moveTo>
                <a:lnTo>
                  <a:pt x="0" y="0"/>
                </a:lnTo>
                <a:lnTo>
                  <a:pt x="0" y="658291"/>
                </a:lnTo>
                <a:lnTo>
                  <a:pt x="589216" y="658291"/>
                </a:lnTo>
                <a:lnTo>
                  <a:pt x="589216" y="0"/>
                </a:lnTo>
                <a:close/>
              </a:path>
            </a:pathLst>
          </a:custGeom>
          <a:solidFill>
            <a:srgbClr val="275D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164770" y="3773322"/>
            <a:ext cx="589280" cy="658495"/>
          </a:xfrm>
          <a:custGeom>
            <a:avLst/>
            <a:gdLst/>
            <a:ahLst/>
            <a:cxnLst/>
            <a:rect l="l" t="t" r="r" b="b"/>
            <a:pathLst>
              <a:path w="589279" h="658495">
                <a:moveTo>
                  <a:pt x="589216" y="0"/>
                </a:moveTo>
                <a:lnTo>
                  <a:pt x="0" y="0"/>
                </a:lnTo>
                <a:lnTo>
                  <a:pt x="0" y="658291"/>
                </a:lnTo>
                <a:lnTo>
                  <a:pt x="589216" y="658291"/>
                </a:lnTo>
                <a:lnTo>
                  <a:pt x="589216" y="0"/>
                </a:lnTo>
                <a:close/>
              </a:path>
            </a:pathLst>
          </a:custGeom>
          <a:solidFill>
            <a:srgbClr val="E306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164770" y="4571149"/>
            <a:ext cx="589280" cy="658495"/>
          </a:xfrm>
          <a:custGeom>
            <a:avLst/>
            <a:gdLst/>
            <a:ahLst/>
            <a:cxnLst/>
            <a:rect l="l" t="t" r="r" b="b"/>
            <a:pathLst>
              <a:path w="589279" h="658495">
                <a:moveTo>
                  <a:pt x="589216" y="0"/>
                </a:moveTo>
                <a:lnTo>
                  <a:pt x="0" y="0"/>
                </a:lnTo>
                <a:lnTo>
                  <a:pt x="0" y="658291"/>
                </a:lnTo>
                <a:lnTo>
                  <a:pt x="589216" y="658291"/>
                </a:lnTo>
                <a:lnTo>
                  <a:pt x="589216" y="0"/>
                </a:lnTo>
                <a:close/>
              </a:path>
            </a:pathLst>
          </a:custGeom>
          <a:solidFill>
            <a:srgbClr val="BFBDB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6056833" y="1766836"/>
          <a:ext cx="6315709" cy="4319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6589"/>
                <a:gridCol w="1638300"/>
                <a:gridCol w="1441450"/>
                <a:gridCol w="1222375"/>
              </a:tblGrid>
              <a:tr h="336550">
                <a:tc>
                  <a:txBody>
                    <a:bodyPr/>
                    <a:lstStyle/>
                    <a:p>
                      <a:pPr algn="ctr" marL="66929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00" spc="4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PMS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0413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INK</a:t>
                      </a:r>
                      <a:r>
                        <a:rPr dirty="0" sz="1000" spc="13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1000" spc="-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</a:t>
                      </a:r>
                      <a:r>
                        <a:rPr dirty="0" sz="1000" spc="-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ECIPE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04139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00" spc="-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CMYK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04139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0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RGB</a:t>
                      </a:r>
                      <a:endParaRPr sz="10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104139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048385" marR="90170" indent="-279400">
                        <a:lnSpc>
                          <a:spcPct val="112599"/>
                        </a:lnSpc>
                      </a:pPr>
                      <a:r>
                        <a:rPr dirty="0" sz="850" spc="-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HEINEKEN</a:t>
                      </a:r>
                      <a:r>
                        <a:rPr dirty="0" baseline="3267" sz="1275" spc="-1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®</a:t>
                      </a:r>
                      <a:r>
                        <a:rPr dirty="0" baseline="3267" sz="1275" spc="-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GREEN </a:t>
                      </a:r>
                      <a:r>
                        <a:rPr dirty="0" sz="850" spc="-3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(NO</a:t>
                      </a:r>
                      <a:r>
                        <a:rPr dirty="0" sz="8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PMS)</a:t>
                      </a:r>
                      <a:endParaRPr sz="85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163195" marR="193040" indent="3175">
                        <a:lnSpc>
                          <a:spcPct val="109600"/>
                        </a:lnSpc>
                        <a:spcBef>
                          <a:spcPts val="560"/>
                        </a:spcBef>
                      </a:pP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63,6%</a:t>
                      </a:r>
                      <a:r>
                        <a:rPr dirty="0" sz="900" spc="9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9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Green</a:t>
                      </a:r>
                      <a:r>
                        <a:rPr dirty="0" sz="900" spc="9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27,3%</a:t>
                      </a:r>
                      <a:r>
                        <a:rPr dirty="0" sz="900" spc="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Yellow</a:t>
                      </a:r>
                      <a:r>
                        <a:rPr dirty="0" sz="900" spc="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5,5%</a:t>
                      </a:r>
                      <a:r>
                        <a:rPr dirty="0" sz="900" spc="9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9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Black</a:t>
                      </a:r>
                      <a:r>
                        <a:rPr dirty="0" sz="900" spc="9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just" marL="546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3,6%</a:t>
                      </a:r>
                      <a:r>
                        <a:rPr dirty="0" sz="900" spc="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Orange</a:t>
                      </a:r>
                      <a:r>
                        <a:rPr dirty="0" sz="900" spc="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021</a:t>
                      </a:r>
                      <a:r>
                        <a:rPr dirty="0" sz="900" spc="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7112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 spc="484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85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M</a:t>
                      </a:r>
                      <a:r>
                        <a:rPr dirty="0" sz="900" spc="2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100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K</a:t>
                      </a:r>
                      <a:r>
                        <a:rPr dirty="0" sz="900" spc="4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30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84455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2481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19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2481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</a:t>
                      </a:r>
                      <a:r>
                        <a:rPr dirty="0" sz="900" spc="44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103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248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B</a:t>
                      </a:r>
                      <a:r>
                        <a:rPr dirty="0" sz="900" spc="17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11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31115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46150" marR="246379" indent="64769">
                        <a:lnSpc>
                          <a:spcPct val="112599"/>
                        </a:lnSpc>
                      </a:pPr>
                      <a:r>
                        <a:rPr dirty="0" sz="850" spc="-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HEINEKEN® </a:t>
                      </a:r>
                      <a:r>
                        <a:rPr dirty="0" sz="85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DARK</a:t>
                      </a:r>
                      <a:r>
                        <a:rPr dirty="0" sz="850" spc="-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GREEN</a:t>
                      </a:r>
                      <a:endParaRPr sz="850">
                        <a:latin typeface="Palatino Linotype"/>
                        <a:cs typeface="Palatino Linotype"/>
                      </a:endParaRPr>
                    </a:p>
                    <a:p>
                      <a:pPr marL="10483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850" spc="-3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(NO</a:t>
                      </a:r>
                      <a:r>
                        <a:rPr dirty="0" sz="8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PMS)</a:t>
                      </a:r>
                      <a:endParaRPr sz="85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201930" marR="231775" indent="8255">
                        <a:lnSpc>
                          <a:spcPct val="109600"/>
                        </a:lnSpc>
                        <a:spcBef>
                          <a:spcPts val="560"/>
                        </a:spcBef>
                      </a:pP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54%</a:t>
                      </a:r>
                      <a:r>
                        <a:rPr dirty="0" sz="900" spc="9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9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Green</a:t>
                      </a:r>
                      <a:r>
                        <a:rPr dirty="0" sz="900" spc="9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28%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Pantone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Yellow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6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9%</a:t>
                      </a:r>
                      <a:r>
                        <a:rPr dirty="0" sz="900" spc="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Black</a:t>
                      </a:r>
                      <a:r>
                        <a:rPr dirty="0" sz="900" spc="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just" marL="10160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9%</a:t>
                      </a:r>
                      <a:r>
                        <a:rPr dirty="0" sz="900" spc="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7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Orange</a:t>
                      </a:r>
                      <a:r>
                        <a:rPr dirty="0" sz="900" spc="7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1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021</a:t>
                      </a:r>
                      <a:r>
                        <a:rPr dirty="0" sz="900" spc="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7112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 spc="484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85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M</a:t>
                      </a:r>
                      <a:r>
                        <a:rPr dirty="0" sz="900" spc="2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100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K</a:t>
                      </a:r>
                      <a:r>
                        <a:rPr dirty="0" sz="900" spc="4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55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7874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R="120650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ctr" marR="628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</a:t>
                      </a:r>
                      <a:r>
                        <a:rPr dirty="0" sz="900" spc="44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93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ctr" marR="7493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B</a:t>
                      </a:r>
                      <a:r>
                        <a:rPr dirty="0" sz="900" spc="17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31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2540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048385" marR="151130" indent="-218440">
                        <a:lnSpc>
                          <a:spcPct val="112599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HEINEKEN®</a:t>
                      </a:r>
                      <a:r>
                        <a:rPr dirty="0" sz="850" spc="1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RED</a:t>
                      </a:r>
                      <a:r>
                        <a:rPr dirty="0" sz="850" spc="5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3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(NO</a:t>
                      </a:r>
                      <a:r>
                        <a:rPr dirty="0" sz="8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PMS)</a:t>
                      </a:r>
                      <a:endParaRPr sz="85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0325" marR="90170">
                        <a:lnSpc>
                          <a:spcPct val="109600"/>
                        </a:lnSpc>
                        <a:spcBef>
                          <a:spcPts val="5"/>
                        </a:spcBef>
                      </a:pPr>
                      <a:r>
                        <a:rPr dirty="0" sz="900" spc="6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40,3</a:t>
                      </a:r>
                      <a:r>
                        <a:rPr dirty="0" sz="900" spc="1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1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032</a:t>
                      </a:r>
                      <a:r>
                        <a:rPr dirty="0" sz="900" spc="1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Red</a:t>
                      </a:r>
                      <a:r>
                        <a:rPr dirty="0" sz="900" spc="1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33%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Pantone</a:t>
                      </a:r>
                      <a:r>
                        <a:rPr dirty="0" sz="900" spc="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Yellow</a:t>
                      </a:r>
                      <a:r>
                        <a:rPr dirty="0" sz="900" spc="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26,7%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Rubin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Red</a:t>
                      </a:r>
                      <a:r>
                        <a:rPr dirty="0" sz="900" spc="6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2286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 spc="484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M</a:t>
                      </a:r>
                      <a:r>
                        <a:rPr dirty="0" sz="900" spc="2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100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100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K</a:t>
                      </a:r>
                      <a:r>
                        <a:rPr dirty="0" sz="900" spc="4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83185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2481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255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2481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</a:t>
                      </a:r>
                      <a:r>
                        <a:rPr dirty="0" sz="900" spc="44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43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248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B</a:t>
                      </a:r>
                      <a:r>
                        <a:rPr dirty="0" sz="900" spc="17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29845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671195">
                        <a:lnSpc>
                          <a:spcPct val="100000"/>
                        </a:lnSpc>
                      </a:pPr>
                      <a:r>
                        <a:rPr dirty="0" sz="850" spc="-4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COOL</a:t>
                      </a:r>
                      <a:r>
                        <a:rPr dirty="0" sz="850" spc="-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GRAY</a:t>
                      </a:r>
                      <a:r>
                        <a:rPr dirty="0" sz="850" spc="-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4C</a:t>
                      </a:r>
                      <a:endParaRPr sz="85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 spc="484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M</a:t>
                      </a:r>
                      <a:r>
                        <a:rPr dirty="0" sz="900" spc="2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K</a:t>
                      </a:r>
                      <a:r>
                        <a:rPr dirty="0" sz="900" spc="4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35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86995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R="1333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187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ctr" marR="889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</a:t>
                      </a:r>
                      <a:r>
                        <a:rPr dirty="0" sz="900" spc="44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188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ctr" marR="95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B</a:t>
                      </a:r>
                      <a:r>
                        <a:rPr dirty="0" sz="900" spc="17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189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33655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3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671195">
                        <a:lnSpc>
                          <a:spcPct val="100000"/>
                        </a:lnSpc>
                      </a:pPr>
                      <a:r>
                        <a:rPr dirty="0" sz="850" spc="-2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PANTONE</a:t>
                      </a:r>
                      <a:r>
                        <a:rPr dirty="0" sz="850" spc="1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850" spc="3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294C</a:t>
                      </a:r>
                      <a:endParaRPr sz="85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C</a:t>
                      </a:r>
                      <a:r>
                        <a:rPr dirty="0" sz="900" spc="484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3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100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M</a:t>
                      </a:r>
                      <a:r>
                        <a:rPr dirty="0" sz="900" spc="27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69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Y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7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marL="4603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K</a:t>
                      </a:r>
                      <a:r>
                        <a:rPr dirty="0" sz="900" spc="48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5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30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88900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BCBCB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R="66675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R</a:t>
                      </a:r>
                      <a:r>
                        <a:rPr dirty="0" sz="900" spc="15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27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ctr" marR="6350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G</a:t>
                      </a:r>
                      <a:r>
                        <a:rPr dirty="0" sz="900" spc="44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dirty="0" sz="900" spc="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70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  <a:p>
                      <a:pPr algn="ctr" marR="29209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B</a:t>
                      </a:r>
                      <a:r>
                        <a:rPr dirty="0" sz="900" spc="17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  </a:t>
                      </a:r>
                      <a:r>
                        <a:rPr dirty="0" sz="900" spc="-25">
                          <a:solidFill>
                            <a:srgbClr val="B3B2B2"/>
                          </a:solidFill>
                          <a:latin typeface="Palatino Linotype"/>
                          <a:cs typeface="Palatino Linotype"/>
                        </a:rPr>
                        <a:t>119</a:t>
                      </a:r>
                      <a:endParaRPr sz="900">
                        <a:latin typeface="Palatino Linotype"/>
                        <a:cs typeface="Palatino Linotype"/>
                      </a:endParaRPr>
                    </a:p>
                  </a:txBody>
                  <a:tcPr marL="0" marR="0" marB="0" marT="36195">
                    <a:lnL w="9525">
                      <a:solidFill>
                        <a:srgbClr val="BCBCB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8181314" y="4624946"/>
            <a:ext cx="1235710" cy="532130"/>
          </a:xfrm>
          <a:custGeom>
            <a:avLst/>
            <a:gdLst/>
            <a:ahLst/>
            <a:cxnLst/>
            <a:rect l="l" t="t" r="r" b="b"/>
            <a:pathLst>
              <a:path w="1235709" h="532129">
                <a:moveTo>
                  <a:pt x="0" y="531876"/>
                </a:moveTo>
                <a:lnTo>
                  <a:pt x="1235671" y="0"/>
                </a:lnTo>
              </a:path>
            </a:pathLst>
          </a:custGeom>
          <a:ln w="9423">
            <a:solidFill>
              <a:srgbClr val="BCBC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164770" y="5370601"/>
            <a:ext cx="589280" cy="658495"/>
          </a:xfrm>
          <a:custGeom>
            <a:avLst/>
            <a:gdLst/>
            <a:ahLst/>
            <a:cxnLst/>
            <a:rect l="l" t="t" r="r" b="b"/>
            <a:pathLst>
              <a:path w="589279" h="658495">
                <a:moveTo>
                  <a:pt x="589216" y="0"/>
                </a:moveTo>
                <a:lnTo>
                  <a:pt x="0" y="0"/>
                </a:lnTo>
                <a:lnTo>
                  <a:pt x="0" y="658291"/>
                </a:lnTo>
                <a:lnTo>
                  <a:pt x="589216" y="658291"/>
                </a:lnTo>
                <a:lnTo>
                  <a:pt x="589216" y="0"/>
                </a:lnTo>
                <a:close/>
              </a:path>
            </a:pathLst>
          </a:custGeom>
          <a:solidFill>
            <a:srgbClr val="002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181314" y="5428173"/>
            <a:ext cx="1235710" cy="532130"/>
          </a:xfrm>
          <a:custGeom>
            <a:avLst/>
            <a:gdLst/>
            <a:ahLst/>
            <a:cxnLst/>
            <a:rect l="l" t="t" r="r" b="b"/>
            <a:pathLst>
              <a:path w="1235709" h="532129">
                <a:moveTo>
                  <a:pt x="0" y="531863"/>
                </a:moveTo>
                <a:lnTo>
                  <a:pt x="1235671" y="0"/>
                </a:lnTo>
              </a:path>
            </a:pathLst>
          </a:custGeom>
          <a:ln w="9423">
            <a:solidFill>
              <a:srgbClr val="BCBC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116810" y="3112719"/>
            <a:ext cx="3340735" cy="478155"/>
          </a:xfrm>
          <a:custGeom>
            <a:avLst/>
            <a:gdLst/>
            <a:ahLst/>
            <a:cxnLst/>
            <a:rect l="l" t="t" r="r" b="b"/>
            <a:pathLst>
              <a:path w="3340735" h="478154">
                <a:moveTo>
                  <a:pt x="71996" y="0"/>
                </a:moveTo>
                <a:lnTo>
                  <a:pt x="30373" y="1124"/>
                </a:lnTo>
                <a:lnTo>
                  <a:pt x="8999" y="8999"/>
                </a:lnTo>
                <a:lnTo>
                  <a:pt x="1124" y="30373"/>
                </a:lnTo>
                <a:lnTo>
                  <a:pt x="0" y="71996"/>
                </a:lnTo>
                <a:lnTo>
                  <a:pt x="0" y="405752"/>
                </a:lnTo>
                <a:lnTo>
                  <a:pt x="1124" y="447375"/>
                </a:lnTo>
                <a:lnTo>
                  <a:pt x="8999" y="468749"/>
                </a:lnTo>
                <a:lnTo>
                  <a:pt x="30373" y="476623"/>
                </a:lnTo>
                <a:lnTo>
                  <a:pt x="71996" y="477748"/>
                </a:lnTo>
                <a:lnTo>
                  <a:pt x="3268268" y="477748"/>
                </a:lnTo>
                <a:lnTo>
                  <a:pt x="3309891" y="476623"/>
                </a:lnTo>
                <a:lnTo>
                  <a:pt x="3331265" y="468749"/>
                </a:lnTo>
                <a:lnTo>
                  <a:pt x="3339140" y="447375"/>
                </a:lnTo>
                <a:lnTo>
                  <a:pt x="3340265" y="405752"/>
                </a:lnTo>
                <a:lnTo>
                  <a:pt x="3340265" y="71996"/>
                </a:lnTo>
                <a:lnTo>
                  <a:pt x="3339140" y="30373"/>
                </a:lnTo>
                <a:lnTo>
                  <a:pt x="3331265" y="8999"/>
                </a:lnTo>
                <a:lnTo>
                  <a:pt x="3309891" y="1124"/>
                </a:lnTo>
                <a:lnTo>
                  <a:pt x="3268268" y="0"/>
                </a:lnTo>
                <a:lnTo>
                  <a:pt x="71996" y="0"/>
                </a:lnTo>
                <a:close/>
              </a:path>
            </a:pathLst>
          </a:custGeom>
          <a:ln w="19050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-12699" y="777697"/>
            <a:ext cx="536321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9478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</a:t>
            </a:r>
            <a:r>
              <a:rPr dirty="0" u="sng" spc="-10">
                <a:uFill>
                  <a:solidFill>
                    <a:srgbClr val="000000"/>
                  </a:solidFill>
                </a:uFill>
              </a:rPr>
              <a:t>Colours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25"/>
              <a:t>29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676301" y="4396257"/>
            <a:ext cx="1050290" cy="713105"/>
            <a:chOff x="6676301" y="4396257"/>
            <a:chExt cx="1050290" cy="713105"/>
          </a:xfrm>
        </p:grpSpPr>
        <p:sp>
          <p:nvSpPr>
            <p:cNvPr id="5" name="object 5" descr=""/>
            <p:cNvSpPr/>
            <p:nvPr/>
          </p:nvSpPr>
          <p:spPr>
            <a:xfrm>
              <a:off x="6828167" y="4401998"/>
              <a:ext cx="123189" cy="645160"/>
            </a:xfrm>
            <a:custGeom>
              <a:avLst/>
              <a:gdLst/>
              <a:ahLst/>
              <a:cxnLst/>
              <a:rect l="l" t="t" r="r" b="b"/>
              <a:pathLst>
                <a:path w="123190" h="645160">
                  <a:moveTo>
                    <a:pt x="122923" y="0"/>
                  </a:moveTo>
                  <a:lnTo>
                    <a:pt x="0" y="0"/>
                  </a:lnTo>
                  <a:lnTo>
                    <a:pt x="8445" y="644766"/>
                  </a:lnTo>
                  <a:lnTo>
                    <a:pt x="89598" y="644766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32472" y="4562564"/>
              <a:ext cx="69215" cy="0"/>
            </a:xfrm>
            <a:custGeom>
              <a:avLst/>
              <a:gdLst/>
              <a:ahLst/>
              <a:cxnLst/>
              <a:rect l="l" t="t" r="r" b="b"/>
              <a:pathLst>
                <a:path w="69215" h="0">
                  <a:moveTo>
                    <a:pt x="0" y="0"/>
                  </a:moveTo>
                  <a:lnTo>
                    <a:pt x="68808" y="0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76301" y="4396359"/>
              <a:ext cx="151130" cy="12065"/>
            </a:xfrm>
            <a:custGeom>
              <a:avLst/>
              <a:gdLst/>
              <a:ahLst/>
              <a:cxnLst/>
              <a:rect l="l" t="t" r="r" b="b"/>
              <a:pathLst>
                <a:path w="151129" h="12064">
                  <a:moveTo>
                    <a:pt x="0" y="11480"/>
                  </a:moveTo>
                  <a:lnTo>
                    <a:pt x="150812" y="11480"/>
                  </a:lnTo>
                  <a:lnTo>
                    <a:pt x="150812" y="0"/>
                  </a:lnTo>
                  <a:lnTo>
                    <a:pt x="0" y="0"/>
                  </a:lnTo>
                  <a:lnTo>
                    <a:pt x="0" y="11480"/>
                  </a:lnTo>
                  <a:close/>
                </a:path>
              </a:pathLst>
            </a:custGeom>
            <a:solidFill>
              <a:srgbClr val="B3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32472" y="4723816"/>
              <a:ext cx="69215" cy="160655"/>
            </a:xfrm>
            <a:custGeom>
              <a:avLst/>
              <a:gdLst/>
              <a:ahLst/>
              <a:cxnLst/>
              <a:rect l="l" t="t" r="r" b="b"/>
              <a:pathLst>
                <a:path w="69215" h="160654">
                  <a:moveTo>
                    <a:pt x="0" y="160121"/>
                  </a:moveTo>
                  <a:lnTo>
                    <a:pt x="68808" y="160121"/>
                  </a:lnTo>
                </a:path>
                <a:path w="69215" h="160654">
                  <a:moveTo>
                    <a:pt x="0" y="0"/>
                  </a:moveTo>
                  <a:lnTo>
                    <a:pt x="68808" y="0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828167" y="4401998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 h="0">
                  <a:moveTo>
                    <a:pt x="0" y="0"/>
                  </a:moveTo>
                  <a:lnTo>
                    <a:pt x="73113" y="0"/>
                  </a:lnTo>
                </a:path>
              </a:pathLst>
            </a:custGeom>
            <a:ln w="11480">
              <a:solidFill>
                <a:srgbClr val="007F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76301" y="4396359"/>
              <a:ext cx="151130" cy="12065"/>
            </a:xfrm>
            <a:custGeom>
              <a:avLst/>
              <a:gdLst/>
              <a:ahLst/>
              <a:cxnLst/>
              <a:rect l="l" t="t" r="r" b="b"/>
              <a:pathLst>
                <a:path w="151129" h="12064">
                  <a:moveTo>
                    <a:pt x="0" y="11480"/>
                  </a:moveTo>
                  <a:lnTo>
                    <a:pt x="150812" y="11480"/>
                  </a:lnTo>
                  <a:lnTo>
                    <a:pt x="150812" y="0"/>
                  </a:lnTo>
                  <a:lnTo>
                    <a:pt x="0" y="0"/>
                  </a:lnTo>
                  <a:lnTo>
                    <a:pt x="0" y="1148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901281" y="4988534"/>
              <a:ext cx="825500" cy="120650"/>
            </a:xfrm>
            <a:custGeom>
              <a:avLst/>
              <a:gdLst/>
              <a:ahLst/>
              <a:cxnLst/>
              <a:rect l="l" t="t" r="r" b="b"/>
              <a:pathLst>
                <a:path w="825500" h="120650">
                  <a:moveTo>
                    <a:pt x="825068" y="0"/>
                  </a:moveTo>
                  <a:lnTo>
                    <a:pt x="0" y="0"/>
                  </a:lnTo>
                  <a:lnTo>
                    <a:pt x="0" y="120535"/>
                  </a:lnTo>
                  <a:lnTo>
                    <a:pt x="825068" y="120535"/>
                  </a:lnTo>
                  <a:lnTo>
                    <a:pt x="825068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676313" y="2404884"/>
            <a:ext cx="280670" cy="499745"/>
            <a:chOff x="6676313" y="2404884"/>
            <a:chExt cx="280670" cy="499745"/>
          </a:xfrm>
        </p:grpSpPr>
        <p:sp>
          <p:nvSpPr>
            <p:cNvPr id="13" name="object 13" descr=""/>
            <p:cNvSpPr/>
            <p:nvPr/>
          </p:nvSpPr>
          <p:spPr>
            <a:xfrm>
              <a:off x="6828167" y="2410625"/>
              <a:ext cx="123189" cy="488315"/>
            </a:xfrm>
            <a:custGeom>
              <a:avLst/>
              <a:gdLst/>
              <a:ahLst/>
              <a:cxnLst/>
              <a:rect l="l" t="t" r="r" b="b"/>
              <a:pathLst>
                <a:path w="123190" h="488314">
                  <a:moveTo>
                    <a:pt x="0" y="487845"/>
                  </a:moveTo>
                  <a:lnTo>
                    <a:pt x="0" y="0"/>
                  </a:lnTo>
                  <a:lnTo>
                    <a:pt x="122923" y="0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676313" y="2571204"/>
              <a:ext cx="225425" cy="321945"/>
            </a:xfrm>
            <a:custGeom>
              <a:avLst/>
              <a:gdLst/>
              <a:ahLst/>
              <a:cxnLst/>
              <a:rect l="l" t="t" r="r" b="b"/>
              <a:pathLst>
                <a:path w="225425" h="321944">
                  <a:moveTo>
                    <a:pt x="156159" y="0"/>
                  </a:moveTo>
                  <a:lnTo>
                    <a:pt x="224967" y="0"/>
                  </a:lnTo>
                </a:path>
                <a:path w="225425" h="321944">
                  <a:moveTo>
                    <a:pt x="0" y="79628"/>
                  </a:moveTo>
                  <a:lnTo>
                    <a:pt x="150799" y="79628"/>
                  </a:lnTo>
                </a:path>
                <a:path w="225425" h="321944">
                  <a:moveTo>
                    <a:pt x="156159" y="321373"/>
                  </a:moveTo>
                  <a:lnTo>
                    <a:pt x="224967" y="321373"/>
                  </a:lnTo>
                </a:path>
                <a:path w="225425" h="321944">
                  <a:moveTo>
                    <a:pt x="156159" y="161251"/>
                  </a:moveTo>
                  <a:lnTo>
                    <a:pt x="224967" y="161251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901281" y="2834094"/>
            <a:ext cx="804545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4:</a:t>
            </a:r>
            <a:r>
              <a:rPr dirty="0" sz="450" spc="10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VERTICAL</a:t>
            </a:r>
            <a:r>
              <a:rPr dirty="0" sz="450" spc="11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SMALL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901281" y="2671064"/>
            <a:ext cx="804545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1653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3: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VERTICAL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901281" y="2509367"/>
            <a:ext cx="804545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6479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2: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SMALL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901281" y="2346287"/>
            <a:ext cx="804545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1:</a:t>
            </a:r>
            <a:r>
              <a:rPr dirty="0" sz="450" spc="3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STANDARD</a:t>
            </a:r>
            <a:endParaRPr sz="450">
              <a:latin typeface="Palatino Linotype"/>
              <a:cs typeface="Palatino Linotype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0905782" y="2656649"/>
            <a:ext cx="291465" cy="756285"/>
            <a:chOff x="10905782" y="2656649"/>
            <a:chExt cx="291465" cy="756285"/>
          </a:xfrm>
        </p:grpSpPr>
        <p:sp>
          <p:nvSpPr>
            <p:cNvPr id="20" name="object 20" descr=""/>
            <p:cNvSpPr/>
            <p:nvPr/>
          </p:nvSpPr>
          <p:spPr>
            <a:xfrm>
              <a:off x="11038408" y="2663736"/>
              <a:ext cx="151765" cy="741680"/>
            </a:xfrm>
            <a:custGeom>
              <a:avLst/>
              <a:gdLst/>
              <a:ahLst/>
              <a:cxnLst/>
              <a:rect l="l" t="t" r="r" b="b"/>
              <a:pathLst>
                <a:path w="151765" h="741679">
                  <a:moveTo>
                    <a:pt x="0" y="741679"/>
                  </a:moveTo>
                  <a:lnTo>
                    <a:pt x="0" y="0"/>
                  </a:lnTo>
                  <a:lnTo>
                    <a:pt x="151752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038332" y="2904083"/>
              <a:ext cx="89535" cy="240665"/>
            </a:xfrm>
            <a:custGeom>
              <a:avLst/>
              <a:gdLst/>
              <a:ahLst/>
              <a:cxnLst/>
              <a:rect l="l" t="t" r="r" b="b"/>
              <a:pathLst>
                <a:path w="89534" h="240664">
                  <a:moveTo>
                    <a:pt x="2146" y="0"/>
                  </a:moveTo>
                  <a:lnTo>
                    <a:pt x="89026" y="0"/>
                  </a:lnTo>
                </a:path>
                <a:path w="89534" h="240664">
                  <a:moveTo>
                    <a:pt x="0" y="240055"/>
                  </a:moveTo>
                  <a:lnTo>
                    <a:pt x="89026" y="240055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912868" y="2663736"/>
              <a:ext cx="277495" cy="353695"/>
            </a:xfrm>
            <a:custGeom>
              <a:avLst/>
              <a:gdLst/>
              <a:ahLst/>
              <a:cxnLst/>
              <a:rect l="l" t="t" r="r" b="b"/>
              <a:pathLst>
                <a:path w="277495" h="353694">
                  <a:moveTo>
                    <a:pt x="277291" y="0"/>
                  </a:moveTo>
                  <a:lnTo>
                    <a:pt x="125539" y="0"/>
                  </a:lnTo>
                  <a:lnTo>
                    <a:pt x="125539" y="353326"/>
                  </a:lnTo>
                  <a:lnTo>
                    <a:pt x="0" y="353326"/>
                  </a:lnTo>
                </a:path>
              </a:pathLst>
            </a:custGeom>
            <a:ln w="14173">
              <a:solidFill>
                <a:srgbClr val="007F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040478" y="3405416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5" h="0">
                  <a:moveTo>
                    <a:pt x="0" y="0"/>
                  </a:moveTo>
                  <a:lnTo>
                    <a:pt x="86880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6431991" y="3640899"/>
            <a:ext cx="547370" cy="255904"/>
            <a:chOff x="6431991" y="3640899"/>
            <a:chExt cx="547370" cy="255904"/>
          </a:xfrm>
        </p:grpSpPr>
        <p:sp>
          <p:nvSpPr>
            <p:cNvPr id="25" name="object 25" descr=""/>
            <p:cNvSpPr/>
            <p:nvPr/>
          </p:nvSpPr>
          <p:spPr>
            <a:xfrm>
              <a:off x="6825106" y="3763950"/>
              <a:ext cx="135890" cy="125730"/>
            </a:xfrm>
            <a:custGeom>
              <a:avLst/>
              <a:gdLst/>
              <a:ahLst/>
              <a:cxnLst/>
              <a:rect l="l" t="t" r="r" b="b"/>
              <a:pathLst>
                <a:path w="135890" h="125729">
                  <a:moveTo>
                    <a:pt x="135597" y="125437"/>
                  </a:moveTo>
                  <a:lnTo>
                    <a:pt x="0" y="125437"/>
                  </a:lnTo>
                  <a:lnTo>
                    <a:pt x="0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39077" y="3647986"/>
              <a:ext cx="532765" cy="116205"/>
            </a:xfrm>
            <a:custGeom>
              <a:avLst/>
              <a:gdLst/>
              <a:ahLst/>
              <a:cxnLst/>
              <a:rect l="l" t="t" r="r" b="b"/>
              <a:pathLst>
                <a:path w="532765" h="116204">
                  <a:moveTo>
                    <a:pt x="532676" y="0"/>
                  </a:moveTo>
                  <a:lnTo>
                    <a:pt x="388023" y="0"/>
                  </a:lnTo>
                  <a:lnTo>
                    <a:pt x="385775" y="115963"/>
                  </a:lnTo>
                  <a:lnTo>
                    <a:pt x="0" y="115963"/>
                  </a:lnTo>
                </a:path>
              </a:pathLst>
            </a:custGeom>
            <a:ln w="14173">
              <a:solidFill>
                <a:srgbClr val="007F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603113" y="2529256"/>
            <a:ext cx="1073785" cy="252095"/>
          </a:xfrm>
          <a:prstGeom prst="rect">
            <a:avLst/>
          </a:prstGeom>
          <a:solidFill>
            <a:srgbClr val="79AB72"/>
          </a:solidFill>
        </p:spPr>
        <p:txBody>
          <a:bodyPr wrap="square" lIns="0" tIns="85725" rIns="0" bIns="0" rtlCol="0" vert="horz">
            <a:spAutoFit/>
          </a:bodyPr>
          <a:lstStyle/>
          <a:p>
            <a:pPr marL="346075">
              <a:lnSpc>
                <a:spcPct val="100000"/>
              </a:lnSpc>
              <a:spcBef>
                <a:spcPts val="675"/>
              </a:spcBef>
            </a:pPr>
            <a:r>
              <a:rPr dirty="0" sz="800" spc="-20">
                <a:solidFill>
                  <a:srgbClr val="FFFFFF"/>
                </a:solidFill>
                <a:latin typeface="Palatino Linotype"/>
                <a:cs typeface="Palatino Linotype"/>
              </a:rPr>
              <a:t>BRAND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603113" y="3637356"/>
            <a:ext cx="1073785" cy="252095"/>
          </a:xfrm>
          <a:prstGeom prst="rect">
            <a:avLst/>
          </a:prstGeom>
          <a:solidFill>
            <a:srgbClr val="007F2D"/>
          </a:solidFill>
        </p:spPr>
        <p:txBody>
          <a:bodyPr wrap="square" lIns="0" tIns="80010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630"/>
              </a:spcBef>
            </a:pPr>
            <a:r>
              <a:rPr dirty="0" sz="800">
                <a:solidFill>
                  <a:srgbClr val="FFFFFF"/>
                </a:solidFill>
                <a:latin typeface="Palatino Linotype"/>
                <a:cs typeface="Palatino Linotype"/>
              </a:rPr>
              <a:t>ORIGINAL</a:t>
            </a:r>
            <a:r>
              <a:rPr dirty="0" sz="800" spc="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Palatino Linotype"/>
                <a:cs typeface="Palatino Linotype"/>
              </a:rPr>
              <a:t>LAGER</a:t>
            </a:r>
            <a:endParaRPr sz="800">
              <a:latin typeface="Palatino Linotype"/>
              <a:cs typeface="Palatino Linotype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129727" y="3014129"/>
            <a:ext cx="1670685" cy="882015"/>
            <a:chOff x="8129727" y="3014129"/>
            <a:chExt cx="1670685" cy="882015"/>
          </a:xfrm>
        </p:grpSpPr>
        <p:sp>
          <p:nvSpPr>
            <p:cNvPr id="30" name="object 30" descr=""/>
            <p:cNvSpPr/>
            <p:nvPr/>
          </p:nvSpPr>
          <p:spPr>
            <a:xfrm>
              <a:off x="9542246" y="3149181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 h="0">
                  <a:moveTo>
                    <a:pt x="0" y="0"/>
                  </a:moveTo>
                  <a:lnTo>
                    <a:pt x="95123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641319" y="3021431"/>
              <a:ext cx="151765" cy="241935"/>
            </a:xfrm>
            <a:custGeom>
              <a:avLst/>
              <a:gdLst/>
              <a:ahLst/>
              <a:cxnLst/>
              <a:rect l="l" t="t" r="r" b="b"/>
              <a:pathLst>
                <a:path w="151765" h="241935">
                  <a:moveTo>
                    <a:pt x="133324" y="241528"/>
                  </a:moveTo>
                  <a:lnTo>
                    <a:pt x="0" y="241528"/>
                  </a:lnTo>
                  <a:lnTo>
                    <a:pt x="0" y="0"/>
                  </a:lnTo>
                  <a:lnTo>
                    <a:pt x="151752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509709" y="3021431"/>
              <a:ext cx="269240" cy="127635"/>
            </a:xfrm>
            <a:custGeom>
              <a:avLst/>
              <a:gdLst/>
              <a:ahLst/>
              <a:cxnLst/>
              <a:rect l="l" t="t" r="r" b="b"/>
              <a:pathLst>
                <a:path w="269240" h="127635">
                  <a:moveTo>
                    <a:pt x="0" y="127355"/>
                  </a:moveTo>
                  <a:lnTo>
                    <a:pt x="131508" y="127355"/>
                  </a:lnTo>
                  <a:lnTo>
                    <a:pt x="131508" y="0"/>
                  </a:lnTo>
                  <a:lnTo>
                    <a:pt x="268884" y="0"/>
                  </a:lnTo>
                </a:path>
              </a:pathLst>
            </a:custGeom>
            <a:ln w="14173">
              <a:solidFill>
                <a:srgbClr val="007F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238489" y="3387026"/>
              <a:ext cx="78740" cy="0"/>
            </a:xfrm>
            <a:custGeom>
              <a:avLst/>
              <a:gdLst/>
              <a:ahLst/>
              <a:cxnLst/>
              <a:rect l="l" t="t" r="r" b="b"/>
              <a:pathLst>
                <a:path w="78740" h="0">
                  <a:moveTo>
                    <a:pt x="0" y="0"/>
                  </a:moveTo>
                  <a:lnTo>
                    <a:pt x="78447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137029" y="3637686"/>
              <a:ext cx="96520" cy="0"/>
            </a:xfrm>
            <a:custGeom>
              <a:avLst/>
              <a:gdLst/>
              <a:ahLst/>
              <a:cxnLst/>
              <a:rect l="l" t="t" r="r" b="b"/>
              <a:pathLst>
                <a:path w="96520" h="0">
                  <a:moveTo>
                    <a:pt x="0" y="0"/>
                  </a:moveTo>
                  <a:lnTo>
                    <a:pt x="96151" y="0"/>
                  </a:lnTo>
                </a:path>
              </a:pathLst>
            </a:custGeom>
            <a:ln w="14173">
              <a:solidFill>
                <a:srgbClr val="007F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238489" y="3888359"/>
              <a:ext cx="78740" cy="0"/>
            </a:xfrm>
            <a:custGeom>
              <a:avLst/>
              <a:gdLst/>
              <a:ahLst/>
              <a:cxnLst/>
              <a:rect l="l" t="t" r="r" b="b"/>
              <a:pathLst>
                <a:path w="78740" h="0">
                  <a:moveTo>
                    <a:pt x="0" y="0"/>
                  </a:moveTo>
                  <a:lnTo>
                    <a:pt x="78447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/>
          <p:nvPr/>
        </p:nvSpPr>
        <p:spPr>
          <a:xfrm>
            <a:off x="12352667" y="2650642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917" y="0"/>
                </a:lnTo>
              </a:path>
            </a:pathLst>
          </a:custGeom>
          <a:ln w="7086">
            <a:solidFill>
              <a:srgbClr val="BCBC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911720" y="3794773"/>
            <a:ext cx="1225550" cy="1841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55244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434"/>
              </a:spcBef>
            </a:pPr>
            <a:r>
              <a:rPr dirty="0" sz="650">
                <a:solidFill>
                  <a:srgbClr val="FFFFFF"/>
                </a:solidFill>
                <a:latin typeface="Palatino Linotype"/>
                <a:cs typeface="Palatino Linotype"/>
              </a:rPr>
              <a:t>2:</a:t>
            </a:r>
            <a:r>
              <a:rPr dirty="0" sz="650" spc="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Palatino Linotype"/>
                <a:cs typeface="Palatino Linotype"/>
              </a:rPr>
              <a:t>SMALL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911720" y="3546233"/>
            <a:ext cx="1225550" cy="184150"/>
          </a:xfrm>
          <a:prstGeom prst="rect">
            <a:avLst/>
          </a:prstGeom>
          <a:solidFill>
            <a:srgbClr val="929292"/>
          </a:solidFill>
        </p:spPr>
        <p:txBody>
          <a:bodyPr wrap="square" lIns="0" tIns="55244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34"/>
              </a:spcBef>
            </a:pPr>
            <a:r>
              <a:rPr dirty="0" sz="650">
                <a:solidFill>
                  <a:srgbClr val="FFFFFF"/>
                </a:solidFill>
                <a:latin typeface="Palatino Linotype"/>
                <a:cs typeface="Palatino Linotype"/>
              </a:rPr>
              <a:t>1:</a:t>
            </a:r>
            <a:r>
              <a:rPr dirty="0" sz="650" spc="1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Palatino Linotype"/>
                <a:cs typeface="Palatino Linotype"/>
              </a:rPr>
              <a:t>STANDARD</a:t>
            </a:r>
            <a:endParaRPr sz="650">
              <a:latin typeface="Palatino Linotype"/>
              <a:cs typeface="Palatino Linotype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8316938" y="3794264"/>
            <a:ext cx="1225550" cy="184150"/>
          </a:xfrm>
          <a:custGeom>
            <a:avLst/>
            <a:gdLst/>
            <a:ahLst/>
            <a:cxnLst/>
            <a:rect l="l" t="t" r="r" b="b"/>
            <a:pathLst>
              <a:path w="1225550" h="184150">
                <a:moveTo>
                  <a:pt x="1225308" y="0"/>
                </a:moveTo>
                <a:lnTo>
                  <a:pt x="0" y="0"/>
                </a:lnTo>
                <a:lnTo>
                  <a:pt x="0" y="183705"/>
                </a:lnTo>
                <a:lnTo>
                  <a:pt x="1225308" y="183705"/>
                </a:lnTo>
                <a:lnTo>
                  <a:pt x="122530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8370976" y="3845245"/>
            <a:ext cx="112204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FFFFFF"/>
                </a:solidFill>
                <a:latin typeface="Palatino Linotype"/>
                <a:cs typeface="Palatino Linotype"/>
              </a:rPr>
              <a:t>C1:</a:t>
            </a:r>
            <a:r>
              <a:rPr dirty="0" sz="5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10">
                <a:solidFill>
                  <a:srgbClr val="FFFFFF"/>
                </a:solidFill>
                <a:latin typeface="Palatino Linotype"/>
                <a:cs typeface="Palatino Linotype"/>
              </a:rPr>
              <a:t>REV_on</a:t>
            </a:r>
            <a:r>
              <a:rPr dirty="0" sz="5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10">
                <a:solidFill>
                  <a:srgbClr val="FFFFFF"/>
                </a:solidFill>
                <a:latin typeface="Palatino Linotype"/>
                <a:cs typeface="Palatino Linotype"/>
              </a:rPr>
              <a:t>light</a:t>
            </a:r>
            <a:r>
              <a:rPr dirty="0" sz="5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35">
                <a:solidFill>
                  <a:srgbClr val="FFFFFF"/>
                </a:solidFill>
                <a:latin typeface="Palatino Linotype"/>
                <a:cs typeface="Palatino Linotype"/>
              </a:rPr>
              <a:t>grey,alu/inox</a:t>
            </a:r>
            <a:endParaRPr sz="550">
              <a:latin typeface="Palatino Linotype"/>
              <a:cs typeface="Palatino Linotype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8225866" y="3143135"/>
            <a:ext cx="1316990" cy="1332230"/>
            <a:chOff x="8225866" y="3143135"/>
            <a:chExt cx="1316990" cy="1332230"/>
          </a:xfrm>
        </p:grpSpPr>
        <p:sp>
          <p:nvSpPr>
            <p:cNvPr id="42" name="object 42" descr=""/>
            <p:cNvSpPr/>
            <p:nvPr/>
          </p:nvSpPr>
          <p:spPr>
            <a:xfrm>
              <a:off x="8233168" y="3150438"/>
              <a:ext cx="133350" cy="1231265"/>
            </a:xfrm>
            <a:custGeom>
              <a:avLst/>
              <a:gdLst/>
              <a:ahLst/>
              <a:cxnLst/>
              <a:rect l="l" t="t" r="r" b="b"/>
              <a:pathLst>
                <a:path w="133350" h="1231264">
                  <a:moveTo>
                    <a:pt x="133324" y="1230998"/>
                  </a:moveTo>
                  <a:lnTo>
                    <a:pt x="0" y="1230998"/>
                  </a:lnTo>
                  <a:lnTo>
                    <a:pt x="0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238489" y="4136898"/>
              <a:ext cx="78740" cy="0"/>
            </a:xfrm>
            <a:custGeom>
              <a:avLst/>
              <a:gdLst/>
              <a:ahLst/>
              <a:cxnLst/>
              <a:rect l="l" t="t" r="r" b="b"/>
              <a:pathLst>
                <a:path w="78740" h="0">
                  <a:moveTo>
                    <a:pt x="0" y="0"/>
                  </a:moveTo>
                  <a:lnTo>
                    <a:pt x="78447" y="0"/>
                  </a:lnTo>
                </a:path>
              </a:pathLst>
            </a:custGeom>
            <a:ln w="14173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316937" y="4291330"/>
              <a:ext cx="1225550" cy="184150"/>
            </a:xfrm>
            <a:custGeom>
              <a:avLst/>
              <a:gdLst/>
              <a:ahLst/>
              <a:cxnLst/>
              <a:rect l="l" t="t" r="r" b="b"/>
              <a:pathLst>
                <a:path w="1225550" h="184150">
                  <a:moveTo>
                    <a:pt x="1225308" y="0"/>
                  </a:moveTo>
                  <a:lnTo>
                    <a:pt x="0" y="0"/>
                  </a:lnTo>
                  <a:lnTo>
                    <a:pt x="0" y="183705"/>
                  </a:lnTo>
                  <a:lnTo>
                    <a:pt x="1225308" y="183705"/>
                  </a:lnTo>
                  <a:lnTo>
                    <a:pt x="1225308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8674811" y="4342310"/>
            <a:ext cx="51435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FFFFFF"/>
                </a:solidFill>
                <a:latin typeface="Palatino Linotype"/>
                <a:cs typeface="Palatino Linotype"/>
              </a:rPr>
              <a:t>E:</a:t>
            </a:r>
            <a:r>
              <a:rPr dirty="0" sz="550" spc="1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REV_1color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8316938" y="4042804"/>
            <a:ext cx="1225550" cy="1841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67945" rIns="0" bIns="0" rtlCol="0" vert="horz">
            <a:spAutoFit/>
          </a:bodyPr>
          <a:lstStyle/>
          <a:p>
            <a:pPr marL="368300">
              <a:lnSpc>
                <a:spcPct val="100000"/>
              </a:lnSpc>
              <a:spcBef>
                <a:spcPts val="535"/>
              </a:spcBef>
            </a:pPr>
            <a:r>
              <a:rPr dirty="0" sz="550">
                <a:solidFill>
                  <a:srgbClr val="FFFFFF"/>
                </a:solidFill>
                <a:latin typeface="Palatino Linotype"/>
                <a:cs typeface="Palatino Linotype"/>
              </a:rPr>
              <a:t>D:</a:t>
            </a:r>
            <a:r>
              <a:rPr dirty="0" sz="550" spc="-1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POS_1color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8316938" y="3545751"/>
            <a:ext cx="1225550" cy="184150"/>
          </a:xfrm>
          <a:custGeom>
            <a:avLst/>
            <a:gdLst/>
            <a:ahLst/>
            <a:cxnLst/>
            <a:rect l="l" t="t" r="r" b="b"/>
            <a:pathLst>
              <a:path w="1225550" h="184150">
                <a:moveTo>
                  <a:pt x="1225308" y="0"/>
                </a:moveTo>
                <a:lnTo>
                  <a:pt x="0" y="0"/>
                </a:lnTo>
                <a:lnTo>
                  <a:pt x="0" y="183692"/>
                </a:lnTo>
                <a:lnTo>
                  <a:pt x="1225308" y="183692"/>
                </a:lnTo>
                <a:lnTo>
                  <a:pt x="122530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8328482" y="3596719"/>
            <a:ext cx="120713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FFFFFF"/>
                </a:solidFill>
                <a:latin typeface="Palatino Linotype"/>
                <a:cs typeface="Palatino Linotype"/>
              </a:rPr>
              <a:t>C:</a:t>
            </a:r>
            <a:r>
              <a:rPr dirty="0" sz="550" spc="3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10">
                <a:solidFill>
                  <a:srgbClr val="FFFFFF"/>
                </a:solidFill>
                <a:latin typeface="Palatino Linotype"/>
                <a:cs typeface="Palatino Linotype"/>
              </a:rPr>
              <a:t>REV_on</a:t>
            </a:r>
            <a:r>
              <a:rPr dirty="0" sz="550" spc="3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50">
                <a:solidFill>
                  <a:srgbClr val="FFFFFF"/>
                </a:solidFill>
                <a:latin typeface="Palatino Linotype"/>
                <a:cs typeface="Palatino Linotype"/>
              </a:rPr>
              <a:t>dark</a:t>
            </a:r>
            <a:r>
              <a:rPr dirty="0" sz="550" spc="35">
                <a:solidFill>
                  <a:srgbClr val="FFFFFF"/>
                </a:solidFill>
                <a:latin typeface="Palatino Linotype"/>
                <a:cs typeface="Palatino Linotype"/>
              </a:rPr>
              <a:t> grey,green,black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8316938" y="3297212"/>
            <a:ext cx="1225550" cy="184150"/>
          </a:xfrm>
          <a:custGeom>
            <a:avLst/>
            <a:gdLst/>
            <a:ahLst/>
            <a:cxnLst/>
            <a:rect l="l" t="t" r="r" b="b"/>
            <a:pathLst>
              <a:path w="1225550" h="184150">
                <a:moveTo>
                  <a:pt x="1225308" y="0"/>
                </a:moveTo>
                <a:lnTo>
                  <a:pt x="0" y="0"/>
                </a:lnTo>
                <a:lnTo>
                  <a:pt x="0" y="183705"/>
                </a:lnTo>
                <a:lnTo>
                  <a:pt x="1225308" y="183705"/>
                </a:lnTo>
                <a:lnTo>
                  <a:pt x="1225308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8619452" y="3348192"/>
            <a:ext cx="62547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solidFill>
                  <a:srgbClr val="FFFFFF"/>
                </a:solidFill>
                <a:latin typeface="Palatino Linotype"/>
                <a:cs typeface="Palatino Linotype"/>
              </a:rPr>
              <a:t>B:</a:t>
            </a:r>
            <a:r>
              <a:rPr dirty="0" sz="550" spc="7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10">
                <a:solidFill>
                  <a:srgbClr val="FFFFFF"/>
                </a:solidFill>
                <a:latin typeface="Palatino Linotype"/>
                <a:cs typeface="Palatino Linotype"/>
              </a:rPr>
              <a:t>REV_on</a:t>
            </a:r>
            <a:r>
              <a:rPr dirty="0" sz="5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45">
                <a:solidFill>
                  <a:srgbClr val="FFFFFF"/>
                </a:solidFill>
                <a:latin typeface="Palatino Linotype"/>
                <a:cs typeface="Palatino Linotype"/>
              </a:rPr>
              <a:t>green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9722154" y="3168205"/>
            <a:ext cx="1225550" cy="1841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67945" rIns="0" bIns="0" rtlCol="0" vert="horz">
            <a:spAutoFit/>
          </a:bodyPr>
          <a:lstStyle/>
          <a:p>
            <a:pPr marL="323215">
              <a:lnSpc>
                <a:spcPct val="100000"/>
              </a:lnSpc>
              <a:spcBef>
                <a:spcPts val="535"/>
              </a:spcBef>
            </a:pP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LAGER_1_A_PMS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9722154" y="2919666"/>
            <a:ext cx="1225550" cy="184150"/>
          </a:xfrm>
          <a:prstGeom prst="rect">
            <a:avLst/>
          </a:prstGeom>
          <a:solidFill>
            <a:srgbClr val="929292"/>
          </a:solidFill>
        </p:spPr>
        <p:txBody>
          <a:bodyPr wrap="square" lIns="0" tIns="67945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535"/>
              </a:spcBef>
            </a:pP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LAGER_1_A_FC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1127358" y="3059049"/>
            <a:ext cx="1225550" cy="1841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67945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535"/>
              </a:spcBef>
            </a:pP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LAGER_1_A_FC.jpg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1127358" y="2810522"/>
            <a:ext cx="1225550" cy="1841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67945" rIns="0" bIns="0" rtlCol="0" vert="horz">
            <a:spAutoFit/>
          </a:bodyPr>
          <a:lstStyle/>
          <a:p>
            <a:pPr marL="285750">
              <a:lnSpc>
                <a:spcPct val="100000"/>
              </a:lnSpc>
              <a:spcBef>
                <a:spcPts val="535"/>
              </a:spcBef>
            </a:pP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LAGER_1_A_FC.eps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1127358" y="2561983"/>
            <a:ext cx="1225550" cy="184150"/>
          </a:xfrm>
          <a:prstGeom prst="rect">
            <a:avLst/>
          </a:prstGeom>
          <a:solidFill>
            <a:srgbClr val="929292"/>
          </a:solidFill>
        </p:spPr>
        <p:txBody>
          <a:bodyPr wrap="square" lIns="0" tIns="6794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535"/>
              </a:spcBef>
            </a:pP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LAGER_1_A_FC.ai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1127358" y="3306915"/>
            <a:ext cx="1225550" cy="1841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67945" rIns="0" bIns="0" rtlCol="0" vert="horz">
            <a:spAutoFit/>
          </a:bodyPr>
          <a:lstStyle/>
          <a:p>
            <a:pPr marL="288925">
              <a:lnSpc>
                <a:spcPct val="100000"/>
              </a:lnSpc>
              <a:spcBef>
                <a:spcPts val="535"/>
              </a:spcBef>
            </a:pP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LAGER_1_A_FC.pdf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901281" y="5006863"/>
            <a:ext cx="825500" cy="97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120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5: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HORIZONTAL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901281" y="4825454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4:</a:t>
            </a:r>
            <a:r>
              <a:rPr dirty="0" sz="450" spc="10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VERTICAL</a:t>
            </a:r>
            <a:r>
              <a:rPr dirty="0" sz="450" spc="11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SMALL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901281" y="4662411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2923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3: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VERTICAL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6901281" y="4500727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2: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SMALL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6901281" y="4337659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1:</a:t>
            </a:r>
            <a:r>
              <a:rPr dirty="0" sz="450" spc="3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STANDARD</a:t>
            </a:r>
            <a:endParaRPr sz="450">
              <a:latin typeface="Palatino Linotype"/>
              <a:cs typeface="Palatino Linotype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2453124" y="2352865"/>
            <a:ext cx="880744" cy="591185"/>
            <a:chOff x="12453124" y="2352865"/>
            <a:chExt cx="880744" cy="591185"/>
          </a:xfrm>
        </p:grpSpPr>
        <p:sp>
          <p:nvSpPr>
            <p:cNvPr id="63" name="object 63" descr=""/>
            <p:cNvSpPr/>
            <p:nvPr/>
          </p:nvSpPr>
          <p:spPr>
            <a:xfrm>
              <a:off x="12567945" y="2584970"/>
              <a:ext cx="640080" cy="179070"/>
            </a:xfrm>
            <a:custGeom>
              <a:avLst/>
              <a:gdLst/>
              <a:ahLst/>
              <a:cxnLst/>
              <a:rect l="l" t="t" r="r" b="b"/>
              <a:pathLst>
                <a:path w="640080" h="179069">
                  <a:moveTo>
                    <a:pt x="143484" y="161315"/>
                  </a:moveTo>
                  <a:lnTo>
                    <a:pt x="101104" y="162026"/>
                  </a:lnTo>
                  <a:lnTo>
                    <a:pt x="18186" y="163982"/>
                  </a:lnTo>
                  <a:lnTo>
                    <a:pt x="18249" y="164414"/>
                  </a:lnTo>
                  <a:lnTo>
                    <a:pt x="68986" y="172288"/>
                  </a:lnTo>
                  <a:lnTo>
                    <a:pt x="135585" y="178904"/>
                  </a:lnTo>
                  <a:lnTo>
                    <a:pt x="138074" y="176898"/>
                  </a:lnTo>
                  <a:lnTo>
                    <a:pt x="139547" y="172186"/>
                  </a:lnTo>
                  <a:lnTo>
                    <a:pt x="143484" y="161315"/>
                  </a:lnTo>
                  <a:close/>
                </a:path>
                <a:path w="640080" h="179069">
                  <a:moveTo>
                    <a:pt x="143484" y="17602"/>
                  </a:moveTo>
                  <a:lnTo>
                    <a:pt x="139547" y="6718"/>
                  </a:lnTo>
                  <a:lnTo>
                    <a:pt x="138074" y="2006"/>
                  </a:lnTo>
                  <a:lnTo>
                    <a:pt x="135585" y="0"/>
                  </a:lnTo>
                  <a:lnTo>
                    <a:pt x="68986" y="6629"/>
                  </a:lnTo>
                  <a:lnTo>
                    <a:pt x="18961" y="14224"/>
                  </a:lnTo>
                  <a:lnTo>
                    <a:pt x="18186" y="14922"/>
                  </a:lnTo>
                  <a:lnTo>
                    <a:pt x="101104" y="16903"/>
                  </a:lnTo>
                  <a:lnTo>
                    <a:pt x="143484" y="17602"/>
                  </a:lnTo>
                  <a:close/>
                </a:path>
                <a:path w="640080" h="179069">
                  <a:moveTo>
                    <a:pt x="621334" y="163982"/>
                  </a:moveTo>
                  <a:lnTo>
                    <a:pt x="538403" y="162026"/>
                  </a:lnTo>
                  <a:lnTo>
                    <a:pt x="496036" y="161315"/>
                  </a:lnTo>
                  <a:lnTo>
                    <a:pt x="499973" y="172186"/>
                  </a:lnTo>
                  <a:lnTo>
                    <a:pt x="501446" y="176898"/>
                  </a:lnTo>
                  <a:lnTo>
                    <a:pt x="570534" y="172288"/>
                  </a:lnTo>
                  <a:lnTo>
                    <a:pt x="620560" y="164680"/>
                  </a:lnTo>
                  <a:lnTo>
                    <a:pt x="621271" y="164414"/>
                  </a:lnTo>
                  <a:lnTo>
                    <a:pt x="621334" y="163982"/>
                  </a:lnTo>
                  <a:close/>
                </a:path>
                <a:path w="640080" h="179069">
                  <a:moveTo>
                    <a:pt x="621334" y="14922"/>
                  </a:moveTo>
                  <a:lnTo>
                    <a:pt x="570534" y="6629"/>
                  </a:lnTo>
                  <a:lnTo>
                    <a:pt x="503936" y="0"/>
                  </a:lnTo>
                  <a:lnTo>
                    <a:pt x="501446" y="2006"/>
                  </a:lnTo>
                  <a:lnTo>
                    <a:pt x="499973" y="6718"/>
                  </a:lnTo>
                  <a:lnTo>
                    <a:pt x="496036" y="17602"/>
                  </a:lnTo>
                  <a:lnTo>
                    <a:pt x="538403" y="16903"/>
                  </a:lnTo>
                  <a:lnTo>
                    <a:pt x="621334" y="14922"/>
                  </a:lnTo>
                  <a:close/>
                </a:path>
                <a:path w="640080" h="179069">
                  <a:moveTo>
                    <a:pt x="639495" y="51396"/>
                  </a:moveTo>
                  <a:lnTo>
                    <a:pt x="627545" y="18580"/>
                  </a:lnTo>
                  <a:lnTo>
                    <a:pt x="535063" y="21539"/>
                  </a:lnTo>
                  <a:lnTo>
                    <a:pt x="436943" y="23571"/>
                  </a:lnTo>
                  <a:lnTo>
                    <a:pt x="319747" y="24485"/>
                  </a:lnTo>
                  <a:lnTo>
                    <a:pt x="222783" y="24396"/>
                  </a:lnTo>
                  <a:lnTo>
                    <a:pt x="158407" y="23749"/>
                  </a:lnTo>
                  <a:lnTo>
                    <a:pt x="97739" y="21996"/>
                  </a:lnTo>
                  <a:lnTo>
                    <a:pt x="11950" y="18580"/>
                  </a:lnTo>
                  <a:lnTo>
                    <a:pt x="0" y="51396"/>
                  </a:lnTo>
                  <a:lnTo>
                    <a:pt x="5321" y="59817"/>
                  </a:lnTo>
                  <a:lnTo>
                    <a:pt x="9309" y="69049"/>
                  </a:lnTo>
                  <a:lnTo>
                    <a:pt x="11798" y="78981"/>
                  </a:lnTo>
                  <a:lnTo>
                    <a:pt x="12661" y="89446"/>
                  </a:lnTo>
                  <a:lnTo>
                    <a:pt x="11798" y="99936"/>
                  </a:lnTo>
                  <a:lnTo>
                    <a:pt x="9309" y="109855"/>
                  </a:lnTo>
                  <a:lnTo>
                    <a:pt x="5321" y="119100"/>
                  </a:lnTo>
                  <a:lnTo>
                    <a:pt x="0" y="127508"/>
                  </a:lnTo>
                  <a:lnTo>
                    <a:pt x="11950" y="160324"/>
                  </a:lnTo>
                  <a:lnTo>
                    <a:pt x="104406" y="157378"/>
                  </a:lnTo>
                  <a:lnTo>
                    <a:pt x="202539" y="155359"/>
                  </a:lnTo>
                  <a:lnTo>
                    <a:pt x="319747" y="154432"/>
                  </a:lnTo>
                  <a:lnTo>
                    <a:pt x="416687" y="154533"/>
                  </a:lnTo>
                  <a:lnTo>
                    <a:pt x="481076" y="155168"/>
                  </a:lnTo>
                  <a:lnTo>
                    <a:pt x="541731" y="156921"/>
                  </a:lnTo>
                  <a:lnTo>
                    <a:pt x="627545" y="160324"/>
                  </a:lnTo>
                  <a:lnTo>
                    <a:pt x="639495" y="127508"/>
                  </a:lnTo>
                  <a:lnTo>
                    <a:pt x="634161" y="119100"/>
                  </a:lnTo>
                  <a:lnTo>
                    <a:pt x="630174" y="109855"/>
                  </a:lnTo>
                  <a:lnTo>
                    <a:pt x="627684" y="99936"/>
                  </a:lnTo>
                  <a:lnTo>
                    <a:pt x="626833" y="89446"/>
                  </a:lnTo>
                  <a:lnTo>
                    <a:pt x="627684" y="78981"/>
                  </a:lnTo>
                  <a:lnTo>
                    <a:pt x="630174" y="69049"/>
                  </a:lnTo>
                  <a:lnTo>
                    <a:pt x="634161" y="59817"/>
                  </a:lnTo>
                  <a:lnTo>
                    <a:pt x="639495" y="51396"/>
                  </a:lnTo>
                  <a:close/>
                </a:path>
              </a:pathLst>
            </a:custGeom>
            <a:solidFill>
              <a:srgbClr val="005F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2567361" y="2579916"/>
              <a:ext cx="640715" cy="189230"/>
            </a:xfrm>
            <a:custGeom>
              <a:avLst/>
              <a:gdLst/>
              <a:ahLst/>
              <a:cxnLst/>
              <a:rect l="l" t="t" r="r" b="b"/>
              <a:pathLst>
                <a:path w="640715" h="189230">
                  <a:moveTo>
                    <a:pt x="13246" y="94500"/>
                  </a:moveTo>
                  <a:lnTo>
                    <a:pt x="12382" y="84035"/>
                  </a:lnTo>
                  <a:lnTo>
                    <a:pt x="9893" y="74104"/>
                  </a:lnTo>
                  <a:lnTo>
                    <a:pt x="5905" y="64871"/>
                  </a:lnTo>
                  <a:lnTo>
                    <a:pt x="584" y="56451"/>
                  </a:lnTo>
                  <a:lnTo>
                    <a:pt x="0" y="58064"/>
                  </a:lnTo>
                  <a:lnTo>
                    <a:pt x="3886" y="66484"/>
                  </a:lnTo>
                  <a:lnTo>
                    <a:pt x="6769" y="75412"/>
                  </a:lnTo>
                  <a:lnTo>
                    <a:pt x="8547" y="84785"/>
                  </a:lnTo>
                  <a:lnTo>
                    <a:pt x="9156" y="94500"/>
                  </a:lnTo>
                  <a:lnTo>
                    <a:pt x="8547" y="104241"/>
                  </a:lnTo>
                  <a:lnTo>
                    <a:pt x="6769" y="113614"/>
                  </a:lnTo>
                  <a:lnTo>
                    <a:pt x="3886" y="122542"/>
                  </a:lnTo>
                  <a:lnTo>
                    <a:pt x="0" y="130949"/>
                  </a:lnTo>
                  <a:lnTo>
                    <a:pt x="584" y="132562"/>
                  </a:lnTo>
                  <a:lnTo>
                    <a:pt x="5905" y="124155"/>
                  </a:lnTo>
                  <a:lnTo>
                    <a:pt x="9893" y="114909"/>
                  </a:lnTo>
                  <a:lnTo>
                    <a:pt x="12382" y="104990"/>
                  </a:lnTo>
                  <a:lnTo>
                    <a:pt x="13246" y="94500"/>
                  </a:lnTo>
                  <a:close/>
                </a:path>
                <a:path w="640715" h="189230">
                  <a:moveTo>
                    <a:pt x="628142" y="165379"/>
                  </a:moveTo>
                  <a:lnTo>
                    <a:pt x="542340" y="161975"/>
                  </a:lnTo>
                  <a:lnTo>
                    <a:pt x="481672" y="160223"/>
                  </a:lnTo>
                  <a:lnTo>
                    <a:pt x="417296" y="159588"/>
                  </a:lnTo>
                  <a:lnTo>
                    <a:pt x="320344" y="159486"/>
                  </a:lnTo>
                  <a:lnTo>
                    <a:pt x="203136" y="160413"/>
                  </a:lnTo>
                  <a:lnTo>
                    <a:pt x="105003" y="162433"/>
                  </a:lnTo>
                  <a:lnTo>
                    <a:pt x="12547" y="165379"/>
                  </a:lnTo>
                  <a:lnTo>
                    <a:pt x="14554" y="170891"/>
                  </a:lnTo>
                  <a:lnTo>
                    <a:pt x="74752" y="182740"/>
                  </a:lnTo>
                  <a:lnTo>
                    <a:pt x="138188" y="189014"/>
                  </a:lnTo>
                  <a:lnTo>
                    <a:pt x="141084" y="186359"/>
                  </a:lnTo>
                  <a:lnTo>
                    <a:pt x="144449" y="172580"/>
                  </a:lnTo>
                  <a:lnTo>
                    <a:pt x="141808" y="172580"/>
                  </a:lnTo>
                  <a:lnTo>
                    <a:pt x="139522" y="178917"/>
                  </a:lnTo>
                  <a:lnTo>
                    <a:pt x="138658" y="181952"/>
                  </a:lnTo>
                  <a:lnTo>
                    <a:pt x="136169" y="183972"/>
                  </a:lnTo>
                  <a:lnTo>
                    <a:pt x="69570" y="177342"/>
                  </a:lnTo>
                  <a:lnTo>
                    <a:pt x="19545" y="169735"/>
                  </a:lnTo>
                  <a:lnTo>
                    <a:pt x="18770" y="169049"/>
                  </a:lnTo>
                  <a:lnTo>
                    <a:pt x="80594" y="167487"/>
                  </a:lnTo>
                  <a:lnTo>
                    <a:pt x="185496" y="165836"/>
                  </a:lnTo>
                  <a:lnTo>
                    <a:pt x="249999" y="165277"/>
                  </a:lnTo>
                  <a:lnTo>
                    <a:pt x="320344" y="165061"/>
                  </a:lnTo>
                  <a:lnTo>
                    <a:pt x="390677" y="165277"/>
                  </a:lnTo>
                  <a:lnTo>
                    <a:pt x="455180" y="165836"/>
                  </a:lnTo>
                  <a:lnTo>
                    <a:pt x="560082" y="167487"/>
                  </a:lnTo>
                  <a:lnTo>
                    <a:pt x="621919" y="169049"/>
                  </a:lnTo>
                  <a:lnTo>
                    <a:pt x="621842" y="169481"/>
                  </a:lnTo>
                  <a:lnTo>
                    <a:pt x="571119" y="177342"/>
                  </a:lnTo>
                  <a:lnTo>
                    <a:pt x="504520" y="183972"/>
                  </a:lnTo>
                  <a:lnTo>
                    <a:pt x="502031" y="181952"/>
                  </a:lnTo>
                  <a:lnTo>
                    <a:pt x="501154" y="178917"/>
                  </a:lnTo>
                  <a:lnTo>
                    <a:pt x="498868" y="172580"/>
                  </a:lnTo>
                  <a:lnTo>
                    <a:pt x="496239" y="172580"/>
                  </a:lnTo>
                  <a:lnTo>
                    <a:pt x="499605" y="186359"/>
                  </a:lnTo>
                  <a:lnTo>
                    <a:pt x="502488" y="189014"/>
                  </a:lnTo>
                  <a:lnTo>
                    <a:pt x="534276" y="186359"/>
                  </a:lnTo>
                  <a:lnTo>
                    <a:pt x="565912" y="182740"/>
                  </a:lnTo>
                  <a:lnTo>
                    <a:pt x="597052" y="178193"/>
                  </a:lnTo>
                  <a:lnTo>
                    <a:pt x="625398" y="172389"/>
                  </a:lnTo>
                  <a:lnTo>
                    <a:pt x="628142" y="165379"/>
                  </a:lnTo>
                  <a:close/>
                </a:path>
                <a:path w="640715" h="189230">
                  <a:moveTo>
                    <a:pt x="628142" y="23634"/>
                  </a:moveTo>
                  <a:lnTo>
                    <a:pt x="565912" y="6273"/>
                  </a:lnTo>
                  <a:lnTo>
                    <a:pt x="502488" y="0"/>
                  </a:lnTo>
                  <a:lnTo>
                    <a:pt x="499605" y="2654"/>
                  </a:lnTo>
                  <a:lnTo>
                    <a:pt x="496239" y="16433"/>
                  </a:lnTo>
                  <a:lnTo>
                    <a:pt x="498868" y="16433"/>
                  </a:lnTo>
                  <a:lnTo>
                    <a:pt x="501154" y="10096"/>
                  </a:lnTo>
                  <a:lnTo>
                    <a:pt x="502031" y="7061"/>
                  </a:lnTo>
                  <a:lnTo>
                    <a:pt x="504520" y="5041"/>
                  </a:lnTo>
                  <a:lnTo>
                    <a:pt x="571119" y="11684"/>
                  </a:lnTo>
                  <a:lnTo>
                    <a:pt x="620598" y="19164"/>
                  </a:lnTo>
                  <a:lnTo>
                    <a:pt x="621919" y="19964"/>
                  </a:lnTo>
                  <a:lnTo>
                    <a:pt x="560082" y="21539"/>
                  </a:lnTo>
                  <a:lnTo>
                    <a:pt x="455180" y="23190"/>
                  </a:lnTo>
                  <a:lnTo>
                    <a:pt x="390677" y="23749"/>
                  </a:lnTo>
                  <a:lnTo>
                    <a:pt x="320344" y="23952"/>
                  </a:lnTo>
                  <a:lnTo>
                    <a:pt x="249999" y="23749"/>
                  </a:lnTo>
                  <a:lnTo>
                    <a:pt x="185496" y="23190"/>
                  </a:lnTo>
                  <a:lnTo>
                    <a:pt x="80594" y="21539"/>
                  </a:lnTo>
                  <a:lnTo>
                    <a:pt x="18770" y="19964"/>
                  </a:lnTo>
                  <a:lnTo>
                    <a:pt x="18846" y="19532"/>
                  </a:lnTo>
                  <a:lnTo>
                    <a:pt x="69570" y="11684"/>
                  </a:lnTo>
                  <a:lnTo>
                    <a:pt x="136169" y="5041"/>
                  </a:lnTo>
                  <a:lnTo>
                    <a:pt x="138658" y="7061"/>
                  </a:lnTo>
                  <a:lnTo>
                    <a:pt x="139522" y="10096"/>
                  </a:lnTo>
                  <a:lnTo>
                    <a:pt x="141808" y="16433"/>
                  </a:lnTo>
                  <a:lnTo>
                    <a:pt x="144449" y="16433"/>
                  </a:lnTo>
                  <a:lnTo>
                    <a:pt x="141084" y="2654"/>
                  </a:lnTo>
                  <a:lnTo>
                    <a:pt x="138188" y="0"/>
                  </a:lnTo>
                  <a:lnTo>
                    <a:pt x="106400" y="2667"/>
                  </a:lnTo>
                  <a:lnTo>
                    <a:pt x="43624" y="10820"/>
                  </a:lnTo>
                  <a:lnTo>
                    <a:pt x="12547" y="23634"/>
                  </a:lnTo>
                  <a:lnTo>
                    <a:pt x="105003" y="26581"/>
                  </a:lnTo>
                  <a:lnTo>
                    <a:pt x="203136" y="28613"/>
                  </a:lnTo>
                  <a:lnTo>
                    <a:pt x="320344" y="29527"/>
                  </a:lnTo>
                  <a:lnTo>
                    <a:pt x="417296" y="29438"/>
                  </a:lnTo>
                  <a:lnTo>
                    <a:pt x="481672" y="28790"/>
                  </a:lnTo>
                  <a:lnTo>
                    <a:pt x="542340" y="27051"/>
                  </a:lnTo>
                  <a:lnTo>
                    <a:pt x="628142" y="23634"/>
                  </a:lnTo>
                  <a:close/>
                </a:path>
                <a:path w="640715" h="189230">
                  <a:moveTo>
                    <a:pt x="640651" y="58064"/>
                  </a:moveTo>
                  <a:lnTo>
                    <a:pt x="627405" y="94500"/>
                  </a:lnTo>
                  <a:lnTo>
                    <a:pt x="628256" y="104990"/>
                  </a:lnTo>
                  <a:lnTo>
                    <a:pt x="630745" y="114909"/>
                  </a:lnTo>
                  <a:lnTo>
                    <a:pt x="634733" y="124155"/>
                  </a:lnTo>
                  <a:lnTo>
                    <a:pt x="640067" y="132562"/>
                  </a:lnTo>
                  <a:lnTo>
                    <a:pt x="640651" y="130949"/>
                  </a:lnTo>
                  <a:lnTo>
                    <a:pt x="636752" y="122542"/>
                  </a:lnTo>
                  <a:lnTo>
                    <a:pt x="633882" y="113614"/>
                  </a:lnTo>
                  <a:lnTo>
                    <a:pt x="632091" y="104241"/>
                  </a:lnTo>
                  <a:lnTo>
                    <a:pt x="631494" y="94500"/>
                  </a:lnTo>
                  <a:lnTo>
                    <a:pt x="632091" y="84785"/>
                  </a:lnTo>
                  <a:lnTo>
                    <a:pt x="633882" y="75412"/>
                  </a:lnTo>
                  <a:lnTo>
                    <a:pt x="636752" y="66484"/>
                  </a:lnTo>
                  <a:lnTo>
                    <a:pt x="640651" y="58064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2610020" y="2618841"/>
              <a:ext cx="559435" cy="100330"/>
            </a:xfrm>
            <a:custGeom>
              <a:avLst/>
              <a:gdLst/>
              <a:ahLst/>
              <a:cxnLst/>
              <a:rect l="l" t="t" r="r" b="b"/>
              <a:pathLst>
                <a:path w="559434" h="100330">
                  <a:moveTo>
                    <a:pt x="84658" y="14757"/>
                  </a:moveTo>
                  <a:lnTo>
                    <a:pt x="84582" y="13195"/>
                  </a:lnTo>
                  <a:lnTo>
                    <a:pt x="83820" y="7950"/>
                  </a:lnTo>
                  <a:lnTo>
                    <a:pt x="82867" y="7734"/>
                  </a:lnTo>
                  <a:lnTo>
                    <a:pt x="47993" y="7734"/>
                  </a:lnTo>
                  <a:lnTo>
                    <a:pt x="47053" y="7950"/>
                  </a:lnTo>
                  <a:lnTo>
                    <a:pt x="46215" y="13881"/>
                  </a:lnTo>
                  <a:lnTo>
                    <a:pt x="46215" y="14757"/>
                  </a:lnTo>
                  <a:lnTo>
                    <a:pt x="46443" y="15354"/>
                  </a:lnTo>
                  <a:lnTo>
                    <a:pt x="53035" y="18973"/>
                  </a:lnTo>
                  <a:lnTo>
                    <a:pt x="53174" y="24384"/>
                  </a:lnTo>
                  <a:lnTo>
                    <a:pt x="53174" y="41275"/>
                  </a:lnTo>
                  <a:lnTo>
                    <a:pt x="52285" y="42164"/>
                  </a:lnTo>
                  <a:lnTo>
                    <a:pt x="32372" y="42164"/>
                  </a:lnTo>
                  <a:lnTo>
                    <a:pt x="31483" y="41275"/>
                  </a:lnTo>
                  <a:lnTo>
                    <a:pt x="31483" y="21666"/>
                  </a:lnTo>
                  <a:lnTo>
                    <a:pt x="31623" y="18973"/>
                  </a:lnTo>
                  <a:lnTo>
                    <a:pt x="38214" y="15354"/>
                  </a:lnTo>
                  <a:lnTo>
                    <a:pt x="38430" y="14757"/>
                  </a:lnTo>
                  <a:lnTo>
                    <a:pt x="38366" y="13195"/>
                  </a:lnTo>
                  <a:lnTo>
                    <a:pt x="37604" y="7950"/>
                  </a:lnTo>
                  <a:lnTo>
                    <a:pt x="36652" y="7734"/>
                  </a:lnTo>
                  <a:lnTo>
                    <a:pt x="1778" y="7734"/>
                  </a:lnTo>
                  <a:lnTo>
                    <a:pt x="825" y="7950"/>
                  </a:lnTo>
                  <a:lnTo>
                    <a:pt x="0" y="13881"/>
                  </a:lnTo>
                  <a:lnTo>
                    <a:pt x="0" y="14757"/>
                  </a:lnTo>
                  <a:lnTo>
                    <a:pt x="228" y="15354"/>
                  </a:lnTo>
                  <a:lnTo>
                    <a:pt x="7645" y="18707"/>
                  </a:lnTo>
                  <a:lnTo>
                    <a:pt x="8496" y="21666"/>
                  </a:lnTo>
                  <a:lnTo>
                    <a:pt x="8496" y="83743"/>
                  </a:lnTo>
                  <a:lnTo>
                    <a:pt x="7645" y="86702"/>
                  </a:lnTo>
                  <a:lnTo>
                    <a:pt x="228" y="90043"/>
                  </a:lnTo>
                  <a:lnTo>
                    <a:pt x="0" y="90639"/>
                  </a:lnTo>
                  <a:lnTo>
                    <a:pt x="825" y="98742"/>
                  </a:lnTo>
                  <a:lnTo>
                    <a:pt x="1778" y="98958"/>
                  </a:lnTo>
                  <a:lnTo>
                    <a:pt x="38176" y="98958"/>
                  </a:lnTo>
                  <a:lnTo>
                    <a:pt x="39128" y="98742"/>
                  </a:lnTo>
                  <a:lnTo>
                    <a:pt x="39966" y="91541"/>
                  </a:lnTo>
                  <a:lnTo>
                    <a:pt x="39966" y="90639"/>
                  </a:lnTo>
                  <a:lnTo>
                    <a:pt x="39738" y="90043"/>
                  </a:lnTo>
                  <a:lnTo>
                    <a:pt x="32334" y="86702"/>
                  </a:lnTo>
                  <a:lnTo>
                    <a:pt x="31483" y="83743"/>
                  </a:lnTo>
                  <a:lnTo>
                    <a:pt x="31483" y="56908"/>
                  </a:lnTo>
                  <a:lnTo>
                    <a:pt x="32372" y="56007"/>
                  </a:lnTo>
                  <a:lnTo>
                    <a:pt x="52285" y="56007"/>
                  </a:lnTo>
                  <a:lnTo>
                    <a:pt x="53174" y="56908"/>
                  </a:lnTo>
                  <a:lnTo>
                    <a:pt x="53174" y="81026"/>
                  </a:lnTo>
                  <a:lnTo>
                    <a:pt x="53174" y="83743"/>
                  </a:lnTo>
                  <a:lnTo>
                    <a:pt x="52324" y="86702"/>
                  </a:lnTo>
                  <a:lnTo>
                    <a:pt x="44919" y="90043"/>
                  </a:lnTo>
                  <a:lnTo>
                    <a:pt x="44691" y="90639"/>
                  </a:lnTo>
                  <a:lnTo>
                    <a:pt x="45516" y="98742"/>
                  </a:lnTo>
                  <a:lnTo>
                    <a:pt x="46482" y="98958"/>
                  </a:lnTo>
                  <a:lnTo>
                    <a:pt x="82867" y="98958"/>
                  </a:lnTo>
                  <a:lnTo>
                    <a:pt x="83820" y="98742"/>
                  </a:lnTo>
                  <a:lnTo>
                    <a:pt x="84658" y="91541"/>
                  </a:lnTo>
                  <a:lnTo>
                    <a:pt x="84658" y="90639"/>
                  </a:lnTo>
                  <a:lnTo>
                    <a:pt x="84416" y="90043"/>
                  </a:lnTo>
                  <a:lnTo>
                    <a:pt x="77012" y="86702"/>
                  </a:lnTo>
                  <a:lnTo>
                    <a:pt x="76161" y="83743"/>
                  </a:lnTo>
                  <a:lnTo>
                    <a:pt x="76161" y="21666"/>
                  </a:lnTo>
                  <a:lnTo>
                    <a:pt x="77012" y="18707"/>
                  </a:lnTo>
                  <a:lnTo>
                    <a:pt x="84416" y="15354"/>
                  </a:lnTo>
                  <a:lnTo>
                    <a:pt x="84658" y="14757"/>
                  </a:lnTo>
                  <a:close/>
                </a:path>
                <a:path w="559434" h="100330">
                  <a:moveTo>
                    <a:pt x="154000" y="79781"/>
                  </a:moveTo>
                  <a:lnTo>
                    <a:pt x="145961" y="74434"/>
                  </a:lnTo>
                  <a:lnTo>
                    <a:pt x="143357" y="77203"/>
                  </a:lnTo>
                  <a:lnTo>
                    <a:pt x="139674" y="80886"/>
                  </a:lnTo>
                  <a:lnTo>
                    <a:pt x="134874" y="84569"/>
                  </a:lnTo>
                  <a:lnTo>
                    <a:pt x="125717" y="87490"/>
                  </a:lnTo>
                  <a:lnTo>
                    <a:pt x="113042" y="88607"/>
                  </a:lnTo>
                  <a:lnTo>
                    <a:pt x="108508" y="75869"/>
                  </a:lnTo>
                  <a:lnTo>
                    <a:pt x="109156" y="75171"/>
                  </a:lnTo>
                  <a:lnTo>
                    <a:pt x="122148" y="71335"/>
                  </a:lnTo>
                  <a:lnTo>
                    <a:pt x="138010" y="65405"/>
                  </a:lnTo>
                  <a:lnTo>
                    <a:pt x="139039" y="64871"/>
                  </a:lnTo>
                  <a:lnTo>
                    <a:pt x="144741" y="61950"/>
                  </a:lnTo>
                  <a:lnTo>
                    <a:pt x="150634" y="58051"/>
                  </a:lnTo>
                  <a:lnTo>
                    <a:pt x="129781" y="31864"/>
                  </a:lnTo>
                  <a:lnTo>
                    <a:pt x="129781" y="53251"/>
                  </a:lnTo>
                  <a:lnTo>
                    <a:pt x="129692" y="54584"/>
                  </a:lnTo>
                  <a:lnTo>
                    <a:pt x="108813" y="64871"/>
                  </a:lnTo>
                  <a:lnTo>
                    <a:pt x="105956" y="57023"/>
                  </a:lnTo>
                  <a:lnTo>
                    <a:pt x="107188" y="43929"/>
                  </a:lnTo>
                  <a:lnTo>
                    <a:pt x="121996" y="38849"/>
                  </a:lnTo>
                  <a:lnTo>
                    <a:pt x="126669" y="42773"/>
                  </a:lnTo>
                  <a:lnTo>
                    <a:pt x="129781" y="53251"/>
                  </a:lnTo>
                  <a:lnTo>
                    <a:pt x="129781" y="31864"/>
                  </a:lnTo>
                  <a:lnTo>
                    <a:pt x="125933" y="30238"/>
                  </a:lnTo>
                  <a:lnTo>
                    <a:pt x="112331" y="30238"/>
                  </a:lnTo>
                  <a:lnTo>
                    <a:pt x="85572" y="61315"/>
                  </a:lnTo>
                  <a:lnTo>
                    <a:pt x="85394" y="65405"/>
                  </a:lnTo>
                  <a:lnTo>
                    <a:pt x="87261" y="77203"/>
                  </a:lnTo>
                  <a:lnTo>
                    <a:pt x="87287" y="77393"/>
                  </a:lnTo>
                  <a:lnTo>
                    <a:pt x="93167" y="87845"/>
                  </a:lnTo>
                  <a:lnTo>
                    <a:pt x="101942" y="95199"/>
                  </a:lnTo>
                  <a:lnTo>
                    <a:pt x="112801" y="99466"/>
                  </a:lnTo>
                  <a:lnTo>
                    <a:pt x="123812" y="100177"/>
                  </a:lnTo>
                  <a:lnTo>
                    <a:pt x="134632" y="97523"/>
                  </a:lnTo>
                  <a:lnTo>
                    <a:pt x="144119" y="92049"/>
                  </a:lnTo>
                  <a:lnTo>
                    <a:pt x="147218" y="88607"/>
                  </a:lnTo>
                  <a:lnTo>
                    <a:pt x="151142" y="84264"/>
                  </a:lnTo>
                  <a:lnTo>
                    <a:pt x="154000" y="79781"/>
                  </a:lnTo>
                  <a:close/>
                </a:path>
                <a:path w="559434" h="100330">
                  <a:moveTo>
                    <a:pt x="182054" y="10985"/>
                  </a:moveTo>
                  <a:lnTo>
                    <a:pt x="176771" y="5880"/>
                  </a:lnTo>
                  <a:lnTo>
                    <a:pt x="163728" y="5880"/>
                  </a:lnTo>
                  <a:lnTo>
                    <a:pt x="158445" y="10985"/>
                  </a:lnTo>
                  <a:lnTo>
                    <a:pt x="158445" y="23571"/>
                  </a:lnTo>
                  <a:lnTo>
                    <a:pt x="163728" y="28663"/>
                  </a:lnTo>
                  <a:lnTo>
                    <a:pt x="176771" y="28663"/>
                  </a:lnTo>
                  <a:lnTo>
                    <a:pt x="182054" y="23571"/>
                  </a:lnTo>
                  <a:lnTo>
                    <a:pt x="182054" y="17272"/>
                  </a:lnTo>
                  <a:lnTo>
                    <a:pt x="182054" y="10985"/>
                  </a:lnTo>
                  <a:close/>
                </a:path>
                <a:path w="559434" h="100330">
                  <a:moveTo>
                    <a:pt x="190144" y="90792"/>
                  </a:moveTo>
                  <a:lnTo>
                    <a:pt x="189903" y="90271"/>
                  </a:lnTo>
                  <a:lnTo>
                    <a:pt x="185661" y="87922"/>
                  </a:lnTo>
                  <a:lnTo>
                    <a:pt x="183705" y="86982"/>
                  </a:lnTo>
                  <a:lnTo>
                    <a:pt x="182841" y="84175"/>
                  </a:lnTo>
                  <a:lnTo>
                    <a:pt x="182841" y="33464"/>
                  </a:lnTo>
                  <a:lnTo>
                    <a:pt x="181952" y="32575"/>
                  </a:lnTo>
                  <a:lnTo>
                    <a:pt x="156921" y="32575"/>
                  </a:lnTo>
                  <a:lnTo>
                    <a:pt x="155968" y="32804"/>
                  </a:lnTo>
                  <a:lnTo>
                    <a:pt x="155194" y="38049"/>
                  </a:lnTo>
                  <a:lnTo>
                    <a:pt x="155130" y="39611"/>
                  </a:lnTo>
                  <a:lnTo>
                    <a:pt x="155371" y="40208"/>
                  </a:lnTo>
                  <a:lnTo>
                    <a:pt x="156171" y="40563"/>
                  </a:lnTo>
                  <a:lnTo>
                    <a:pt x="158419" y="41871"/>
                  </a:lnTo>
                  <a:lnTo>
                    <a:pt x="160794" y="43065"/>
                  </a:lnTo>
                  <a:lnTo>
                    <a:pt x="161251" y="46520"/>
                  </a:lnTo>
                  <a:lnTo>
                    <a:pt x="161251" y="84175"/>
                  </a:lnTo>
                  <a:lnTo>
                    <a:pt x="160388" y="86982"/>
                  </a:lnTo>
                  <a:lnTo>
                    <a:pt x="158432" y="87922"/>
                  </a:lnTo>
                  <a:lnTo>
                    <a:pt x="154190" y="90271"/>
                  </a:lnTo>
                  <a:lnTo>
                    <a:pt x="153962" y="90792"/>
                  </a:lnTo>
                  <a:lnTo>
                    <a:pt x="153962" y="91655"/>
                  </a:lnTo>
                  <a:lnTo>
                    <a:pt x="154724" y="98742"/>
                  </a:lnTo>
                  <a:lnTo>
                    <a:pt x="155638" y="98958"/>
                  </a:lnTo>
                  <a:lnTo>
                    <a:pt x="157416" y="98958"/>
                  </a:lnTo>
                  <a:lnTo>
                    <a:pt x="188455" y="98958"/>
                  </a:lnTo>
                  <a:lnTo>
                    <a:pt x="189382" y="98742"/>
                  </a:lnTo>
                  <a:lnTo>
                    <a:pt x="190106" y="92290"/>
                  </a:lnTo>
                  <a:lnTo>
                    <a:pt x="190144" y="90792"/>
                  </a:lnTo>
                  <a:close/>
                </a:path>
                <a:path w="559434" h="100330">
                  <a:moveTo>
                    <a:pt x="269824" y="89115"/>
                  </a:moveTo>
                  <a:lnTo>
                    <a:pt x="268947" y="87985"/>
                  </a:lnTo>
                  <a:lnTo>
                    <a:pt x="268795" y="87769"/>
                  </a:lnTo>
                  <a:lnTo>
                    <a:pt x="266065" y="84772"/>
                  </a:lnTo>
                  <a:lnTo>
                    <a:pt x="262890" y="86423"/>
                  </a:lnTo>
                  <a:lnTo>
                    <a:pt x="261226" y="87985"/>
                  </a:lnTo>
                  <a:lnTo>
                    <a:pt x="259562" y="87071"/>
                  </a:lnTo>
                  <a:lnTo>
                    <a:pt x="259499" y="44462"/>
                  </a:lnTo>
                  <a:lnTo>
                    <a:pt x="259499" y="37299"/>
                  </a:lnTo>
                  <a:lnTo>
                    <a:pt x="257962" y="36017"/>
                  </a:lnTo>
                  <a:lnTo>
                    <a:pt x="254152" y="32804"/>
                  </a:lnTo>
                  <a:lnTo>
                    <a:pt x="240792" y="28524"/>
                  </a:lnTo>
                  <a:lnTo>
                    <a:pt x="232130" y="32245"/>
                  </a:lnTo>
                  <a:lnTo>
                    <a:pt x="227698" y="34328"/>
                  </a:lnTo>
                  <a:lnTo>
                    <a:pt x="224218" y="36017"/>
                  </a:lnTo>
                  <a:lnTo>
                    <a:pt x="223075" y="33515"/>
                  </a:lnTo>
                  <a:lnTo>
                    <a:pt x="222440" y="32575"/>
                  </a:lnTo>
                  <a:lnTo>
                    <a:pt x="198132" y="32575"/>
                  </a:lnTo>
                  <a:lnTo>
                    <a:pt x="196354" y="39611"/>
                  </a:lnTo>
                  <a:lnTo>
                    <a:pt x="196583" y="40208"/>
                  </a:lnTo>
                  <a:lnTo>
                    <a:pt x="197383" y="40563"/>
                  </a:lnTo>
                  <a:lnTo>
                    <a:pt x="199644" y="41871"/>
                  </a:lnTo>
                  <a:lnTo>
                    <a:pt x="202018" y="43065"/>
                  </a:lnTo>
                  <a:lnTo>
                    <a:pt x="202196" y="44462"/>
                  </a:lnTo>
                  <a:lnTo>
                    <a:pt x="202323" y="45389"/>
                  </a:lnTo>
                  <a:lnTo>
                    <a:pt x="202438" y="46278"/>
                  </a:lnTo>
                  <a:lnTo>
                    <a:pt x="202476" y="84175"/>
                  </a:lnTo>
                  <a:lnTo>
                    <a:pt x="201574" y="87071"/>
                  </a:lnTo>
                  <a:lnTo>
                    <a:pt x="201396" y="87071"/>
                  </a:lnTo>
                  <a:lnTo>
                    <a:pt x="199529" y="87985"/>
                  </a:lnTo>
                  <a:lnTo>
                    <a:pt x="195414" y="90271"/>
                  </a:lnTo>
                  <a:lnTo>
                    <a:pt x="195173" y="90792"/>
                  </a:lnTo>
                  <a:lnTo>
                    <a:pt x="195211" y="92303"/>
                  </a:lnTo>
                  <a:lnTo>
                    <a:pt x="195554" y="95834"/>
                  </a:lnTo>
                  <a:lnTo>
                    <a:pt x="195618" y="96405"/>
                  </a:lnTo>
                  <a:lnTo>
                    <a:pt x="195719" y="97409"/>
                  </a:lnTo>
                  <a:lnTo>
                    <a:pt x="195948" y="98742"/>
                  </a:lnTo>
                  <a:lnTo>
                    <a:pt x="196862" y="98971"/>
                  </a:lnTo>
                  <a:lnTo>
                    <a:pt x="229679" y="98971"/>
                  </a:lnTo>
                  <a:lnTo>
                    <a:pt x="230593" y="98742"/>
                  </a:lnTo>
                  <a:lnTo>
                    <a:pt x="230822" y="97409"/>
                  </a:lnTo>
                  <a:lnTo>
                    <a:pt x="231330" y="92303"/>
                  </a:lnTo>
                  <a:lnTo>
                    <a:pt x="231368" y="90792"/>
                  </a:lnTo>
                  <a:lnTo>
                    <a:pt x="231140" y="90271"/>
                  </a:lnTo>
                  <a:lnTo>
                    <a:pt x="226999" y="87985"/>
                  </a:lnTo>
                  <a:lnTo>
                    <a:pt x="225132" y="87071"/>
                  </a:lnTo>
                  <a:lnTo>
                    <a:pt x="224955" y="87071"/>
                  </a:lnTo>
                  <a:lnTo>
                    <a:pt x="224066" y="84175"/>
                  </a:lnTo>
                  <a:lnTo>
                    <a:pt x="224066" y="49136"/>
                  </a:lnTo>
                  <a:lnTo>
                    <a:pt x="227330" y="45389"/>
                  </a:lnTo>
                  <a:lnTo>
                    <a:pt x="234772" y="44462"/>
                  </a:lnTo>
                  <a:lnTo>
                    <a:pt x="238594" y="46278"/>
                  </a:lnTo>
                  <a:lnTo>
                    <a:pt x="238594" y="95834"/>
                  </a:lnTo>
                  <a:lnTo>
                    <a:pt x="246938" y="99593"/>
                  </a:lnTo>
                  <a:lnTo>
                    <a:pt x="260413" y="99593"/>
                  </a:lnTo>
                  <a:lnTo>
                    <a:pt x="266344" y="96405"/>
                  </a:lnTo>
                  <a:lnTo>
                    <a:pt x="269824" y="89115"/>
                  </a:lnTo>
                  <a:close/>
                </a:path>
                <a:path w="559434" h="100330">
                  <a:moveTo>
                    <a:pt x="339420" y="79781"/>
                  </a:moveTo>
                  <a:lnTo>
                    <a:pt x="331381" y="74434"/>
                  </a:lnTo>
                  <a:lnTo>
                    <a:pt x="328777" y="77203"/>
                  </a:lnTo>
                  <a:lnTo>
                    <a:pt x="325094" y="80886"/>
                  </a:lnTo>
                  <a:lnTo>
                    <a:pt x="320294" y="84569"/>
                  </a:lnTo>
                  <a:lnTo>
                    <a:pt x="311137" y="87490"/>
                  </a:lnTo>
                  <a:lnTo>
                    <a:pt x="298462" y="88607"/>
                  </a:lnTo>
                  <a:lnTo>
                    <a:pt x="293928" y="75869"/>
                  </a:lnTo>
                  <a:lnTo>
                    <a:pt x="294576" y="75171"/>
                  </a:lnTo>
                  <a:lnTo>
                    <a:pt x="307568" y="71335"/>
                  </a:lnTo>
                  <a:lnTo>
                    <a:pt x="323430" y="65405"/>
                  </a:lnTo>
                  <a:lnTo>
                    <a:pt x="324459" y="64871"/>
                  </a:lnTo>
                  <a:lnTo>
                    <a:pt x="330161" y="61950"/>
                  </a:lnTo>
                  <a:lnTo>
                    <a:pt x="336054" y="58051"/>
                  </a:lnTo>
                  <a:lnTo>
                    <a:pt x="315137" y="31838"/>
                  </a:lnTo>
                  <a:lnTo>
                    <a:pt x="315137" y="53047"/>
                  </a:lnTo>
                  <a:lnTo>
                    <a:pt x="315112" y="54584"/>
                  </a:lnTo>
                  <a:lnTo>
                    <a:pt x="302488" y="62611"/>
                  </a:lnTo>
                  <a:lnTo>
                    <a:pt x="296862" y="64376"/>
                  </a:lnTo>
                  <a:lnTo>
                    <a:pt x="294233" y="64871"/>
                  </a:lnTo>
                  <a:lnTo>
                    <a:pt x="292087" y="59004"/>
                  </a:lnTo>
                  <a:lnTo>
                    <a:pt x="292061" y="53047"/>
                  </a:lnTo>
                  <a:lnTo>
                    <a:pt x="294995" y="45161"/>
                  </a:lnTo>
                  <a:lnTo>
                    <a:pt x="296748" y="42697"/>
                  </a:lnTo>
                  <a:lnTo>
                    <a:pt x="303301" y="40055"/>
                  </a:lnTo>
                  <a:lnTo>
                    <a:pt x="306273" y="40436"/>
                  </a:lnTo>
                  <a:lnTo>
                    <a:pt x="311251" y="43307"/>
                  </a:lnTo>
                  <a:lnTo>
                    <a:pt x="313143" y="46329"/>
                  </a:lnTo>
                  <a:lnTo>
                    <a:pt x="315137" y="53047"/>
                  </a:lnTo>
                  <a:lnTo>
                    <a:pt x="315137" y="31838"/>
                  </a:lnTo>
                  <a:lnTo>
                    <a:pt x="311353" y="30238"/>
                  </a:lnTo>
                  <a:lnTo>
                    <a:pt x="297751" y="30238"/>
                  </a:lnTo>
                  <a:lnTo>
                    <a:pt x="270992" y="61315"/>
                  </a:lnTo>
                  <a:lnTo>
                    <a:pt x="270814" y="65405"/>
                  </a:lnTo>
                  <a:lnTo>
                    <a:pt x="272681" y="77203"/>
                  </a:lnTo>
                  <a:lnTo>
                    <a:pt x="272707" y="77393"/>
                  </a:lnTo>
                  <a:lnTo>
                    <a:pt x="278587" y="87845"/>
                  </a:lnTo>
                  <a:lnTo>
                    <a:pt x="287362" y="95199"/>
                  </a:lnTo>
                  <a:lnTo>
                    <a:pt x="298221" y="99466"/>
                  </a:lnTo>
                  <a:lnTo>
                    <a:pt x="309232" y="100177"/>
                  </a:lnTo>
                  <a:lnTo>
                    <a:pt x="320052" y="97523"/>
                  </a:lnTo>
                  <a:lnTo>
                    <a:pt x="329539" y="92049"/>
                  </a:lnTo>
                  <a:lnTo>
                    <a:pt x="332638" y="88607"/>
                  </a:lnTo>
                  <a:lnTo>
                    <a:pt x="336562" y="84264"/>
                  </a:lnTo>
                  <a:lnTo>
                    <a:pt x="339420" y="79781"/>
                  </a:lnTo>
                  <a:close/>
                </a:path>
                <a:path w="559434" h="100330">
                  <a:moveTo>
                    <a:pt x="413804" y="90792"/>
                  </a:moveTo>
                  <a:lnTo>
                    <a:pt x="413575" y="90271"/>
                  </a:lnTo>
                  <a:lnTo>
                    <a:pt x="409321" y="87909"/>
                  </a:lnTo>
                  <a:lnTo>
                    <a:pt x="407365" y="86969"/>
                  </a:lnTo>
                  <a:lnTo>
                    <a:pt x="405472" y="84963"/>
                  </a:lnTo>
                  <a:lnTo>
                    <a:pt x="403923" y="82461"/>
                  </a:lnTo>
                  <a:lnTo>
                    <a:pt x="396303" y="68643"/>
                  </a:lnTo>
                  <a:lnTo>
                    <a:pt x="389051" y="55486"/>
                  </a:lnTo>
                  <a:lnTo>
                    <a:pt x="388340" y="54178"/>
                  </a:lnTo>
                  <a:lnTo>
                    <a:pt x="398132" y="44780"/>
                  </a:lnTo>
                  <a:lnTo>
                    <a:pt x="400354" y="42811"/>
                  </a:lnTo>
                  <a:lnTo>
                    <a:pt x="402094" y="41402"/>
                  </a:lnTo>
                  <a:lnTo>
                    <a:pt x="405371" y="39535"/>
                  </a:lnTo>
                  <a:lnTo>
                    <a:pt x="407187" y="39014"/>
                  </a:lnTo>
                  <a:lnTo>
                    <a:pt x="407924" y="38671"/>
                  </a:lnTo>
                  <a:lnTo>
                    <a:pt x="409105" y="38188"/>
                  </a:lnTo>
                  <a:lnTo>
                    <a:pt x="409003" y="36563"/>
                  </a:lnTo>
                  <a:lnTo>
                    <a:pt x="408520" y="31889"/>
                  </a:lnTo>
                  <a:lnTo>
                    <a:pt x="408305" y="30619"/>
                  </a:lnTo>
                  <a:lnTo>
                    <a:pt x="407441" y="30403"/>
                  </a:lnTo>
                  <a:lnTo>
                    <a:pt x="378663" y="30403"/>
                  </a:lnTo>
                  <a:lnTo>
                    <a:pt x="377799" y="30619"/>
                  </a:lnTo>
                  <a:lnTo>
                    <a:pt x="377583" y="31889"/>
                  </a:lnTo>
                  <a:lnTo>
                    <a:pt x="377088" y="36563"/>
                  </a:lnTo>
                  <a:lnTo>
                    <a:pt x="377113" y="38188"/>
                  </a:lnTo>
                  <a:lnTo>
                    <a:pt x="377253" y="38531"/>
                  </a:lnTo>
                  <a:lnTo>
                    <a:pt x="381317" y="40373"/>
                  </a:lnTo>
                  <a:lnTo>
                    <a:pt x="382536" y="40894"/>
                  </a:lnTo>
                  <a:lnTo>
                    <a:pt x="382460" y="41402"/>
                  </a:lnTo>
                  <a:lnTo>
                    <a:pt x="382358" y="42164"/>
                  </a:lnTo>
                  <a:lnTo>
                    <a:pt x="380644" y="43878"/>
                  </a:lnTo>
                  <a:lnTo>
                    <a:pt x="377088" y="46964"/>
                  </a:lnTo>
                  <a:lnTo>
                    <a:pt x="367677" y="55486"/>
                  </a:lnTo>
                  <a:lnTo>
                    <a:pt x="367677" y="9423"/>
                  </a:lnTo>
                  <a:lnTo>
                    <a:pt x="365988" y="7734"/>
                  </a:lnTo>
                  <a:lnTo>
                    <a:pt x="340906" y="7734"/>
                  </a:lnTo>
                  <a:lnTo>
                    <a:pt x="339991" y="7950"/>
                  </a:lnTo>
                  <a:lnTo>
                    <a:pt x="339763" y="9283"/>
                  </a:lnTo>
                  <a:lnTo>
                    <a:pt x="339255" y="12941"/>
                  </a:lnTo>
                  <a:lnTo>
                    <a:pt x="339217" y="14439"/>
                  </a:lnTo>
                  <a:lnTo>
                    <a:pt x="339458" y="14960"/>
                  </a:lnTo>
                  <a:lnTo>
                    <a:pt x="343700" y="17335"/>
                  </a:lnTo>
                  <a:lnTo>
                    <a:pt x="345719" y="18351"/>
                  </a:lnTo>
                  <a:lnTo>
                    <a:pt x="346519" y="21069"/>
                  </a:lnTo>
                  <a:lnTo>
                    <a:pt x="346519" y="84175"/>
                  </a:lnTo>
                  <a:lnTo>
                    <a:pt x="345643" y="86969"/>
                  </a:lnTo>
                  <a:lnTo>
                    <a:pt x="343700" y="87909"/>
                  </a:lnTo>
                  <a:lnTo>
                    <a:pt x="339458" y="90271"/>
                  </a:lnTo>
                  <a:lnTo>
                    <a:pt x="339217" y="90792"/>
                  </a:lnTo>
                  <a:lnTo>
                    <a:pt x="339255" y="92303"/>
                  </a:lnTo>
                  <a:lnTo>
                    <a:pt x="339763" y="97409"/>
                  </a:lnTo>
                  <a:lnTo>
                    <a:pt x="339877" y="98094"/>
                  </a:lnTo>
                  <a:lnTo>
                    <a:pt x="339991" y="98755"/>
                  </a:lnTo>
                  <a:lnTo>
                    <a:pt x="340906" y="98971"/>
                  </a:lnTo>
                  <a:lnTo>
                    <a:pt x="373722" y="98971"/>
                  </a:lnTo>
                  <a:lnTo>
                    <a:pt x="374637" y="98755"/>
                  </a:lnTo>
                  <a:lnTo>
                    <a:pt x="374738" y="98094"/>
                  </a:lnTo>
                  <a:lnTo>
                    <a:pt x="374853" y="97409"/>
                  </a:lnTo>
                  <a:lnTo>
                    <a:pt x="375373" y="92303"/>
                  </a:lnTo>
                  <a:lnTo>
                    <a:pt x="375412" y="90792"/>
                  </a:lnTo>
                  <a:lnTo>
                    <a:pt x="375170" y="90271"/>
                  </a:lnTo>
                  <a:lnTo>
                    <a:pt x="370916" y="87909"/>
                  </a:lnTo>
                  <a:lnTo>
                    <a:pt x="369049" y="86969"/>
                  </a:lnTo>
                  <a:lnTo>
                    <a:pt x="368033" y="84963"/>
                  </a:lnTo>
                  <a:lnTo>
                    <a:pt x="367690" y="84175"/>
                  </a:lnTo>
                  <a:lnTo>
                    <a:pt x="367690" y="73964"/>
                  </a:lnTo>
                  <a:lnTo>
                    <a:pt x="373253" y="68643"/>
                  </a:lnTo>
                  <a:lnTo>
                    <a:pt x="389432" y="98094"/>
                  </a:lnTo>
                  <a:lnTo>
                    <a:pt x="389597" y="98755"/>
                  </a:lnTo>
                  <a:lnTo>
                    <a:pt x="389661" y="98971"/>
                  </a:lnTo>
                  <a:lnTo>
                    <a:pt x="412127" y="98971"/>
                  </a:lnTo>
                  <a:lnTo>
                    <a:pt x="413029" y="98755"/>
                  </a:lnTo>
                  <a:lnTo>
                    <a:pt x="413131" y="98094"/>
                  </a:lnTo>
                  <a:lnTo>
                    <a:pt x="413258" y="97409"/>
                  </a:lnTo>
                  <a:lnTo>
                    <a:pt x="413766" y="92303"/>
                  </a:lnTo>
                  <a:lnTo>
                    <a:pt x="413804" y="90792"/>
                  </a:lnTo>
                  <a:close/>
                </a:path>
                <a:path w="559434" h="100330">
                  <a:moveTo>
                    <a:pt x="480758" y="79781"/>
                  </a:moveTo>
                  <a:lnTo>
                    <a:pt x="472719" y="74434"/>
                  </a:lnTo>
                  <a:lnTo>
                    <a:pt x="470115" y="77203"/>
                  </a:lnTo>
                  <a:lnTo>
                    <a:pt x="466432" y="80886"/>
                  </a:lnTo>
                  <a:lnTo>
                    <a:pt x="461632" y="84569"/>
                  </a:lnTo>
                  <a:lnTo>
                    <a:pt x="452475" y="87490"/>
                  </a:lnTo>
                  <a:lnTo>
                    <a:pt x="439801" y="88607"/>
                  </a:lnTo>
                  <a:lnTo>
                    <a:pt x="435267" y="75869"/>
                  </a:lnTo>
                  <a:lnTo>
                    <a:pt x="435914" y="75171"/>
                  </a:lnTo>
                  <a:lnTo>
                    <a:pt x="448906" y="71335"/>
                  </a:lnTo>
                  <a:lnTo>
                    <a:pt x="464781" y="65405"/>
                  </a:lnTo>
                  <a:lnTo>
                    <a:pt x="465823" y="64871"/>
                  </a:lnTo>
                  <a:lnTo>
                    <a:pt x="471512" y="61950"/>
                  </a:lnTo>
                  <a:lnTo>
                    <a:pt x="473608" y="60540"/>
                  </a:lnTo>
                  <a:lnTo>
                    <a:pt x="477393" y="58051"/>
                  </a:lnTo>
                  <a:lnTo>
                    <a:pt x="456488" y="31838"/>
                  </a:lnTo>
                  <a:lnTo>
                    <a:pt x="456488" y="53047"/>
                  </a:lnTo>
                  <a:lnTo>
                    <a:pt x="456463" y="54584"/>
                  </a:lnTo>
                  <a:lnTo>
                    <a:pt x="443826" y="62611"/>
                  </a:lnTo>
                  <a:lnTo>
                    <a:pt x="438213" y="64376"/>
                  </a:lnTo>
                  <a:lnTo>
                    <a:pt x="435571" y="64871"/>
                  </a:lnTo>
                  <a:lnTo>
                    <a:pt x="433438" y="59004"/>
                  </a:lnTo>
                  <a:lnTo>
                    <a:pt x="433400" y="53047"/>
                  </a:lnTo>
                  <a:lnTo>
                    <a:pt x="436333" y="45161"/>
                  </a:lnTo>
                  <a:lnTo>
                    <a:pt x="438086" y="42697"/>
                  </a:lnTo>
                  <a:lnTo>
                    <a:pt x="444652" y="40055"/>
                  </a:lnTo>
                  <a:lnTo>
                    <a:pt x="447624" y="40436"/>
                  </a:lnTo>
                  <a:lnTo>
                    <a:pt x="452589" y="43307"/>
                  </a:lnTo>
                  <a:lnTo>
                    <a:pt x="454482" y="46329"/>
                  </a:lnTo>
                  <a:lnTo>
                    <a:pt x="456488" y="53047"/>
                  </a:lnTo>
                  <a:lnTo>
                    <a:pt x="456488" y="31838"/>
                  </a:lnTo>
                  <a:lnTo>
                    <a:pt x="452704" y="30238"/>
                  </a:lnTo>
                  <a:lnTo>
                    <a:pt x="439089" y="30238"/>
                  </a:lnTo>
                  <a:lnTo>
                    <a:pt x="412343" y="61315"/>
                  </a:lnTo>
                  <a:lnTo>
                    <a:pt x="412165" y="65405"/>
                  </a:lnTo>
                  <a:lnTo>
                    <a:pt x="414032" y="77203"/>
                  </a:lnTo>
                  <a:lnTo>
                    <a:pt x="414058" y="77393"/>
                  </a:lnTo>
                  <a:lnTo>
                    <a:pt x="419938" y="87845"/>
                  </a:lnTo>
                  <a:lnTo>
                    <a:pt x="428713" y="95199"/>
                  </a:lnTo>
                  <a:lnTo>
                    <a:pt x="439559" y="99466"/>
                  </a:lnTo>
                  <a:lnTo>
                    <a:pt x="450583" y="100177"/>
                  </a:lnTo>
                  <a:lnTo>
                    <a:pt x="461403" y="97523"/>
                  </a:lnTo>
                  <a:lnTo>
                    <a:pt x="470903" y="92049"/>
                  </a:lnTo>
                  <a:lnTo>
                    <a:pt x="474002" y="88607"/>
                  </a:lnTo>
                  <a:lnTo>
                    <a:pt x="477913" y="84264"/>
                  </a:lnTo>
                  <a:lnTo>
                    <a:pt x="480758" y="79781"/>
                  </a:lnTo>
                  <a:close/>
                </a:path>
                <a:path w="559434" h="100330">
                  <a:moveTo>
                    <a:pt x="552932" y="19545"/>
                  </a:moveTo>
                  <a:lnTo>
                    <a:pt x="552551" y="18732"/>
                  </a:lnTo>
                  <a:lnTo>
                    <a:pt x="551865" y="17627"/>
                  </a:lnTo>
                  <a:lnTo>
                    <a:pt x="551421" y="14605"/>
                  </a:lnTo>
                  <a:lnTo>
                    <a:pt x="551078" y="14058"/>
                  </a:lnTo>
                  <a:lnTo>
                    <a:pt x="550887" y="13741"/>
                  </a:lnTo>
                  <a:lnTo>
                    <a:pt x="549732" y="13004"/>
                  </a:lnTo>
                  <a:lnTo>
                    <a:pt x="550786" y="12598"/>
                  </a:lnTo>
                  <a:lnTo>
                    <a:pt x="551827" y="11290"/>
                  </a:lnTo>
                  <a:lnTo>
                    <a:pt x="551827" y="8064"/>
                  </a:lnTo>
                  <a:lnTo>
                    <a:pt x="551827" y="6438"/>
                  </a:lnTo>
                  <a:lnTo>
                    <a:pt x="549135" y="5511"/>
                  </a:lnTo>
                  <a:lnTo>
                    <a:pt x="548525" y="5511"/>
                  </a:lnTo>
                  <a:lnTo>
                    <a:pt x="548525" y="8483"/>
                  </a:lnTo>
                  <a:lnTo>
                    <a:pt x="548525" y="10553"/>
                  </a:lnTo>
                  <a:lnTo>
                    <a:pt x="547763" y="11290"/>
                  </a:lnTo>
                  <a:lnTo>
                    <a:pt x="544106" y="11290"/>
                  </a:lnTo>
                  <a:lnTo>
                    <a:pt x="544106" y="8064"/>
                  </a:lnTo>
                  <a:lnTo>
                    <a:pt x="547344" y="8064"/>
                  </a:lnTo>
                  <a:lnTo>
                    <a:pt x="548525" y="8483"/>
                  </a:lnTo>
                  <a:lnTo>
                    <a:pt x="548525" y="5511"/>
                  </a:lnTo>
                  <a:lnTo>
                    <a:pt x="540854" y="5511"/>
                  </a:lnTo>
                  <a:lnTo>
                    <a:pt x="540854" y="19545"/>
                  </a:lnTo>
                  <a:lnTo>
                    <a:pt x="544080" y="19545"/>
                  </a:lnTo>
                  <a:lnTo>
                    <a:pt x="544080" y="14058"/>
                  </a:lnTo>
                  <a:lnTo>
                    <a:pt x="546900" y="14058"/>
                  </a:lnTo>
                  <a:lnTo>
                    <a:pt x="548081" y="14605"/>
                  </a:lnTo>
                  <a:lnTo>
                    <a:pt x="547865" y="14605"/>
                  </a:lnTo>
                  <a:lnTo>
                    <a:pt x="548284" y="16002"/>
                  </a:lnTo>
                  <a:lnTo>
                    <a:pt x="548614" y="17030"/>
                  </a:lnTo>
                  <a:lnTo>
                    <a:pt x="548703" y="17627"/>
                  </a:lnTo>
                  <a:lnTo>
                    <a:pt x="548779" y="18034"/>
                  </a:lnTo>
                  <a:lnTo>
                    <a:pt x="549440" y="19545"/>
                  </a:lnTo>
                  <a:lnTo>
                    <a:pt x="552932" y="19545"/>
                  </a:lnTo>
                  <a:close/>
                </a:path>
                <a:path w="559434" h="100330">
                  <a:moveTo>
                    <a:pt x="555434" y="89115"/>
                  </a:moveTo>
                  <a:lnTo>
                    <a:pt x="554570" y="87985"/>
                  </a:lnTo>
                  <a:lnTo>
                    <a:pt x="554418" y="87769"/>
                  </a:lnTo>
                  <a:lnTo>
                    <a:pt x="551688" y="84772"/>
                  </a:lnTo>
                  <a:lnTo>
                    <a:pt x="548500" y="86423"/>
                  </a:lnTo>
                  <a:lnTo>
                    <a:pt x="546849" y="87985"/>
                  </a:lnTo>
                  <a:lnTo>
                    <a:pt x="545185" y="87071"/>
                  </a:lnTo>
                  <a:lnTo>
                    <a:pt x="545122" y="44462"/>
                  </a:lnTo>
                  <a:lnTo>
                    <a:pt x="545122" y="37299"/>
                  </a:lnTo>
                  <a:lnTo>
                    <a:pt x="543585" y="36017"/>
                  </a:lnTo>
                  <a:lnTo>
                    <a:pt x="539775" y="32804"/>
                  </a:lnTo>
                  <a:lnTo>
                    <a:pt x="526402" y="28524"/>
                  </a:lnTo>
                  <a:lnTo>
                    <a:pt x="517753" y="32245"/>
                  </a:lnTo>
                  <a:lnTo>
                    <a:pt x="513321" y="34328"/>
                  </a:lnTo>
                  <a:lnTo>
                    <a:pt x="509841" y="36017"/>
                  </a:lnTo>
                  <a:lnTo>
                    <a:pt x="508685" y="33515"/>
                  </a:lnTo>
                  <a:lnTo>
                    <a:pt x="508050" y="32575"/>
                  </a:lnTo>
                  <a:lnTo>
                    <a:pt x="483755" y="32575"/>
                  </a:lnTo>
                  <a:lnTo>
                    <a:pt x="481977" y="39611"/>
                  </a:lnTo>
                  <a:lnTo>
                    <a:pt x="482193" y="40208"/>
                  </a:lnTo>
                  <a:lnTo>
                    <a:pt x="483006" y="40563"/>
                  </a:lnTo>
                  <a:lnTo>
                    <a:pt x="485267" y="41871"/>
                  </a:lnTo>
                  <a:lnTo>
                    <a:pt x="487641" y="43065"/>
                  </a:lnTo>
                  <a:lnTo>
                    <a:pt x="487819" y="44462"/>
                  </a:lnTo>
                  <a:lnTo>
                    <a:pt x="487946" y="45389"/>
                  </a:lnTo>
                  <a:lnTo>
                    <a:pt x="488061" y="46278"/>
                  </a:lnTo>
                  <a:lnTo>
                    <a:pt x="488099" y="84175"/>
                  </a:lnTo>
                  <a:lnTo>
                    <a:pt x="487184" y="87071"/>
                  </a:lnTo>
                  <a:lnTo>
                    <a:pt x="487006" y="87071"/>
                  </a:lnTo>
                  <a:lnTo>
                    <a:pt x="485152" y="87985"/>
                  </a:lnTo>
                  <a:lnTo>
                    <a:pt x="481037" y="90271"/>
                  </a:lnTo>
                  <a:lnTo>
                    <a:pt x="480796" y="90792"/>
                  </a:lnTo>
                  <a:lnTo>
                    <a:pt x="480834" y="92303"/>
                  </a:lnTo>
                  <a:lnTo>
                    <a:pt x="481177" y="95834"/>
                  </a:lnTo>
                  <a:lnTo>
                    <a:pt x="481241" y="96405"/>
                  </a:lnTo>
                  <a:lnTo>
                    <a:pt x="481342" y="97409"/>
                  </a:lnTo>
                  <a:lnTo>
                    <a:pt x="481558" y="98742"/>
                  </a:lnTo>
                  <a:lnTo>
                    <a:pt x="482485" y="98971"/>
                  </a:lnTo>
                  <a:lnTo>
                    <a:pt x="515302" y="98971"/>
                  </a:lnTo>
                  <a:lnTo>
                    <a:pt x="516216" y="98742"/>
                  </a:lnTo>
                  <a:lnTo>
                    <a:pt x="516445" y="97409"/>
                  </a:lnTo>
                  <a:lnTo>
                    <a:pt x="516953" y="92303"/>
                  </a:lnTo>
                  <a:lnTo>
                    <a:pt x="516991" y="90792"/>
                  </a:lnTo>
                  <a:lnTo>
                    <a:pt x="516750" y="90271"/>
                  </a:lnTo>
                  <a:lnTo>
                    <a:pt x="512622" y="87985"/>
                  </a:lnTo>
                  <a:lnTo>
                    <a:pt x="510755" y="87071"/>
                  </a:lnTo>
                  <a:lnTo>
                    <a:pt x="510578" y="87071"/>
                  </a:lnTo>
                  <a:lnTo>
                    <a:pt x="509689" y="84175"/>
                  </a:lnTo>
                  <a:lnTo>
                    <a:pt x="509689" y="49136"/>
                  </a:lnTo>
                  <a:lnTo>
                    <a:pt x="512940" y="45389"/>
                  </a:lnTo>
                  <a:lnTo>
                    <a:pt x="520395" y="44462"/>
                  </a:lnTo>
                  <a:lnTo>
                    <a:pt x="524205" y="46278"/>
                  </a:lnTo>
                  <a:lnTo>
                    <a:pt x="524205" y="95834"/>
                  </a:lnTo>
                  <a:lnTo>
                    <a:pt x="532549" y="99593"/>
                  </a:lnTo>
                  <a:lnTo>
                    <a:pt x="546036" y="99593"/>
                  </a:lnTo>
                  <a:lnTo>
                    <a:pt x="551967" y="96405"/>
                  </a:lnTo>
                  <a:lnTo>
                    <a:pt x="555434" y="89115"/>
                  </a:lnTo>
                  <a:close/>
                </a:path>
                <a:path w="559434" h="100330">
                  <a:moveTo>
                    <a:pt x="559295" y="5816"/>
                  </a:moveTo>
                  <a:lnTo>
                    <a:pt x="556641" y="3162"/>
                  </a:lnTo>
                  <a:lnTo>
                    <a:pt x="556641" y="7264"/>
                  </a:lnTo>
                  <a:lnTo>
                    <a:pt x="556641" y="18732"/>
                  </a:lnTo>
                  <a:lnTo>
                    <a:pt x="552018" y="23406"/>
                  </a:lnTo>
                  <a:lnTo>
                    <a:pt x="540537" y="23406"/>
                  </a:lnTo>
                  <a:lnTo>
                    <a:pt x="535876" y="18732"/>
                  </a:lnTo>
                  <a:lnTo>
                    <a:pt x="535876" y="7264"/>
                  </a:lnTo>
                  <a:lnTo>
                    <a:pt x="540537" y="2628"/>
                  </a:lnTo>
                  <a:lnTo>
                    <a:pt x="552018" y="2628"/>
                  </a:lnTo>
                  <a:lnTo>
                    <a:pt x="556641" y="7264"/>
                  </a:lnTo>
                  <a:lnTo>
                    <a:pt x="556641" y="3162"/>
                  </a:lnTo>
                  <a:lnTo>
                    <a:pt x="556107" y="2628"/>
                  </a:lnTo>
                  <a:lnTo>
                    <a:pt x="553478" y="0"/>
                  </a:lnTo>
                  <a:lnTo>
                    <a:pt x="539064" y="0"/>
                  </a:lnTo>
                  <a:lnTo>
                    <a:pt x="533247" y="5816"/>
                  </a:lnTo>
                  <a:lnTo>
                    <a:pt x="533247" y="20193"/>
                  </a:lnTo>
                  <a:lnTo>
                    <a:pt x="539089" y="26022"/>
                  </a:lnTo>
                  <a:lnTo>
                    <a:pt x="553453" y="26022"/>
                  </a:lnTo>
                  <a:lnTo>
                    <a:pt x="556069" y="23406"/>
                  </a:lnTo>
                  <a:lnTo>
                    <a:pt x="559295" y="20193"/>
                  </a:lnTo>
                  <a:lnTo>
                    <a:pt x="559295" y="5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80187" y="2423147"/>
              <a:ext cx="217233" cy="169989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32537" y="2768384"/>
              <a:ext cx="310286" cy="107429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2456667" y="2356408"/>
              <a:ext cx="873760" cy="584200"/>
            </a:xfrm>
            <a:custGeom>
              <a:avLst/>
              <a:gdLst/>
              <a:ahLst/>
              <a:cxnLst/>
              <a:rect l="l" t="t" r="r" b="b"/>
              <a:pathLst>
                <a:path w="873759" h="584200">
                  <a:moveTo>
                    <a:pt x="873632" y="583958"/>
                  </a:moveTo>
                  <a:lnTo>
                    <a:pt x="0" y="583958"/>
                  </a:lnTo>
                  <a:lnTo>
                    <a:pt x="0" y="0"/>
                  </a:lnTo>
                  <a:lnTo>
                    <a:pt x="873632" y="0"/>
                  </a:lnTo>
                  <a:lnTo>
                    <a:pt x="873632" y="583958"/>
                  </a:lnTo>
                  <a:close/>
                </a:path>
              </a:pathLst>
            </a:custGeom>
            <a:ln w="7086">
              <a:solidFill>
                <a:srgbClr val="BCBC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 descr=""/>
          <p:cNvGrpSpPr/>
          <p:nvPr/>
        </p:nvGrpSpPr>
        <p:grpSpPr>
          <a:xfrm>
            <a:off x="6676313" y="5345125"/>
            <a:ext cx="280670" cy="655955"/>
            <a:chOff x="6676313" y="5345125"/>
            <a:chExt cx="280670" cy="655955"/>
          </a:xfrm>
        </p:grpSpPr>
        <p:sp>
          <p:nvSpPr>
            <p:cNvPr id="70" name="object 70" descr=""/>
            <p:cNvSpPr/>
            <p:nvPr/>
          </p:nvSpPr>
          <p:spPr>
            <a:xfrm>
              <a:off x="6828167" y="5350865"/>
              <a:ext cx="123189" cy="643890"/>
            </a:xfrm>
            <a:custGeom>
              <a:avLst/>
              <a:gdLst/>
              <a:ahLst/>
              <a:cxnLst/>
              <a:rect l="l" t="t" r="r" b="b"/>
              <a:pathLst>
                <a:path w="123190" h="643889">
                  <a:moveTo>
                    <a:pt x="122923" y="0"/>
                  </a:moveTo>
                  <a:lnTo>
                    <a:pt x="0" y="0"/>
                  </a:lnTo>
                  <a:lnTo>
                    <a:pt x="0" y="643890"/>
                  </a:lnTo>
                  <a:lnTo>
                    <a:pt x="78600" y="643890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832472" y="5511431"/>
              <a:ext cx="69215" cy="0"/>
            </a:xfrm>
            <a:custGeom>
              <a:avLst/>
              <a:gdLst/>
              <a:ahLst/>
              <a:cxnLst/>
              <a:rect l="l" t="t" r="r" b="b"/>
              <a:pathLst>
                <a:path w="69215" h="0">
                  <a:moveTo>
                    <a:pt x="0" y="0"/>
                  </a:moveTo>
                  <a:lnTo>
                    <a:pt x="68808" y="0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676313" y="5345226"/>
              <a:ext cx="151130" cy="12065"/>
            </a:xfrm>
            <a:custGeom>
              <a:avLst/>
              <a:gdLst/>
              <a:ahLst/>
              <a:cxnLst/>
              <a:rect l="l" t="t" r="r" b="b"/>
              <a:pathLst>
                <a:path w="151129" h="12064">
                  <a:moveTo>
                    <a:pt x="0" y="11480"/>
                  </a:moveTo>
                  <a:lnTo>
                    <a:pt x="150799" y="11480"/>
                  </a:lnTo>
                  <a:lnTo>
                    <a:pt x="150799" y="0"/>
                  </a:lnTo>
                  <a:lnTo>
                    <a:pt x="0" y="0"/>
                  </a:lnTo>
                  <a:lnTo>
                    <a:pt x="0" y="11480"/>
                  </a:lnTo>
                  <a:close/>
                </a:path>
              </a:pathLst>
            </a:custGeom>
            <a:solidFill>
              <a:srgbClr val="B3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832472" y="5672683"/>
              <a:ext cx="69215" cy="160655"/>
            </a:xfrm>
            <a:custGeom>
              <a:avLst/>
              <a:gdLst/>
              <a:ahLst/>
              <a:cxnLst/>
              <a:rect l="l" t="t" r="r" b="b"/>
              <a:pathLst>
                <a:path w="69215" h="160654">
                  <a:moveTo>
                    <a:pt x="0" y="160108"/>
                  </a:moveTo>
                  <a:lnTo>
                    <a:pt x="68808" y="160108"/>
                  </a:lnTo>
                </a:path>
                <a:path w="69215" h="160654">
                  <a:moveTo>
                    <a:pt x="0" y="0"/>
                  </a:moveTo>
                  <a:lnTo>
                    <a:pt x="68808" y="0"/>
                  </a:lnTo>
                </a:path>
              </a:pathLst>
            </a:custGeom>
            <a:ln w="11480">
              <a:solidFill>
                <a:srgbClr val="B3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828167" y="5350865"/>
              <a:ext cx="73660" cy="0"/>
            </a:xfrm>
            <a:custGeom>
              <a:avLst/>
              <a:gdLst/>
              <a:ahLst/>
              <a:cxnLst/>
              <a:rect l="l" t="t" r="r" b="b"/>
              <a:pathLst>
                <a:path w="73659" h="0">
                  <a:moveTo>
                    <a:pt x="0" y="0"/>
                  </a:moveTo>
                  <a:lnTo>
                    <a:pt x="73113" y="0"/>
                  </a:lnTo>
                </a:path>
              </a:pathLst>
            </a:custGeom>
            <a:ln w="11480">
              <a:solidFill>
                <a:srgbClr val="007F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676313" y="5345226"/>
              <a:ext cx="151130" cy="12065"/>
            </a:xfrm>
            <a:custGeom>
              <a:avLst/>
              <a:gdLst/>
              <a:ahLst/>
              <a:cxnLst/>
              <a:rect l="l" t="t" r="r" b="b"/>
              <a:pathLst>
                <a:path w="151129" h="12064">
                  <a:moveTo>
                    <a:pt x="0" y="11480"/>
                  </a:moveTo>
                  <a:lnTo>
                    <a:pt x="150799" y="11480"/>
                  </a:lnTo>
                  <a:lnTo>
                    <a:pt x="150799" y="0"/>
                  </a:lnTo>
                  <a:lnTo>
                    <a:pt x="0" y="0"/>
                  </a:lnTo>
                  <a:lnTo>
                    <a:pt x="0" y="11480"/>
                  </a:lnTo>
                  <a:close/>
                </a:path>
              </a:pathLst>
            </a:custGeom>
            <a:solidFill>
              <a:srgbClr val="007F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6901281" y="5937402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5: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HORIZONTAL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6901281" y="5774321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4:</a:t>
            </a:r>
            <a:r>
              <a:rPr dirty="0" sz="450" spc="10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VERTICAL</a:t>
            </a:r>
            <a:r>
              <a:rPr dirty="0" sz="450" spc="11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SMALL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6901281" y="5611279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2923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3: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VERTICAL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6901281" y="5449595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2:</a:t>
            </a:r>
            <a:r>
              <a:rPr dirty="0" sz="450" spc="7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SMALL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6901281" y="5286514"/>
            <a:ext cx="825500" cy="12065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265"/>
              </a:spcBef>
            </a:pPr>
            <a:r>
              <a:rPr dirty="0" sz="450">
                <a:solidFill>
                  <a:srgbClr val="FFFFFF"/>
                </a:solidFill>
                <a:latin typeface="Palatino Linotype"/>
                <a:cs typeface="Palatino Linotype"/>
              </a:rPr>
              <a:t>1:</a:t>
            </a:r>
            <a:r>
              <a:rPr dirty="0" sz="450" spc="3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450" spc="-10">
                <a:solidFill>
                  <a:srgbClr val="FFFFFF"/>
                </a:solidFill>
                <a:latin typeface="Palatino Linotype"/>
                <a:cs typeface="Palatino Linotype"/>
              </a:rPr>
              <a:t>STANDARD</a:t>
            </a:r>
            <a:endParaRPr sz="450">
              <a:latin typeface="Palatino Linotype"/>
              <a:cs typeface="Palatino Linotype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5603113" y="4284726"/>
            <a:ext cx="1073785" cy="252095"/>
          </a:xfrm>
          <a:prstGeom prst="rect">
            <a:avLst/>
          </a:prstGeom>
          <a:solidFill>
            <a:srgbClr val="79AB72"/>
          </a:solidFill>
        </p:spPr>
        <p:txBody>
          <a:bodyPr wrap="square" lIns="0" tIns="8636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80"/>
              </a:spcBef>
            </a:pPr>
            <a:r>
              <a:rPr dirty="0" sz="800" spc="85">
                <a:solidFill>
                  <a:srgbClr val="FFFFFF"/>
                </a:solidFill>
                <a:latin typeface="Palatino Linotype"/>
                <a:cs typeface="Palatino Linotype"/>
              </a:rPr>
              <a:t>0.0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8233181" y="3150451"/>
            <a:ext cx="151765" cy="495300"/>
          </a:xfrm>
          <a:custGeom>
            <a:avLst/>
            <a:gdLst/>
            <a:ahLst/>
            <a:cxnLst/>
            <a:rect l="l" t="t" r="r" b="b"/>
            <a:pathLst>
              <a:path w="151765" h="495300">
                <a:moveTo>
                  <a:pt x="0" y="494766"/>
                </a:moveTo>
                <a:lnTo>
                  <a:pt x="0" y="0"/>
                </a:lnTo>
                <a:lnTo>
                  <a:pt x="151752" y="0"/>
                </a:lnTo>
              </a:path>
            </a:pathLst>
          </a:custGeom>
          <a:ln w="14173">
            <a:solidFill>
              <a:srgbClr val="007F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8316938" y="3048686"/>
            <a:ext cx="1225550" cy="184150"/>
          </a:xfrm>
          <a:prstGeom prst="rect">
            <a:avLst/>
          </a:prstGeom>
          <a:solidFill>
            <a:srgbClr val="929292"/>
          </a:solidFill>
        </p:spPr>
        <p:txBody>
          <a:bodyPr wrap="square" lIns="0" tIns="67945" rIns="0" bIns="0" rtlCol="0" vert="horz">
            <a:spAutoFit/>
          </a:bodyPr>
          <a:lstStyle/>
          <a:p>
            <a:pPr marL="320040">
              <a:lnSpc>
                <a:spcPct val="100000"/>
              </a:lnSpc>
              <a:spcBef>
                <a:spcPts val="535"/>
              </a:spcBef>
            </a:pPr>
            <a:r>
              <a:rPr dirty="0" sz="550" spc="10">
                <a:solidFill>
                  <a:srgbClr val="FFFFFF"/>
                </a:solidFill>
                <a:latin typeface="Palatino Linotype"/>
                <a:cs typeface="Palatino Linotype"/>
              </a:rPr>
              <a:t>A:</a:t>
            </a:r>
            <a:r>
              <a:rPr dirty="0" sz="550" spc="6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10">
                <a:solidFill>
                  <a:srgbClr val="FFFFFF"/>
                </a:solidFill>
                <a:latin typeface="Palatino Linotype"/>
                <a:cs typeface="Palatino Linotype"/>
              </a:rPr>
              <a:t>POS_on</a:t>
            </a:r>
            <a:r>
              <a:rPr dirty="0" sz="550" spc="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550" spc="-10">
                <a:solidFill>
                  <a:srgbClr val="FFFFFF"/>
                </a:solidFill>
                <a:latin typeface="Palatino Linotype"/>
                <a:cs typeface="Palatino Linotype"/>
              </a:rPr>
              <a:t>white</a:t>
            </a:r>
            <a:endParaRPr sz="550">
              <a:latin typeface="Palatino Linotype"/>
              <a:cs typeface="Palatino Linotype"/>
            </a:endParaRPr>
          </a:p>
        </p:txBody>
      </p:sp>
      <p:sp>
        <p:nvSpPr>
          <p:cNvPr id="96" name="object 9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25"/>
              <a:t>29</a:t>
            </a:fld>
          </a:p>
        </p:txBody>
      </p:sp>
      <p:sp>
        <p:nvSpPr>
          <p:cNvPr id="84" name="object 84" descr=""/>
          <p:cNvSpPr txBox="1"/>
          <p:nvPr/>
        </p:nvSpPr>
        <p:spPr>
          <a:xfrm>
            <a:off x="5603113" y="5233594"/>
            <a:ext cx="1073785" cy="252095"/>
          </a:xfrm>
          <a:prstGeom prst="rect">
            <a:avLst/>
          </a:prstGeom>
          <a:solidFill>
            <a:srgbClr val="79AB72"/>
          </a:solidFill>
        </p:spPr>
        <p:txBody>
          <a:bodyPr wrap="square" lIns="0" tIns="762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00"/>
              </a:spcBef>
            </a:pPr>
            <a:r>
              <a:rPr dirty="0" sz="800" spc="-10">
                <a:solidFill>
                  <a:srgbClr val="FFFFFF"/>
                </a:solidFill>
                <a:latin typeface="Palatino Linotype"/>
                <a:cs typeface="Palatino Linotype"/>
              </a:rPr>
              <a:t>LIGHT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800900" y="1777555"/>
            <a:ext cx="3208020" cy="3854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Main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0">
                <a:solidFill>
                  <a:srgbClr val="007F2D"/>
                </a:solidFill>
                <a:latin typeface="Palatino Linotype"/>
                <a:cs typeface="Palatino Linotype"/>
              </a:rPr>
              <a:t>logoset</a:t>
            </a:r>
            <a:endParaRPr sz="10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Heineken®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logoset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consists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basis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of 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4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different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logos: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800900" y="2295080"/>
            <a:ext cx="4364990" cy="200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89810">
              <a:lnSpc>
                <a:spcPct val="108300"/>
              </a:lnSpc>
              <a:spcBef>
                <a:spcPts val="100"/>
              </a:spcBef>
            </a:pP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Brand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Logo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75">
                <a:solidFill>
                  <a:srgbClr val="007F2D"/>
                </a:solidFill>
                <a:latin typeface="Palatino Linotype"/>
                <a:cs typeface="Palatino Linotype"/>
              </a:rPr>
              <a:t>Original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Lager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Logo </a:t>
            </a: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125">
                <a:solidFill>
                  <a:srgbClr val="007F2D"/>
                </a:solidFill>
                <a:latin typeface="Palatino Linotype"/>
                <a:cs typeface="Palatino Linotype"/>
              </a:rPr>
              <a:t>0.0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endParaRPr sz="10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5">
                <a:solidFill>
                  <a:srgbClr val="007F2D"/>
                </a:solidFill>
                <a:latin typeface="Palatino Linotype"/>
                <a:cs typeface="Palatino Linotype"/>
              </a:rPr>
              <a:t>Heineken®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Light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Logo</a:t>
            </a:r>
            <a:endParaRPr sz="10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Versions</a:t>
            </a:r>
            <a:endParaRPr sz="1000">
              <a:latin typeface="Palatino Linotype"/>
              <a:cs typeface="Palatino Linotype"/>
            </a:endParaRPr>
          </a:p>
          <a:p>
            <a:pPr marL="12700" marR="1160780">
              <a:lnSpc>
                <a:spcPts val="1300"/>
              </a:lnSpc>
              <a:spcBef>
                <a:spcPts val="60"/>
              </a:spcBef>
            </a:pP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each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standard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(=1)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use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(=2)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version: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Standard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 the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default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choice.</a:t>
            </a:r>
            <a:endParaRPr sz="800">
              <a:latin typeface="Palatino Linotype"/>
              <a:cs typeface="Palatino Linotype"/>
            </a:endParaRPr>
          </a:p>
          <a:p>
            <a:pPr marL="12700" marR="5080">
              <a:lnSpc>
                <a:spcPts val="1300"/>
              </a:lnSpc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If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reproduced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with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width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&lt;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35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mm</a:t>
            </a:r>
            <a:r>
              <a:rPr dirty="0" sz="800" spc="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logo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has</a:t>
            </a:r>
            <a:r>
              <a:rPr dirty="0" sz="800" spc="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to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be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used.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logo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is also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best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in </a:t>
            </a:r>
            <a:r>
              <a:rPr dirty="0" sz="800" spc="70">
                <a:solidFill>
                  <a:srgbClr val="9D9D9C"/>
                </a:solidFill>
                <a:latin typeface="Palatino Linotype"/>
                <a:cs typeface="Palatino Linotype"/>
              </a:rPr>
              <a:t>case</a:t>
            </a:r>
            <a:r>
              <a:rPr dirty="0" sz="800" spc="1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reproduction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technology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doesn’t allow</a:t>
            </a:r>
            <a:r>
              <a:rPr dirty="0" sz="800" spc="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much detail: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e.g.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embroidery,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brand-mark,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embossing.</a:t>
            </a:r>
            <a:endParaRPr sz="8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Exceptional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variants: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(=3),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vertical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small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20">
                <a:solidFill>
                  <a:srgbClr val="9D9D9C"/>
                </a:solidFill>
                <a:latin typeface="Palatino Linotype"/>
                <a:cs typeface="Palatino Linotype"/>
              </a:rPr>
              <a:t>(=4),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horizontal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(=5)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775500" y="4393755"/>
            <a:ext cx="4502785" cy="104584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Positive</a:t>
            </a:r>
            <a:r>
              <a:rPr dirty="0" sz="10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vs</a:t>
            </a:r>
            <a:r>
              <a:rPr dirty="0" sz="1000" spc="4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60">
                <a:solidFill>
                  <a:srgbClr val="007F2D"/>
                </a:solidFill>
                <a:latin typeface="Palatino Linotype"/>
                <a:cs typeface="Palatino Linotype"/>
              </a:rPr>
              <a:t>Reversed</a:t>
            </a:r>
            <a:endParaRPr sz="1000">
              <a:latin typeface="Palatino Linotype"/>
              <a:cs typeface="Palatino Linotype"/>
            </a:endParaRPr>
          </a:p>
          <a:p>
            <a:pPr marL="38100" marR="30480">
              <a:lnSpc>
                <a:spcPts val="1300"/>
              </a:lnSpc>
              <a:spcBef>
                <a:spcPts val="60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artworks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backgrounds: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e.g.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(=A),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reversed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artworks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dark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backgrounds: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e.g.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Heineken</a:t>
            </a:r>
            <a:r>
              <a:rPr dirty="0" baseline="6944" sz="1200">
                <a:solidFill>
                  <a:srgbClr val="9D9D9C"/>
                </a:solidFill>
                <a:latin typeface="Palatino Linotype"/>
                <a:cs typeface="Palatino Linotype"/>
              </a:rPr>
              <a:t>®</a:t>
            </a:r>
            <a:r>
              <a:rPr dirty="0" baseline="6944" sz="1200" spc="16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green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(=B)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dark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135">
                <a:solidFill>
                  <a:srgbClr val="9D9D9C"/>
                </a:solidFill>
                <a:latin typeface="Palatino Linotype"/>
                <a:cs typeface="Palatino Linotype"/>
              </a:rPr>
              <a:t>/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10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(=C)</a:t>
            </a:r>
            <a:r>
              <a:rPr dirty="0" sz="800" spc="11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or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light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grey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8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aluminum/inox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(=C1).</a:t>
            </a:r>
            <a:endParaRPr sz="800">
              <a:latin typeface="Palatino Linotype"/>
              <a:cs typeface="Palatino Linotype"/>
            </a:endParaRPr>
          </a:p>
          <a:p>
            <a:pPr marL="38100" marR="354965">
              <a:lnSpc>
                <a:spcPts val="1300"/>
              </a:lnSpc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1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versions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available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as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black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white: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(=D),</a:t>
            </a:r>
            <a:r>
              <a:rPr dirty="0" sz="800" spc="1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and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white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on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black: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reversed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(=E).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800901" y="5536743"/>
            <a:ext cx="4399280" cy="5505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000" spc="45">
                <a:solidFill>
                  <a:srgbClr val="007F2D"/>
                </a:solidFill>
                <a:latin typeface="Palatino Linotype"/>
                <a:cs typeface="Palatino Linotype"/>
              </a:rPr>
              <a:t>Colours</a:t>
            </a:r>
            <a:endParaRPr sz="1000">
              <a:latin typeface="Palatino Linotype"/>
              <a:cs typeface="Palatino Linotype"/>
            </a:endParaRPr>
          </a:p>
          <a:p>
            <a:pPr marL="12700" marR="5080">
              <a:lnSpc>
                <a:spcPts val="1300"/>
              </a:lnSpc>
              <a:spcBef>
                <a:spcPts val="60"/>
              </a:spcBef>
            </a:pP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different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versions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such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as: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full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colour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in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55">
                <a:solidFill>
                  <a:srgbClr val="9D9D9C"/>
                </a:solidFill>
                <a:latin typeface="Palatino Linotype"/>
                <a:cs typeface="Palatino Linotype"/>
              </a:rPr>
              <a:t>CMYK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(FC),</a:t>
            </a:r>
            <a:r>
              <a:rPr dirty="0" sz="800" spc="12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0">
                <a:solidFill>
                  <a:srgbClr val="9D9D9C"/>
                </a:solidFill>
                <a:latin typeface="Palatino Linotype"/>
                <a:cs typeface="Palatino Linotype"/>
              </a:rPr>
              <a:t>or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Pantone</a:t>
            </a:r>
            <a:r>
              <a:rPr dirty="0" sz="800" spc="12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colours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(PMS).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800901" y="6184449"/>
            <a:ext cx="3192145" cy="55054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000" spc="65">
                <a:solidFill>
                  <a:srgbClr val="007F2D"/>
                </a:solidFill>
                <a:latin typeface="Palatino Linotype"/>
                <a:cs typeface="Palatino Linotype"/>
              </a:rPr>
              <a:t>File</a:t>
            </a:r>
            <a:r>
              <a:rPr dirty="0" sz="1000" spc="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1000" spc="85">
                <a:solidFill>
                  <a:srgbClr val="007F2D"/>
                </a:solidFill>
                <a:latin typeface="Palatino Linotype"/>
                <a:cs typeface="Palatino Linotype"/>
              </a:rPr>
              <a:t>extensions</a:t>
            </a:r>
            <a:endParaRPr sz="1000">
              <a:latin typeface="Palatino Linotype"/>
              <a:cs typeface="Palatino Linotype"/>
            </a:endParaRPr>
          </a:p>
          <a:p>
            <a:pPr marL="12700" marR="5080">
              <a:lnSpc>
                <a:spcPts val="1300"/>
              </a:lnSpc>
              <a:spcBef>
                <a:spcPts val="60"/>
              </a:spcBef>
            </a:pP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For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different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techniques</a:t>
            </a:r>
            <a:r>
              <a:rPr dirty="0" sz="800" spc="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there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75">
                <a:solidFill>
                  <a:srgbClr val="9D9D9C"/>
                </a:solidFill>
                <a:latin typeface="Palatino Linotype"/>
                <a:cs typeface="Palatino Linotype"/>
              </a:rPr>
              <a:t>are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different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file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types</a:t>
            </a:r>
            <a:r>
              <a:rPr dirty="0" sz="800" spc="5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available,</a:t>
            </a:r>
            <a:r>
              <a:rPr dirty="0" sz="800" spc="55">
                <a:solidFill>
                  <a:srgbClr val="9D9D9C"/>
                </a:solidFill>
                <a:latin typeface="Palatino Linotype"/>
                <a:cs typeface="Palatino Linotype"/>
              </a:rPr>
              <a:t> recognizable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65">
                <a:solidFill>
                  <a:srgbClr val="9D9D9C"/>
                </a:solidFill>
                <a:latin typeface="Palatino Linotype"/>
                <a:cs typeface="Palatino Linotype"/>
              </a:rPr>
              <a:t>as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file-extensions: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ai,</a:t>
            </a:r>
            <a:r>
              <a:rPr dirty="0" sz="800" spc="4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eps,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jpg,</a:t>
            </a:r>
            <a:r>
              <a:rPr dirty="0" sz="800" spc="4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pdf.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5763045" y="1830457"/>
            <a:ext cx="8134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MAIN</a:t>
            </a:r>
            <a:r>
              <a:rPr dirty="0" sz="800" spc="-3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LOGOSET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7029184" y="1830457"/>
            <a:ext cx="5492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VERSIONS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8566900" y="1812677"/>
            <a:ext cx="677545" cy="30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 marR="5080" indent="-59055">
              <a:lnSpc>
                <a:spcPct val="114599"/>
              </a:lnSpc>
              <a:spcBef>
                <a:spcPts val="10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POSITIVE</a:t>
            </a:r>
            <a:r>
              <a:rPr dirty="0" sz="800" spc="195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25">
                <a:solidFill>
                  <a:srgbClr val="9D9D9C"/>
                </a:solidFill>
                <a:latin typeface="Palatino Linotype"/>
                <a:cs typeface="Palatino Linotype"/>
              </a:rPr>
              <a:t>VS</a:t>
            </a:r>
            <a:r>
              <a:rPr dirty="0" sz="800" spc="50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REVERSED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0077794" y="1830457"/>
            <a:ext cx="5003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9D9D9C"/>
                </a:solidFill>
                <a:latin typeface="Palatino Linotype"/>
                <a:cs typeface="Palatino Linotype"/>
              </a:rPr>
              <a:t>COLOURS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11282871" y="1830457"/>
            <a:ext cx="9429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9D9D9C"/>
                </a:solidFill>
                <a:latin typeface="Palatino Linotype"/>
                <a:cs typeface="Palatino Linotype"/>
              </a:rPr>
              <a:t>FILE</a:t>
            </a:r>
            <a:r>
              <a:rPr dirty="0" sz="800" spc="30">
                <a:solidFill>
                  <a:srgbClr val="9D9D9C"/>
                </a:solidFill>
                <a:latin typeface="Palatino Linotype"/>
                <a:cs typeface="Palatino Linotype"/>
              </a:rPr>
              <a:t> </a:t>
            </a:r>
            <a:r>
              <a:rPr dirty="0" sz="800" spc="-10">
                <a:solidFill>
                  <a:srgbClr val="9D9D9C"/>
                </a:solidFill>
                <a:latin typeface="Palatino Linotype"/>
                <a:cs typeface="Palatino Linotype"/>
              </a:rPr>
              <a:t>EXTENSIONS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title"/>
          </p:nvPr>
        </p:nvSpPr>
        <p:spPr>
          <a:xfrm>
            <a:off x="-12699" y="603592"/>
            <a:ext cx="5366385" cy="837565"/>
          </a:xfrm>
          <a:prstGeom prst="rect"/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  <a:tabLst>
                <a:tab pos="1998345" algn="l"/>
              </a:tabLst>
            </a:pPr>
            <a:r>
              <a:rPr dirty="0" u="sng">
                <a:uFill>
                  <a:solidFill>
                    <a:srgbClr val="000000"/>
                  </a:solidFill>
                </a:uFill>
              </a:rPr>
              <a:t>	Logoset</a:t>
            </a:r>
            <a:r>
              <a:rPr dirty="0" u="sng" spc="2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pc="45">
                <a:uFill>
                  <a:solidFill>
                    <a:srgbClr val="000000"/>
                  </a:solidFill>
                </a:uFill>
              </a:rPr>
              <a:t>navigation</a:t>
            </a:r>
          </a:p>
          <a:p>
            <a:pPr marL="2343785">
              <a:lnSpc>
                <a:spcPct val="100000"/>
              </a:lnSpc>
              <a:spcBef>
                <a:spcPts val="580"/>
              </a:spcBef>
            </a:pPr>
            <a:r>
              <a:rPr dirty="0" sz="1100" spc="-10" b="0">
                <a:latin typeface="Palatino Linotype"/>
                <a:cs typeface="Palatino Linotype"/>
              </a:rPr>
              <a:t>How</a:t>
            </a:r>
            <a:r>
              <a:rPr dirty="0" sz="1100" spc="65" b="0">
                <a:latin typeface="Palatino Linotype"/>
                <a:cs typeface="Palatino Linotype"/>
              </a:rPr>
              <a:t> </a:t>
            </a:r>
            <a:r>
              <a:rPr dirty="0" sz="1100" b="0">
                <a:latin typeface="Palatino Linotype"/>
                <a:cs typeface="Palatino Linotype"/>
              </a:rPr>
              <a:t>to</a:t>
            </a:r>
            <a:r>
              <a:rPr dirty="0" sz="1100" spc="80" b="0">
                <a:latin typeface="Palatino Linotype"/>
                <a:cs typeface="Palatino Linotype"/>
              </a:rPr>
              <a:t> </a:t>
            </a:r>
            <a:r>
              <a:rPr dirty="0" sz="1100" b="0">
                <a:latin typeface="Palatino Linotype"/>
                <a:cs typeface="Palatino Linotype"/>
              </a:rPr>
              <a:t>find</a:t>
            </a:r>
            <a:r>
              <a:rPr dirty="0" sz="1100" spc="70" b="0">
                <a:latin typeface="Palatino Linotype"/>
                <a:cs typeface="Palatino Linotype"/>
              </a:rPr>
              <a:t> </a:t>
            </a:r>
            <a:r>
              <a:rPr dirty="0" sz="1100" spc="80" b="0">
                <a:latin typeface="Palatino Linotype"/>
                <a:cs typeface="Palatino Linotype"/>
              </a:rPr>
              <a:t>the </a:t>
            </a:r>
            <a:r>
              <a:rPr dirty="0" sz="1100" spc="95" b="0">
                <a:latin typeface="Palatino Linotype"/>
                <a:cs typeface="Palatino Linotype"/>
              </a:rPr>
              <a:t>correct</a:t>
            </a:r>
            <a:r>
              <a:rPr dirty="0" sz="1100" spc="80" b="0">
                <a:latin typeface="Palatino Linotype"/>
                <a:cs typeface="Palatino Linotype"/>
              </a:rPr>
              <a:t> </a:t>
            </a:r>
            <a:r>
              <a:rPr dirty="0" sz="1100" b="0">
                <a:latin typeface="Palatino Linotype"/>
                <a:cs typeface="Palatino Linotype"/>
              </a:rPr>
              <a:t>Heineken®</a:t>
            </a:r>
            <a:r>
              <a:rPr dirty="0" sz="1100" spc="80" b="0">
                <a:latin typeface="Palatino Linotype"/>
                <a:cs typeface="Palatino Linotype"/>
              </a:rPr>
              <a:t> </a:t>
            </a:r>
            <a:r>
              <a:rPr dirty="0" sz="1100" b="0">
                <a:latin typeface="Palatino Linotype"/>
                <a:cs typeface="Palatino Linotype"/>
              </a:rPr>
              <a:t>logo</a:t>
            </a:r>
            <a:r>
              <a:rPr dirty="0" sz="1100" spc="85" b="0">
                <a:latin typeface="Palatino Linotype"/>
                <a:cs typeface="Palatino Linotype"/>
              </a:rPr>
              <a:t> </a:t>
            </a:r>
            <a:r>
              <a:rPr dirty="0" sz="1100" spc="45" b="0">
                <a:latin typeface="Palatino Linotype"/>
                <a:cs typeface="Palatino Linotype"/>
              </a:rPr>
              <a:t>files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983082" y="-1193"/>
            <a:ext cx="5156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>
                <a:solidFill>
                  <a:srgbClr val="FFFFFF"/>
                </a:solidFill>
                <a:latin typeface="Palatino Linotype"/>
                <a:cs typeface="Palatino Linotype"/>
                <a:hlinkClick r:id="rId2" action="ppaction://hlinksldjump"/>
              </a:rPr>
              <a:t>Contact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03227" y="-1193"/>
            <a:ext cx="52133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  <a:hlinkClick r:id="rId3" action="ppaction://hlinksldjump"/>
              </a:rPr>
              <a:t>Content</a:t>
            </a:r>
            <a:endParaRPr sz="10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35073" y="673328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/>
              <a:t>Contact</a:t>
            </a:r>
            <a:endParaRPr sz="3000"/>
          </a:p>
        </p:txBody>
      </p:sp>
      <p:sp>
        <p:nvSpPr>
          <p:cNvPr id="5" name="object 5" descr=""/>
          <p:cNvSpPr txBox="1"/>
          <p:nvPr/>
        </p:nvSpPr>
        <p:spPr>
          <a:xfrm>
            <a:off x="8084070" y="1066901"/>
            <a:ext cx="4585335" cy="5358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007F2D"/>
                </a:solidFill>
                <a:latin typeface="Bookman Old Style"/>
                <a:cs typeface="Bookman Old Style"/>
              </a:rPr>
              <a:t>information</a:t>
            </a:r>
            <a:endParaRPr sz="3000">
              <a:latin typeface="Bookman Old Style"/>
              <a:cs typeface="Bookman Old Style"/>
            </a:endParaRPr>
          </a:p>
          <a:p>
            <a:pPr marL="63500">
              <a:lnSpc>
                <a:spcPct val="100000"/>
              </a:lnSpc>
              <a:spcBef>
                <a:spcPts val="2315"/>
              </a:spcBef>
            </a:pPr>
            <a:r>
              <a:rPr dirty="0" sz="3000" spc="220">
                <a:solidFill>
                  <a:srgbClr val="007F2D"/>
                </a:solidFill>
                <a:latin typeface="Palatino Linotype"/>
                <a:cs typeface="Palatino Linotype"/>
              </a:rPr>
              <a:t>Ramses</a:t>
            </a:r>
            <a:r>
              <a:rPr dirty="0" sz="3000" spc="-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3000" spc="170">
                <a:solidFill>
                  <a:srgbClr val="007F2D"/>
                </a:solidFill>
                <a:latin typeface="Palatino Linotype"/>
                <a:cs typeface="Palatino Linotype"/>
              </a:rPr>
              <a:t>Dingenouts</a:t>
            </a:r>
            <a:endParaRPr sz="3000">
              <a:latin typeface="Palatino Linotype"/>
              <a:cs typeface="Palatino Linotype"/>
            </a:endParaRPr>
          </a:p>
          <a:p>
            <a:pPr marL="81280" marR="364490" indent="-635">
              <a:lnSpc>
                <a:spcPct val="115700"/>
              </a:lnSpc>
              <a:spcBef>
                <a:spcPts val="330"/>
              </a:spcBef>
            </a:pPr>
            <a:r>
              <a:rPr dirty="0" sz="900" spc="60">
                <a:solidFill>
                  <a:srgbClr val="007F2D"/>
                </a:solidFill>
                <a:latin typeface="Palatino Linotype"/>
                <a:cs typeface="Palatino Linotype"/>
              </a:rPr>
              <a:t>Senior</a:t>
            </a:r>
            <a:r>
              <a:rPr dirty="0" sz="900" spc="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30">
                <a:solidFill>
                  <a:srgbClr val="007F2D"/>
                </a:solidFill>
                <a:latin typeface="Palatino Linotype"/>
                <a:cs typeface="Palatino Linotype"/>
              </a:rPr>
              <a:t>Packaging</a:t>
            </a:r>
            <a:r>
              <a:rPr dirty="0" sz="900" spc="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30">
                <a:solidFill>
                  <a:srgbClr val="007F2D"/>
                </a:solidFill>
                <a:latin typeface="Palatino Linotype"/>
                <a:cs typeface="Palatino Linotype"/>
              </a:rPr>
              <a:t>&amp;</a:t>
            </a:r>
            <a:r>
              <a:rPr dirty="0" sz="900" spc="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30">
                <a:solidFill>
                  <a:srgbClr val="007F2D"/>
                </a:solidFill>
                <a:latin typeface="Palatino Linotype"/>
                <a:cs typeface="Palatino Linotype"/>
              </a:rPr>
              <a:t>Identity</a:t>
            </a:r>
            <a:r>
              <a:rPr dirty="0" sz="900" spc="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30">
                <a:solidFill>
                  <a:srgbClr val="007F2D"/>
                </a:solidFill>
                <a:latin typeface="Palatino Linotype"/>
                <a:cs typeface="Palatino Linotype"/>
              </a:rPr>
              <a:t>Design</a:t>
            </a:r>
            <a:r>
              <a:rPr dirty="0" sz="900" spc="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50">
                <a:solidFill>
                  <a:srgbClr val="007F2D"/>
                </a:solidFill>
                <a:latin typeface="Palatino Linotype"/>
                <a:cs typeface="Palatino Linotype"/>
              </a:rPr>
              <a:t>Manager</a:t>
            </a:r>
            <a:r>
              <a:rPr dirty="0" sz="900" spc="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30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25925" sz="1125" spc="44">
                <a:solidFill>
                  <a:srgbClr val="007F2D"/>
                </a:solidFill>
                <a:latin typeface="Palatino Linotype"/>
                <a:cs typeface="Palatino Linotype"/>
              </a:rPr>
              <a:t>®</a:t>
            </a:r>
            <a:r>
              <a:rPr dirty="0" baseline="25925" sz="1125" spc="67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20">
                <a:solidFill>
                  <a:srgbClr val="007F2D"/>
                </a:solidFill>
                <a:latin typeface="Palatino Linotype"/>
                <a:cs typeface="Palatino Linotype"/>
              </a:rPr>
              <a:t>Global</a:t>
            </a:r>
            <a:r>
              <a:rPr dirty="0" sz="900" spc="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40">
                <a:solidFill>
                  <a:srgbClr val="007F2D"/>
                </a:solidFill>
                <a:latin typeface="Palatino Linotype"/>
                <a:cs typeface="Palatino Linotype"/>
              </a:rPr>
              <a:t>Commerce </a:t>
            </a:r>
            <a:r>
              <a:rPr dirty="0" u="sng" sz="900" spc="4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4"/>
              </a:rPr>
              <a:t>ramses.dingenouts@heineken.com</a:t>
            </a: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00">
              <a:latin typeface="Palatino Linotype"/>
              <a:cs typeface="Palatino Linotype"/>
            </a:endParaRPr>
          </a:p>
          <a:p>
            <a:pPr marL="63500">
              <a:lnSpc>
                <a:spcPct val="100000"/>
              </a:lnSpc>
            </a:pPr>
            <a:r>
              <a:rPr dirty="0" sz="3000" spc="135">
                <a:solidFill>
                  <a:srgbClr val="007F2D"/>
                </a:solidFill>
                <a:latin typeface="Palatino Linotype"/>
                <a:cs typeface="Palatino Linotype"/>
              </a:rPr>
              <a:t>Paul</a:t>
            </a:r>
            <a:r>
              <a:rPr dirty="0" sz="3000" spc="-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3000" spc="130">
                <a:solidFill>
                  <a:srgbClr val="007F2D"/>
                </a:solidFill>
                <a:latin typeface="Palatino Linotype"/>
                <a:cs typeface="Palatino Linotype"/>
              </a:rPr>
              <a:t>Mak</a:t>
            </a:r>
            <a:endParaRPr sz="3000">
              <a:latin typeface="Palatino Linotype"/>
              <a:cs typeface="Palatino Linotype"/>
            </a:endParaRPr>
          </a:p>
          <a:p>
            <a:pPr marL="81280" marR="1479550" indent="-635">
              <a:lnSpc>
                <a:spcPct val="111100"/>
              </a:lnSpc>
              <a:spcBef>
                <a:spcPts val="380"/>
              </a:spcBef>
            </a:pPr>
            <a:r>
              <a:rPr dirty="0" sz="900" spc="20">
                <a:solidFill>
                  <a:srgbClr val="007F2D"/>
                </a:solidFill>
                <a:latin typeface="Palatino Linotype"/>
                <a:cs typeface="Palatino Linotype"/>
              </a:rPr>
              <a:t>Graphic</a:t>
            </a:r>
            <a:r>
              <a:rPr dirty="0" sz="900" spc="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20">
                <a:solidFill>
                  <a:srgbClr val="007F2D"/>
                </a:solidFill>
                <a:latin typeface="Palatino Linotype"/>
                <a:cs typeface="Palatino Linotype"/>
              </a:rPr>
              <a:t>Quality</a:t>
            </a:r>
            <a:r>
              <a:rPr dirty="0" sz="900" spc="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50">
                <a:solidFill>
                  <a:srgbClr val="007F2D"/>
                </a:solidFill>
                <a:latin typeface="Palatino Linotype"/>
                <a:cs typeface="Palatino Linotype"/>
              </a:rPr>
              <a:t>Manager</a:t>
            </a:r>
            <a:r>
              <a:rPr dirty="0" sz="900" spc="1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20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25925" sz="1125" spc="30">
                <a:solidFill>
                  <a:srgbClr val="007F2D"/>
                </a:solidFill>
                <a:latin typeface="Palatino Linotype"/>
                <a:cs typeface="Palatino Linotype"/>
              </a:rPr>
              <a:t>®</a:t>
            </a:r>
            <a:r>
              <a:rPr dirty="0" baseline="25925" sz="1125" spc="-7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20">
                <a:solidFill>
                  <a:srgbClr val="007F2D"/>
                </a:solidFill>
                <a:latin typeface="Palatino Linotype"/>
                <a:cs typeface="Palatino Linotype"/>
              </a:rPr>
              <a:t>Global</a:t>
            </a:r>
            <a:r>
              <a:rPr dirty="0" sz="900" spc="1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40">
                <a:solidFill>
                  <a:srgbClr val="007F2D"/>
                </a:solidFill>
                <a:latin typeface="Palatino Linotype"/>
                <a:cs typeface="Palatino Linotype"/>
              </a:rPr>
              <a:t>Commerce </a:t>
            </a:r>
            <a:r>
              <a:rPr dirty="0" u="sng" sz="900" spc="35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5"/>
              </a:rPr>
              <a:t>paul.mak@heineken.com</a:t>
            </a: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Palatino Linotype"/>
              <a:cs typeface="Palatino Linotype"/>
            </a:endParaRPr>
          </a:p>
          <a:p>
            <a:pPr marL="81280">
              <a:lnSpc>
                <a:spcPct val="100000"/>
              </a:lnSpc>
            </a:pPr>
            <a:r>
              <a:rPr dirty="0" sz="3000" spc="100">
                <a:solidFill>
                  <a:srgbClr val="007F2D"/>
                </a:solidFill>
                <a:latin typeface="Palatino Linotype"/>
                <a:cs typeface="Palatino Linotype"/>
              </a:rPr>
              <a:t>Claudia</a:t>
            </a:r>
            <a:r>
              <a:rPr dirty="0" sz="3000" spc="-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3000" spc="25">
                <a:solidFill>
                  <a:srgbClr val="007F2D"/>
                </a:solidFill>
                <a:latin typeface="Palatino Linotype"/>
                <a:cs typeface="Palatino Linotype"/>
              </a:rPr>
              <a:t>Vos</a:t>
            </a:r>
            <a:endParaRPr sz="3000">
              <a:latin typeface="Palatino Linotype"/>
              <a:cs typeface="Palatino Linotype"/>
            </a:endParaRPr>
          </a:p>
          <a:p>
            <a:pPr marL="81280" marR="1346835" indent="-635">
              <a:lnSpc>
                <a:spcPct val="111100"/>
              </a:lnSpc>
              <a:spcBef>
                <a:spcPts val="380"/>
              </a:spcBef>
            </a:pPr>
            <a:r>
              <a:rPr dirty="0" sz="900" spc="30">
                <a:solidFill>
                  <a:srgbClr val="007F2D"/>
                </a:solidFill>
                <a:latin typeface="Palatino Linotype"/>
                <a:cs typeface="Palatino Linotype"/>
              </a:rPr>
              <a:t>Packaging Design</a:t>
            </a:r>
            <a:r>
              <a:rPr dirty="0" sz="9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50">
                <a:solidFill>
                  <a:srgbClr val="007F2D"/>
                </a:solidFill>
                <a:latin typeface="Palatino Linotype"/>
                <a:cs typeface="Palatino Linotype"/>
              </a:rPr>
              <a:t>Manager</a:t>
            </a:r>
            <a:r>
              <a:rPr dirty="0" sz="9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20">
                <a:solidFill>
                  <a:srgbClr val="007F2D"/>
                </a:solidFill>
                <a:latin typeface="Palatino Linotype"/>
                <a:cs typeface="Palatino Linotype"/>
              </a:rPr>
              <a:t>Heineken</a:t>
            </a:r>
            <a:r>
              <a:rPr dirty="0" baseline="25925" sz="1125" spc="30">
                <a:solidFill>
                  <a:srgbClr val="007F2D"/>
                </a:solidFill>
                <a:latin typeface="Palatino Linotype"/>
                <a:cs typeface="Palatino Linotype"/>
              </a:rPr>
              <a:t>®</a:t>
            </a:r>
            <a:r>
              <a:rPr dirty="0" baseline="25925" sz="1125" spc="44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20">
                <a:solidFill>
                  <a:srgbClr val="007F2D"/>
                </a:solidFill>
                <a:latin typeface="Palatino Linotype"/>
                <a:cs typeface="Palatino Linotype"/>
              </a:rPr>
              <a:t>Global</a:t>
            </a:r>
            <a:r>
              <a:rPr dirty="0" sz="900" spc="3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900" spc="40">
                <a:solidFill>
                  <a:srgbClr val="007F2D"/>
                </a:solidFill>
                <a:latin typeface="Palatino Linotype"/>
                <a:cs typeface="Palatino Linotype"/>
              </a:rPr>
              <a:t>Commerce </a:t>
            </a:r>
            <a:r>
              <a:rPr dirty="0" u="sng" sz="900" spc="-1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6"/>
              </a:rPr>
              <a:t>claudia.vos@heineken.com</a:t>
            </a: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900">
              <a:latin typeface="Palatino Linotype"/>
              <a:cs typeface="Palatino Linotype"/>
            </a:endParaRPr>
          </a:p>
          <a:p>
            <a:pPr marL="63500" marR="43180">
              <a:lnSpc>
                <a:spcPts val="3000"/>
              </a:lnSpc>
            </a:pPr>
            <a:r>
              <a:rPr dirty="0" sz="2800" spc="229">
                <a:solidFill>
                  <a:srgbClr val="007F2D"/>
                </a:solidFill>
                <a:latin typeface="Palatino Linotype"/>
                <a:cs typeface="Palatino Linotype"/>
              </a:rPr>
              <a:t>In</a:t>
            </a:r>
            <a:r>
              <a:rPr dirty="0" sz="2800" spc="-3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2800" spc="250">
                <a:solidFill>
                  <a:srgbClr val="007F2D"/>
                </a:solidFill>
                <a:latin typeface="Palatino Linotype"/>
                <a:cs typeface="Palatino Linotype"/>
              </a:rPr>
              <a:t>market</a:t>
            </a:r>
            <a:r>
              <a:rPr dirty="0" sz="2800" spc="-2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2800" spc="160">
                <a:solidFill>
                  <a:srgbClr val="007F2D"/>
                </a:solidFill>
                <a:latin typeface="Palatino Linotype"/>
                <a:cs typeface="Palatino Linotype"/>
              </a:rPr>
              <a:t>design </a:t>
            </a:r>
            <a:r>
              <a:rPr dirty="0" sz="2800" spc="165">
                <a:solidFill>
                  <a:srgbClr val="007F2D"/>
                </a:solidFill>
                <a:latin typeface="Palatino Linotype"/>
                <a:cs typeface="Palatino Linotype"/>
              </a:rPr>
              <a:t>development</a:t>
            </a:r>
            <a:r>
              <a:rPr dirty="0" sz="2800" spc="1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2800">
                <a:solidFill>
                  <a:srgbClr val="007F2D"/>
                </a:solidFill>
                <a:latin typeface="Palatino Linotype"/>
                <a:cs typeface="Palatino Linotype"/>
              </a:rPr>
              <a:t>&amp;</a:t>
            </a:r>
            <a:r>
              <a:rPr dirty="0" sz="2800" spc="15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2800" spc="140">
                <a:solidFill>
                  <a:srgbClr val="007F2D"/>
                </a:solidFill>
                <a:latin typeface="Palatino Linotype"/>
                <a:cs typeface="Palatino Linotype"/>
              </a:rPr>
              <a:t>approval:</a:t>
            </a:r>
            <a:endParaRPr sz="2800">
              <a:latin typeface="Palatino Linotype"/>
              <a:cs typeface="Palatino Linotype"/>
            </a:endParaRPr>
          </a:p>
          <a:p>
            <a:pPr marL="63500">
              <a:lnSpc>
                <a:spcPts val="2490"/>
              </a:lnSpc>
            </a:pPr>
            <a:r>
              <a:rPr dirty="0" sz="2300" spc="140">
                <a:solidFill>
                  <a:srgbClr val="007F2D"/>
                </a:solidFill>
                <a:latin typeface="Palatino Linotype"/>
                <a:cs typeface="Palatino Linotype"/>
              </a:rPr>
              <a:t>The</a:t>
            </a:r>
            <a:r>
              <a:rPr dirty="0" sz="2300" spc="-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2300" spc="114">
                <a:solidFill>
                  <a:srgbClr val="007F2D"/>
                </a:solidFill>
                <a:latin typeface="Palatino Linotype"/>
                <a:cs typeface="Palatino Linotype"/>
              </a:rPr>
              <a:t>Asset</a:t>
            </a:r>
            <a:r>
              <a:rPr dirty="0" sz="2300" spc="-2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sz="2300" spc="100">
                <a:solidFill>
                  <a:srgbClr val="007F2D"/>
                </a:solidFill>
                <a:latin typeface="Palatino Linotype"/>
                <a:cs typeface="Palatino Linotype"/>
              </a:rPr>
              <a:t>Factory</a:t>
            </a:r>
            <a:endParaRPr sz="2300">
              <a:latin typeface="Palatino Linotype"/>
              <a:cs typeface="Palatino Linotype"/>
            </a:endParaRPr>
          </a:p>
          <a:p>
            <a:pPr marL="81280">
              <a:lnSpc>
                <a:spcPct val="100000"/>
              </a:lnSpc>
              <a:spcBef>
                <a:spcPts val="40"/>
              </a:spcBef>
            </a:pPr>
            <a:r>
              <a:rPr dirty="0" u="sng" sz="900" spc="4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7"/>
              </a:rPr>
              <a:t>assetfactory@itg.co.uk</a:t>
            </a:r>
            <a:endParaRPr sz="900">
              <a:latin typeface="Palatino Linotype"/>
              <a:cs typeface="Palatino Linotype"/>
            </a:endParaRPr>
          </a:p>
          <a:p>
            <a:pPr marL="81280" marR="3186430">
              <a:lnSpc>
                <a:spcPct val="129700"/>
              </a:lnSpc>
            </a:pPr>
            <a:r>
              <a:rPr dirty="0" u="sng" sz="900" spc="-1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8"/>
              </a:rPr>
              <a:t>aishamasood@itg.co.uk</a:t>
            </a:r>
            <a:r>
              <a:rPr dirty="0" sz="900" spc="500">
                <a:solidFill>
                  <a:srgbClr val="007F2D"/>
                </a:solidFill>
                <a:latin typeface="Palatino Linotype"/>
                <a:cs typeface="Palatino Linotype"/>
              </a:rPr>
              <a:t> </a:t>
            </a:r>
            <a:r>
              <a:rPr dirty="0" u="sng" sz="900" spc="-10">
                <a:solidFill>
                  <a:srgbClr val="007F2D"/>
                </a:solidFill>
                <a:uFill>
                  <a:solidFill>
                    <a:srgbClr val="007F2D"/>
                  </a:solidFill>
                </a:uFill>
                <a:latin typeface="Palatino Linotype"/>
                <a:cs typeface="Palatino Linotype"/>
                <a:hlinkClick r:id="rId9"/>
              </a:rPr>
              <a:t>kimwade@itg.co.uk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171993" y="1552448"/>
            <a:ext cx="5507990" cy="12700"/>
          </a:xfrm>
          <a:custGeom>
            <a:avLst/>
            <a:gdLst/>
            <a:ahLst/>
            <a:cxnLst/>
            <a:rect l="l" t="t" r="r" b="b"/>
            <a:pathLst>
              <a:path w="5507990" h="12700">
                <a:moveTo>
                  <a:pt x="5507939" y="0"/>
                </a:moveTo>
                <a:lnTo>
                  <a:pt x="0" y="0"/>
                </a:lnTo>
                <a:lnTo>
                  <a:pt x="0" y="12700"/>
                </a:lnTo>
                <a:lnTo>
                  <a:pt x="5507939" y="12700"/>
                </a:lnTo>
                <a:lnTo>
                  <a:pt x="55079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 spc="25"/>
              <a:t>29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2025-09-14T14:43:24Z</dcterms:created>
  <dcterms:modified xsi:type="dcterms:W3CDTF">2025-09-14T14:43:24Z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2019-08-05T00:00:00Z</vt:filetime>
  </property>
  <property fmtid="{D5CDD505-2E9C-101B-9397-08002B2CF9AE}" pid="3" name="Creator">
    <vt:lpwstr>Adobe InDesign 14.0 (Macintosh)</vt:lpwstr>
  </property>
  <property fmtid="{D5CDD505-2E9C-101B-9397-08002B2CF9AE}" pid="4" name="LastSaved">
    <vt:filetime>2025-09-14T00:00:00Z</vt:filetime>
  </property>
  <property fmtid="{D5CDD505-2E9C-101B-9397-08002B2CF9AE}" pid="5" name="Producer">
    <vt:lpwstr>3-Heights(TM) PDF Security Shell 4.8.25.2 (http://www.pdf-tools.com)</vt:lpwstr>
  </property>
</Properties>
</file>