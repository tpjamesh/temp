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492101" y="0"/>
            <a:ext cx="17120235" cy="9811385"/>
          </a:xfrm>
          <a:custGeom>
            <a:avLst/>
            <a:gdLst/>
            <a:ahLst/>
            <a:cxnLst/>
            <a:rect l="l" t="t" r="r" b="b"/>
            <a:pathLst>
              <a:path w="17120235" h="9811385">
                <a:moveTo>
                  <a:pt x="0" y="0"/>
                </a:moveTo>
                <a:lnTo>
                  <a:pt x="17119897" y="0"/>
                </a:lnTo>
                <a:lnTo>
                  <a:pt x="17119897" y="9811219"/>
                </a:lnTo>
                <a:lnTo>
                  <a:pt x="0" y="981121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052050" y="1465"/>
            <a:ext cx="10052050" cy="5654675"/>
          </a:xfrm>
          <a:custGeom>
            <a:avLst/>
            <a:gdLst/>
            <a:ahLst/>
            <a:cxnLst/>
            <a:rect l="l" t="t" r="r" b="b"/>
            <a:pathLst>
              <a:path w="10052050" h="5654675">
                <a:moveTo>
                  <a:pt x="0" y="0"/>
                </a:moveTo>
                <a:lnTo>
                  <a:pt x="10052049" y="0"/>
                </a:lnTo>
                <a:lnTo>
                  <a:pt x="10052049" y="5654288"/>
                </a:lnTo>
                <a:lnTo>
                  <a:pt x="0" y="56542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5654278"/>
            <a:ext cx="20104100" cy="0"/>
          </a:xfrm>
          <a:custGeom>
            <a:avLst/>
            <a:gdLst/>
            <a:ahLst/>
            <a:cxnLst/>
            <a:rect l="l" t="t" r="r" b="b"/>
            <a:pathLst>
              <a:path w="20104100" h="0">
                <a:moveTo>
                  <a:pt x="0" y="0"/>
                </a:moveTo>
                <a:lnTo>
                  <a:pt x="20104099" y="0"/>
                </a:lnTo>
              </a:path>
            </a:pathLst>
          </a:custGeom>
          <a:ln w="785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0052489" y="10470"/>
            <a:ext cx="0" cy="11298555"/>
          </a:xfrm>
          <a:custGeom>
            <a:avLst/>
            <a:gdLst/>
            <a:ahLst/>
            <a:cxnLst/>
            <a:rect l="l" t="t" r="r" b="b"/>
            <a:pathLst>
              <a:path w="0" h="11298555">
                <a:moveTo>
                  <a:pt x="0" y="11298085"/>
                </a:moveTo>
                <a:lnTo>
                  <a:pt x="0" y="0"/>
                </a:lnTo>
              </a:path>
            </a:pathLst>
          </a:custGeom>
          <a:ln w="785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0732" y="322368"/>
            <a:ext cx="3629025" cy="829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0732" y="1772585"/>
            <a:ext cx="8921115" cy="54946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86185" y="270013"/>
            <a:ext cx="9312910" cy="4538980"/>
          </a:xfrm>
          <a:prstGeom prst="rect"/>
        </p:spPr>
        <p:txBody>
          <a:bodyPr wrap="square" lIns="0" tIns="398780" rIns="0" bIns="0" rtlCol="0" vert="horz">
            <a:spAutoFit/>
          </a:bodyPr>
          <a:lstStyle/>
          <a:p>
            <a:pPr marL="12700" marR="5080">
              <a:lnSpc>
                <a:spcPct val="79600"/>
              </a:lnSpc>
              <a:spcBef>
                <a:spcPts val="3140"/>
              </a:spcBef>
            </a:pPr>
            <a:r>
              <a:rPr dirty="0" sz="12350" spc="345">
                <a:solidFill>
                  <a:srgbClr val="FFFFFF"/>
                </a:solidFill>
              </a:rPr>
              <a:t>Brand</a:t>
            </a:r>
            <a:r>
              <a:rPr dirty="0" sz="12350" spc="-305">
                <a:solidFill>
                  <a:srgbClr val="FFFFFF"/>
                </a:solidFill>
              </a:rPr>
              <a:t> </a:t>
            </a:r>
            <a:r>
              <a:rPr dirty="0" sz="12350" spc="535">
                <a:solidFill>
                  <a:srgbClr val="FFFFFF"/>
                </a:solidFill>
              </a:rPr>
              <a:t>system </a:t>
            </a:r>
            <a:r>
              <a:rPr dirty="0" sz="12350" spc="530">
                <a:solidFill>
                  <a:srgbClr val="FFFFFF"/>
                </a:solidFill>
              </a:rPr>
              <a:t>quick</a:t>
            </a:r>
            <a:r>
              <a:rPr dirty="0" sz="12350" spc="-305">
                <a:solidFill>
                  <a:srgbClr val="FFFFFF"/>
                </a:solidFill>
              </a:rPr>
              <a:t> </a:t>
            </a:r>
            <a:r>
              <a:rPr dirty="0" sz="12350" spc="765">
                <a:solidFill>
                  <a:srgbClr val="FFFFFF"/>
                </a:solidFill>
              </a:rPr>
              <a:t>guide</a:t>
            </a:r>
            <a:endParaRPr sz="12350"/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dirty="0" sz="6150" spc="-10">
                <a:solidFill>
                  <a:srgbClr val="FFFFFF"/>
                </a:solidFill>
                <a:latin typeface="Trebuchet MS"/>
                <a:cs typeface="Trebuchet MS"/>
              </a:rPr>
              <a:t>October</a:t>
            </a:r>
            <a:r>
              <a:rPr dirty="0" sz="6150" spc="-57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150" spc="-20">
                <a:solidFill>
                  <a:srgbClr val="FFFFFF"/>
                </a:solidFill>
                <a:latin typeface="Trebuchet MS"/>
                <a:cs typeface="Trebuchet MS"/>
              </a:rPr>
              <a:t>2018</a:t>
            </a:r>
            <a:endParaRPr sz="6150">
              <a:latin typeface="Trebuchet MS"/>
              <a:cs typeface="Trebuchet MS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2219827" y="8345296"/>
            <a:ext cx="579755" cy="743585"/>
          </a:xfrm>
          <a:custGeom>
            <a:avLst/>
            <a:gdLst/>
            <a:ahLst/>
            <a:cxnLst/>
            <a:rect l="l" t="t" r="r" b="b"/>
            <a:pathLst>
              <a:path w="579755" h="743584">
                <a:moveTo>
                  <a:pt x="579532" y="0"/>
                </a:moveTo>
                <a:lnTo>
                  <a:pt x="469682" y="0"/>
                </a:lnTo>
                <a:lnTo>
                  <a:pt x="469682" y="451075"/>
                </a:lnTo>
                <a:lnTo>
                  <a:pt x="463400" y="505705"/>
                </a:lnTo>
                <a:lnTo>
                  <a:pt x="445583" y="552939"/>
                </a:lnTo>
                <a:lnTo>
                  <a:pt x="417770" y="591645"/>
                </a:lnTo>
                <a:lnTo>
                  <a:pt x="381501" y="620693"/>
                </a:lnTo>
                <a:lnTo>
                  <a:pt x="338318" y="638951"/>
                </a:lnTo>
                <a:lnTo>
                  <a:pt x="289760" y="645289"/>
                </a:lnTo>
                <a:lnTo>
                  <a:pt x="240839" y="639096"/>
                </a:lnTo>
                <a:lnTo>
                  <a:pt x="197554" y="621156"/>
                </a:lnTo>
                <a:lnTo>
                  <a:pt x="161358" y="592426"/>
                </a:lnTo>
                <a:lnTo>
                  <a:pt x="133705" y="553865"/>
                </a:lnTo>
                <a:lnTo>
                  <a:pt x="116048" y="506428"/>
                </a:lnTo>
                <a:lnTo>
                  <a:pt x="109839" y="451075"/>
                </a:lnTo>
                <a:lnTo>
                  <a:pt x="109839" y="0"/>
                </a:lnTo>
                <a:lnTo>
                  <a:pt x="0" y="0"/>
                </a:lnTo>
                <a:lnTo>
                  <a:pt x="0" y="457336"/>
                </a:lnTo>
                <a:lnTo>
                  <a:pt x="3525" y="507213"/>
                </a:lnTo>
                <a:lnTo>
                  <a:pt x="13765" y="553249"/>
                </a:lnTo>
                <a:lnTo>
                  <a:pt x="30219" y="595112"/>
                </a:lnTo>
                <a:lnTo>
                  <a:pt x="52385" y="632471"/>
                </a:lnTo>
                <a:lnTo>
                  <a:pt x="79760" y="664992"/>
                </a:lnTo>
                <a:lnTo>
                  <a:pt x="111843" y="692345"/>
                </a:lnTo>
                <a:lnTo>
                  <a:pt x="148133" y="714198"/>
                </a:lnTo>
                <a:lnTo>
                  <a:pt x="188126" y="730218"/>
                </a:lnTo>
                <a:lnTo>
                  <a:pt x="231321" y="740073"/>
                </a:lnTo>
                <a:lnTo>
                  <a:pt x="277216" y="743432"/>
                </a:lnTo>
                <a:lnTo>
                  <a:pt x="332755" y="738065"/>
                </a:lnTo>
                <a:lnTo>
                  <a:pt x="384174" y="722420"/>
                </a:lnTo>
                <a:lnTo>
                  <a:pt x="430491" y="697182"/>
                </a:lnTo>
                <a:lnTo>
                  <a:pt x="470729" y="663037"/>
                </a:lnTo>
                <a:lnTo>
                  <a:pt x="470729" y="730899"/>
                </a:lnTo>
                <a:lnTo>
                  <a:pt x="579532" y="730899"/>
                </a:lnTo>
                <a:lnTo>
                  <a:pt x="57953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2880931" y="8345303"/>
            <a:ext cx="1158240" cy="743585"/>
          </a:xfrm>
          <a:custGeom>
            <a:avLst/>
            <a:gdLst/>
            <a:ahLst/>
            <a:cxnLst/>
            <a:rect l="l" t="t" r="r" b="b"/>
            <a:pathLst>
              <a:path w="1158239" h="743584">
                <a:moveTo>
                  <a:pt x="575348" y="465696"/>
                </a:moveTo>
                <a:lnTo>
                  <a:pt x="571728" y="420331"/>
                </a:lnTo>
                <a:lnTo>
                  <a:pt x="561251" y="377355"/>
                </a:lnTo>
                <a:lnTo>
                  <a:pt x="544449" y="337324"/>
                </a:lnTo>
                <a:lnTo>
                  <a:pt x="521855" y="300799"/>
                </a:lnTo>
                <a:lnTo>
                  <a:pt x="494004" y="268338"/>
                </a:lnTo>
                <a:lnTo>
                  <a:pt x="491566" y="266255"/>
                </a:lnTo>
                <a:lnTo>
                  <a:pt x="470725" y="248450"/>
                </a:lnTo>
                <a:lnTo>
                  <a:pt x="470725" y="465696"/>
                </a:lnTo>
                <a:lnTo>
                  <a:pt x="464146" y="514908"/>
                </a:lnTo>
                <a:lnTo>
                  <a:pt x="445592" y="559079"/>
                </a:lnTo>
                <a:lnTo>
                  <a:pt x="416864" y="596468"/>
                </a:lnTo>
                <a:lnTo>
                  <a:pt x="379768" y="625322"/>
                </a:lnTo>
                <a:lnTo>
                  <a:pt x="336105" y="643915"/>
                </a:lnTo>
                <a:lnTo>
                  <a:pt x="287680" y="650506"/>
                </a:lnTo>
                <a:lnTo>
                  <a:pt x="238442" y="643915"/>
                </a:lnTo>
                <a:lnTo>
                  <a:pt x="194373" y="625322"/>
                </a:lnTo>
                <a:lnTo>
                  <a:pt x="157175" y="596468"/>
                </a:lnTo>
                <a:lnTo>
                  <a:pt x="128511" y="559079"/>
                </a:lnTo>
                <a:lnTo>
                  <a:pt x="110083" y="514908"/>
                </a:lnTo>
                <a:lnTo>
                  <a:pt x="103568" y="465696"/>
                </a:lnTo>
                <a:lnTo>
                  <a:pt x="110159" y="416102"/>
                </a:lnTo>
                <a:lnTo>
                  <a:pt x="128752" y="371830"/>
                </a:lnTo>
                <a:lnTo>
                  <a:pt x="157568" y="334518"/>
                </a:lnTo>
                <a:lnTo>
                  <a:pt x="194843" y="305816"/>
                </a:lnTo>
                <a:lnTo>
                  <a:pt x="238798" y="287388"/>
                </a:lnTo>
                <a:lnTo>
                  <a:pt x="287680" y="280885"/>
                </a:lnTo>
                <a:lnTo>
                  <a:pt x="336105" y="287388"/>
                </a:lnTo>
                <a:lnTo>
                  <a:pt x="379768" y="305816"/>
                </a:lnTo>
                <a:lnTo>
                  <a:pt x="416864" y="334518"/>
                </a:lnTo>
                <a:lnTo>
                  <a:pt x="445592" y="371830"/>
                </a:lnTo>
                <a:lnTo>
                  <a:pt x="464146" y="416102"/>
                </a:lnTo>
                <a:lnTo>
                  <a:pt x="470725" y="465696"/>
                </a:lnTo>
                <a:lnTo>
                  <a:pt x="470725" y="248450"/>
                </a:lnTo>
                <a:lnTo>
                  <a:pt x="424751" y="217906"/>
                </a:lnTo>
                <a:lnTo>
                  <a:pt x="384403" y="201053"/>
                </a:lnTo>
                <a:lnTo>
                  <a:pt x="340969" y="190525"/>
                </a:lnTo>
                <a:lnTo>
                  <a:pt x="294995" y="186893"/>
                </a:lnTo>
                <a:lnTo>
                  <a:pt x="240842" y="192392"/>
                </a:lnTo>
                <a:lnTo>
                  <a:pt x="190525" y="208178"/>
                </a:lnTo>
                <a:lnTo>
                  <a:pt x="145097" y="233146"/>
                </a:lnTo>
                <a:lnTo>
                  <a:pt x="105664" y="266255"/>
                </a:lnTo>
                <a:lnTo>
                  <a:pt x="105664" y="0"/>
                </a:lnTo>
                <a:lnTo>
                  <a:pt x="0" y="0"/>
                </a:lnTo>
                <a:lnTo>
                  <a:pt x="0" y="730897"/>
                </a:lnTo>
                <a:lnTo>
                  <a:pt x="104609" y="730897"/>
                </a:lnTo>
                <a:lnTo>
                  <a:pt x="104609" y="664070"/>
                </a:lnTo>
                <a:lnTo>
                  <a:pt x="144221" y="697179"/>
                </a:lnTo>
                <a:lnTo>
                  <a:pt x="189992" y="722160"/>
                </a:lnTo>
                <a:lnTo>
                  <a:pt x="240677" y="737933"/>
                </a:lnTo>
                <a:lnTo>
                  <a:pt x="294995" y="743432"/>
                </a:lnTo>
                <a:lnTo>
                  <a:pt x="340969" y="739800"/>
                </a:lnTo>
                <a:lnTo>
                  <a:pt x="384403" y="729284"/>
                </a:lnTo>
                <a:lnTo>
                  <a:pt x="424751" y="712444"/>
                </a:lnTo>
                <a:lnTo>
                  <a:pt x="461467" y="689864"/>
                </a:lnTo>
                <a:lnTo>
                  <a:pt x="491718" y="664070"/>
                </a:lnTo>
                <a:lnTo>
                  <a:pt x="521855" y="629754"/>
                </a:lnTo>
                <a:lnTo>
                  <a:pt x="544449" y="593369"/>
                </a:lnTo>
                <a:lnTo>
                  <a:pt x="561251" y="553516"/>
                </a:lnTo>
                <a:lnTo>
                  <a:pt x="571728" y="510768"/>
                </a:lnTo>
                <a:lnTo>
                  <a:pt x="575348" y="465696"/>
                </a:lnTo>
                <a:close/>
              </a:path>
              <a:path w="1158239" h="743584">
                <a:moveTo>
                  <a:pt x="1157998" y="464642"/>
                </a:moveTo>
                <a:lnTo>
                  <a:pt x="1154087" y="415582"/>
                </a:lnTo>
                <a:lnTo>
                  <a:pt x="1153909" y="413346"/>
                </a:lnTo>
                <a:lnTo>
                  <a:pt x="1142047" y="365721"/>
                </a:lnTo>
                <a:lnTo>
                  <a:pt x="1123010" y="322364"/>
                </a:lnTo>
                <a:lnTo>
                  <a:pt x="1097381" y="283946"/>
                </a:lnTo>
                <a:lnTo>
                  <a:pt x="1065771" y="251079"/>
                </a:lnTo>
                <a:lnTo>
                  <a:pt x="1051306" y="240665"/>
                </a:lnTo>
                <a:lnTo>
                  <a:pt x="1051306" y="415582"/>
                </a:lnTo>
                <a:lnTo>
                  <a:pt x="725982" y="415582"/>
                </a:lnTo>
                <a:lnTo>
                  <a:pt x="742645" y="370179"/>
                </a:lnTo>
                <a:lnTo>
                  <a:pt x="768959" y="332600"/>
                </a:lnTo>
                <a:lnTo>
                  <a:pt x="803249" y="304152"/>
                </a:lnTo>
                <a:lnTo>
                  <a:pt x="843864" y="286118"/>
                </a:lnTo>
                <a:lnTo>
                  <a:pt x="889152" y="279819"/>
                </a:lnTo>
                <a:lnTo>
                  <a:pt x="934440" y="286118"/>
                </a:lnTo>
                <a:lnTo>
                  <a:pt x="975004" y="304152"/>
                </a:lnTo>
                <a:lnTo>
                  <a:pt x="1009142" y="332600"/>
                </a:lnTo>
                <a:lnTo>
                  <a:pt x="1035138" y="370179"/>
                </a:lnTo>
                <a:lnTo>
                  <a:pt x="1051306" y="415582"/>
                </a:lnTo>
                <a:lnTo>
                  <a:pt x="1051306" y="240665"/>
                </a:lnTo>
                <a:lnTo>
                  <a:pt x="1028750" y="224421"/>
                </a:lnTo>
                <a:lnTo>
                  <a:pt x="986929" y="204584"/>
                </a:lnTo>
                <a:lnTo>
                  <a:pt x="940904" y="192214"/>
                </a:lnTo>
                <a:lnTo>
                  <a:pt x="891247" y="187947"/>
                </a:lnTo>
                <a:lnTo>
                  <a:pt x="840803" y="192493"/>
                </a:lnTo>
                <a:lnTo>
                  <a:pt x="793800" y="205549"/>
                </a:lnTo>
                <a:lnTo>
                  <a:pt x="750925" y="226275"/>
                </a:lnTo>
                <a:lnTo>
                  <a:pt x="712825" y="253834"/>
                </a:lnTo>
                <a:lnTo>
                  <a:pt x="680161" y="287388"/>
                </a:lnTo>
                <a:lnTo>
                  <a:pt x="653592" y="326085"/>
                </a:lnTo>
                <a:lnTo>
                  <a:pt x="633806" y="369087"/>
                </a:lnTo>
                <a:lnTo>
                  <a:pt x="621436" y="415582"/>
                </a:lnTo>
                <a:lnTo>
                  <a:pt x="617181" y="464642"/>
                </a:lnTo>
                <a:lnTo>
                  <a:pt x="620788" y="510984"/>
                </a:lnTo>
                <a:lnTo>
                  <a:pt x="631291" y="554482"/>
                </a:lnTo>
                <a:lnTo>
                  <a:pt x="648157" y="594626"/>
                </a:lnTo>
                <a:lnTo>
                  <a:pt x="670864" y="630974"/>
                </a:lnTo>
                <a:lnTo>
                  <a:pt x="698906" y="663028"/>
                </a:lnTo>
                <a:lnTo>
                  <a:pt x="731735" y="690333"/>
                </a:lnTo>
                <a:lnTo>
                  <a:pt x="768858" y="712393"/>
                </a:lnTo>
                <a:lnTo>
                  <a:pt x="809726" y="728738"/>
                </a:lnTo>
                <a:lnTo>
                  <a:pt x="853846" y="738898"/>
                </a:lnTo>
                <a:lnTo>
                  <a:pt x="900671" y="742378"/>
                </a:lnTo>
                <a:lnTo>
                  <a:pt x="956843" y="737362"/>
                </a:lnTo>
                <a:lnTo>
                  <a:pt x="1008341" y="722769"/>
                </a:lnTo>
                <a:lnTo>
                  <a:pt x="1054773" y="699312"/>
                </a:lnTo>
                <a:lnTo>
                  <a:pt x="1095730" y="667677"/>
                </a:lnTo>
                <a:lnTo>
                  <a:pt x="1111135" y="650506"/>
                </a:lnTo>
                <a:lnTo>
                  <a:pt x="1130820" y="628573"/>
                </a:lnTo>
                <a:lnTo>
                  <a:pt x="1054442" y="572185"/>
                </a:lnTo>
                <a:lnTo>
                  <a:pt x="1022324" y="606894"/>
                </a:lnTo>
                <a:lnTo>
                  <a:pt x="985799" y="631317"/>
                </a:lnTo>
                <a:lnTo>
                  <a:pt x="945146" y="645756"/>
                </a:lnTo>
                <a:lnTo>
                  <a:pt x="900671" y="650506"/>
                </a:lnTo>
                <a:lnTo>
                  <a:pt x="849147" y="643077"/>
                </a:lnTo>
                <a:lnTo>
                  <a:pt x="803795" y="622173"/>
                </a:lnTo>
                <a:lnTo>
                  <a:pt x="766521" y="589826"/>
                </a:lnTo>
                <a:lnTo>
                  <a:pt x="739254" y="548119"/>
                </a:lnTo>
                <a:lnTo>
                  <a:pt x="723887" y="499110"/>
                </a:lnTo>
                <a:lnTo>
                  <a:pt x="1157998" y="499110"/>
                </a:lnTo>
                <a:lnTo>
                  <a:pt x="1157998" y="46464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4097519" y="8539509"/>
            <a:ext cx="269240" cy="537210"/>
          </a:xfrm>
          <a:custGeom>
            <a:avLst/>
            <a:gdLst/>
            <a:ahLst/>
            <a:cxnLst/>
            <a:rect l="l" t="t" r="r" b="b"/>
            <a:pathLst>
              <a:path w="269239" h="537209">
                <a:moveTo>
                  <a:pt x="268839" y="0"/>
                </a:moveTo>
                <a:lnTo>
                  <a:pt x="232223" y="0"/>
                </a:lnTo>
                <a:lnTo>
                  <a:pt x="191250" y="4909"/>
                </a:lnTo>
                <a:lnTo>
                  <a:pt x="156257" y="18922"/>
                </a:lnTo>
                <a:lnTo>
                  <a:pt x="127342" y="40962"/>
                </a:lnTo>
                <a:lnTo>
                  <a:pt x="104604" y="69955"/>
                </a:lnTo>
                <a:lnTo>
                  <a:pt x="104604" y="4177"/>
                </a:lnTo>
                <a:lnTo>
                  <a:pt x="0" y="4177"/>
                </a:lnTo>
                <a:lnTo>
                  <a:pt x="0" y="536685"/>
                </a:lnTo>
                <a:lnTo>
                  <a:pt x="105651" y="536685"/>
                </a:lnTo>
                <a:lnTo>
                  <a:pt x="105651" y="233888"/>
                </a:lnTo>
                <a:lnTo>
                  <a:pt x="114575" y="177879"/>
                </a:lnTo>
                <a:lnTo>
                  <a:pt x="139385" y="135087"/>
                </a:lnTo>
                <a:lnTo>
                  <a:pt x="177142" y="107762"/>
                </a:lnTo>
                <a:lnTo>
                  <a:pt x="224904" y="98154"/>
                </a:lnTo>
                <a:lnTo>
                  <a:pt x="268839" y="98154"/>
                </a:lnTo>
                <a:lnTo>
                  <a:pt x="2688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24970" y="2096136"/>
            <a:ext cx="8075295" cy="3262629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12700" marR="223520">
              <a:lnSpc>
                <a:spcPts val="4200"/>
              </a:lnSpc>
              <a:spcBef>
                <a:spcPts val="665"/>
              </a:spcBef>
            </a:pPr>
            <a:r>
              <a:rPr dirty="0" sz="3900" spc="-130">
                <a:latin typeface="Tahoma"/>
                <a:cs typeface="Tahoma"/>
              </a:rPr>
              <a:t>This</a:t>
            </a:r>
            <a:r>
              <a:rPr dirty="0" sz="3900" spc="-420">
                <a:latin typeface="Tahoma"/>
                <a:cs typeface="Tahoma"/>
              </a:rPr>
              <a:t> </a:t>
            </a:r>
            <a:r>
              <a:rPr dirty="0" sz="3900" spc="60">
                <a:latin typeface="Tahoma"/>
                <a:cs typeface="Tahoma"/>
              </a:rPr>
              <a:t>document</a:t>
            </a:r>
            <a:r>
              <a:rPr dirty="0" sz="3900" spc="-415">
                <a:latin typeface="Tahoma"/>
                <a:cs typeface="Tahoma"/>
              </a:rPr>
              <a:t> </a:t>
            </a:r>
            <a:r>
              <a:rPr dirty="0" sz="3900" spc="-150">
                <a:latin typeface="Tahoma"/>
                <a:cs typeface="Tahoma"/>
              </a:rPr>
              <a:t>is</a:t>
            </a:r>
            <a:r>
              <a:rPr dirty="0" sz="3900" spc="-415">
                <a:latin typeface="Tahoma"/>
                <a:cs typeface="Tahoma"/>
              </a:rPr>
              <a:t> </a:t>
            </a:r>
            <a:r>
              <a:rPr dirty="0" sz="3900" spc="75">
                <a:latin typeface="Tahoma"/>
                <a:cs typeface="Tahoma"/>
              </a:rPr>
              <a:t>designed</a:t>
            </a:r>
            <a:r>
              <a:rPr dirty="0" sz="3900" spc="-415">
                <a:latin typeface="Tahoma"/>
                <a:cs typeface="Tahoma"/>
              </a:rPr>
              <a:t> </a:t>
            </a:r>
            <a:r>
              <a:rPr dirty="0" sz="3900" spc="-70">
                <a:latin typeface="Tahoma"/>
                <a:cs typeface="Tahoma"/>
              </a:rPr>
              <a:t>for</a:t>
            </a:r>
            <a:r>
              <a:rPr dirty="0" sz="3900" spc="-415">
                <a:latin typeface="Tahoma"/>
                <a:cs typeface="Tahoma"/>
              </a:rPr>
              <a:t> </a:t>
            </a:r>
            <a:r>
              <a:rPr dirty="0" sz="3900" spc="-10">
                <a:latin typeface="Tahoma"/>
                <a:cs typeface="Tahoma"/>
              </a:rPr>
              <a:t>Uber’s </a:t>
            </a:r>
            <a:r>
              <a:rPr dirty="0" sz="3900" spc="-60">
                <a:latin typeface="Tahoma"/>
                <a:cs typeface="Tahoma"/>
              </a:rPr>
              <a:t>partner</a:t>
            </a:r>
            <a:r>
              <a:rPr dirty="0" sz="3900" spc="-370">
                <a:latin typeface="Tahoma"/>
                <a:cs typeface="Tahoma"/>
              </a:rPr>
              <a:t> </a:t>
            </a:r>
            <a:r>
              <a:rPr dirty="0" sz="3900">
                <a:latin typeface="Tahoma"/>
                <a:cs typeface="Tahoma"/>
              </a:rPr>
              <a:t>and</a:t>
            </a:r>
            <a:r>
              <a:rPr dirty="0" sz="3900" spc="-370">
                <a:latin typeface="Tahoma"/>
                <a:cs typeface="Tahoma"/>
              </a:rPr>
              <a:t> </a:t>
            </a:r>
            <a:r>
              <a:rPr dirty="0" sz="3900">
                <a:latin typeface="Tahoma"/>
                <a:cs typeface="Tahoma"/>
              </a:rPr>
              <a:t>sponsor</a:t>
            </a:r>
            <a:r>
              <a:rPr dirty="0" sz="3900" spc="-370">
                <a:latin typeface="Tahoma"/>
                <a:cs typeface="Tahoma"/>
              </a:rPr>
              <a:t> </a:t>
            </a:r>
            <a:r>
              <a:rPr dirty="0" sz="3900" spc="-10">
                <a:latin typeface="Tahoma"/>
                <a:cs typeface="Tahoma"/>
              </a:rPr>
              <a:t>ecosystem.</a:t>
            </a:r>
            <a:endParaRPr sz="3900">
              <a:latin typeface="Tahoma"/>
              <a:cs typeface="Tahoma"/>
            </a:endParaRPr>
          </a:p>
          <a:p>
            <a:pPr marL="12700">
              <a:lnSpc>
                <a:spcPts val="3790"/>
              </a:lnSpc>
            </a:pPr>
            <a:r>
              <a:rPr dirty="0" sz="3900">
                <a:latin typeface="Tahoma"/>
                <a:cs typeface="Tahoma"/>
              </a:rPr>
              <a:t>When</a:t>
            </a:r>
            <a:r>
              <a:rPr dirty="0" sz="3900" spc="-360">
                <a:latin typeface="Tahoma"/>
                <a:cs typeface="Tahoma"/>
              </a:rPr>
              <a:t> </a:t>
            </a:r>
            <a:r>
              <a:rPr dirty="0" sz="3900" spc="-25">
                <a:latin typeface="Tahoma"/>
                <a:cs typeface="Tahoma"/>
              </a:rPr>
              <a:t>communicating</a:t>
            </a:r>
            <a:r>
              <a:rPr dirty="0" sz="3900" spc="-360">
                <a:latin typeface="Tahoma"/>
                <a:cs typeface="Tahoma"/>
              </a:rPr>
              <a:t> </a:t>
            </a:r>
            <a:r>
              <a:rPr dirty="0" sz="3900" spc="-90">
                <a:latin typeface="Tahoma"/>
                <a:cs typeface="Tahoma"/>
              </a:rPr>
              <a:t>together,</a:t>
            </a:r>
            <a:r>
              <a:rPr dirty="0" sz="3900" spc="-360">
                <a:latin typeface="Tahoma"/>
                <a:cs typeface="Tahoma"/>
              </a:rPr>
              <a:t> </a:t>
            </a:r>
            <a:r>
              <a:rPr dirty="0" sz="3900" spc="-25">
                <a:latin typeface="Tahoma"/>
                <a:cs typeface="Tahoma"/>
              </a:rPr>
              <a:t>in</a:t>
            </a:r>
            <a:endParaRPr sz="3900">
              <a:latin typeface="Tahoma"/>
              <a:cs typeface="Tahoma"/>
            </a:endParaRPr>
          </a:p>
          <a:p>
            <a:pPr marL="12700" marR="5080">
              <a:lnSpc>
                <a:spcPct val="89000"/>
              </a:lnSpc>
              <a:spcBef>
                <a:spcPts val="235"/>
              </a:spcBef>
            </a:pPr>
            <a:r>
              <a:rPr dirty="0" sz="3900" spc="-125">
                <a:latin typeface="Tahoma"/>
                <a:cs typeface="Tahoma"/>
              </a:rPr>
              <a:t>various</a:t>
            </a:r>
            <a:r>
              <a:rPr dirty="0" sz="3900" spc="-360">
                <a:latin typeface="Tahoma"/>
                <a:cs typeface="Tahoma"/>
              </a:rPr>
              <a:t> </a:t>
            </a:r>
            <a:r>
              <a:rPr dirty="0" sz="3900" spc="-55">
                <a:latin typeface="Tahoma"/>
                <a:cs typeface="Tahoma"/>
              </a:rPr>
              <a:t>partnership</a:t>
            </a:r>
            <a:r>
              <a:rPr dirty="0" sz="3900" spc="-355">
                <a:latin typeface="Tahoma"/>
                <a:cs typeface="Tahoma"/>
              </a:rPr>
              <a:t> </a:t>
            </a:r>
            <a:r>
              <a:rPr dirty="0" sz="3900" spc="-110">
                <a:latin typeface="Tahoma"/>
                <a:cs typeface="Tahoma"/>
              </a:rPr>
              <a:t>environments,</a:t>
            </a:r>
            <a:r>
              <a:rPr dirty="0" sz="3900" spc="-355">
                <a:latin typeface="Tahoma"/>
                <a:cs typeface="Tahoma"/>
              </a:rPr>
              <a:t> </a:t>
            </a:r>
            <a:r>
              <a:rPr dirty="0" sz="3900" spc="-25">
                <a:latin typeface="Tahoma"/>
                <a:cs typeface="Tahoma"/>
              </a:rPr>
              <a:t>we </a:t>
            </a:r>
            <a:r>
              <a:rPr dirty="0" sz="3900" spc="-145">
                <a:latin typeface="Tahoma"/>
                <a:cs typeface="Tahoma"/>
              </a:rPr>
              <a:t>want</a:t>
            </a:r>
            <a:r>
              <a:rPr dirty="0" sz="3900" spc="-395">
                <a:latin typeface="Tahoma"/>
                <a:cs typeface="Tahoma"/>
              </a:rPr>
              <a:t> </a:t>
            </a:r>
            <a:r>
              <a:rPr dirty="0" sz="3900">
                <a:latin typeface="Tahoma"/>
                <a:cs typeface="Tahoma"/>
              </a:rPr>
              <a:t>to</a:t>
            </a:r>
            <a:r>
              <a:rPr dirty="0" sz="3900" spc="-395">
                <a:latin typeface="Tahoma"/>
                <a:cs typeface="Tahoma"/>
              </a:rPr>
              <a:t> </a:t>
            </a:r>
            <a:r>
              <a:rPr dirty="0" sz="3900" spc="-50">
                <a:latin typeface="Tahoma"/>
                <a:cs typeface="Tahoma"/>
              </a:rPr>
              <a:t>safeguard</a:t>
            </a:r>
            <a:r>
              <a:rPr dirty="0" sz="3900" spc="-390">
                <a:latin typeface="Tahoma"/>
                <a:cs typeface="Tahoma"/>
              </a:rPr>
              <a:t> </a:t>
            </a:r>
            <a:r>
              <a:rPr dirty="0" sz="3900" spc="-65">
                <a:latin typeface="Tahoma"/>
                <a:cs typeface="Tahoma"/>
              </a:rPr>
              <a:t>our</a:t>
            </a:r>
            <a:r>
              <a:rPr dirty="0" sz="3900" spc="-395">
                <a:latin typeface="Tahoma"/>
                <a:cs typeface="Tahoma"/>
              </a:rPr>
              <a:t> </a:t>
            </a:r>
            <a:r>
              <a:rPr dirty="0" sz="3900" spc="-30">
                <a:latin typeface="Tahoma"/>
                <a:cs typeface="Tahoma"/>
              </a:rPr>
              <a:t>brand</a:t>
            </a:r>
            <a:r>
              <a:rPr dirty="0" sz="3900" spc="-390">
                <a:latin typeface="Tahoma"/>
                <a:cs typeface="Tahoma"/>
              </a:rPr>
              <a:t> </a:t>
            </a:r>
            <a:r>
              <a:rPr dirty="0" sz="3900">
                <a:latin typeface="Tahoma"/>
                <a:cs typeface="Tahoma"/>
              </a:rPr>
              <a:t>and</a:t>
            </a:r>
            <a:r>
              <a:rPr dirty="0" sz="3900" spc="-395">
                <a:latin typeface="Tahoma"/>
                <a:cs typeface="Tahoma"/>
              </a:rPr>
              <a:t> </a:t>
            </a:r>
            <a:r>
              <a:rPr dirty="0" sz="3900" spc="-100">
                <a:latin typeface="Tahoma"/>
                <a:cs typeface="Tahoma"/>
              </a:rPr>
              <a:t>assist </a:t>
            </a:r>
            <a:r>
              <a:rPr dirty="0" sz="3900" spc="-50">
                <a:latin typeface="Tahoma"/>
                <a:cs typeface="Tahoma"/>
              </a:rPr>
              <a:t>you</a:t>
            </a:r>
            <a:r>
              <a:rPr dirty="0" sz="3900" spc="-415">
                <a:latin typeface="Tahoma"/>
                <a:cs typeface="Tahoma"/>
              </a:rPr>
              <a:t> </a:t>
            </a:r>
            <a:r>
              <a:rPr dirty="0" sz="3900" spc="-380">
                <a:latin typeface="Tahoma"/>
                <a:cs typeface="Tahoma"/>
              </a:rPr>
              <a:t>in:</a:t>
            </a:r>
            <a:endParaRPr sz="39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24970" y="6786045"/>
            <a:ext cx="121920" cy="474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950" spc="-640">
                <a:latin typeface="Tahoma"/>
                <a:cs typeface="Tahoma"/>
              </a:rPr>
              <a:t>•</a:t>
            </a:r>
            <a:endParaRPr sz="295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24970" y="5457290"/>
            <a:ext cx="7765415" cy="2393315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494030" marR="5080" indent="-481965">
              <a:lnSpc>
                <a:spcPts val="4120"/>
              </a:lnSpc>
              <a:spcBef>
                <a:spcPts val="725"/>
              </a:spcBef>
              <a:buSzPct val="75641"/>
              <a:buChar char="•"/>
              <a:tabLst>
                <a:tab pos="494030" algn="l"/>
              </a:tabLst>
            </a:pPr>
            <a:r>
              <a:rPr dirty="0" sz="3900" spc="-105">
                <a:latin typeface="Tahoma"/>
                <a:cs typeface="Tahoma"/>
              </a:rPr>
              <a:t>featuring</a:t>
            </a:r>
            <a:r>
              <a:rPr dirty="0" sz="3900" spc="-385">
                <a:latin typeface="Tahoma"/>
                <a:cs typeface="Tahoma"/>
              </a:rPr>
              <a:t> </a:t>
            </a:r>
            <a:r>
              <a:rPr dirty="0" sz="3900">
                <a:latin typeface="Tahoma"/>
                <a:cs typeface="Tahoma"/>
              </a:rPr>
              <a:t>and</a:t>
            </a:r>
            <a:r>
              <a:rPr dirty="0" sz="3900" spc="-380">
                <a:latin typeface="Tahoma"/>
                <a:cs typeface="Tahoma"/>
              </a:rPr>
              <a:t> </a:t>
            </a:r>
            <a:r>
              <a:rPr dirty="0" sz="3900" spc="-40">
                <a:latin typeface="Tahoma"/>
                <a:cs typeface="Tahoma"/>
              </a:rPr>
              <a:t>referencing</a:t>
            </a:r>
            <a:r>
              <a:rPr dirty="0" sz="3900" spc="-380">
                <a:latin typeface="Tahoma"/>
                <a:cs typeface="Tahoma"/>
              </a:rPr>
              <a:t> </a:t>
            </a:r>
            <a:r>
              <a:rPr dirty="0" sz="3900" spc="-25">
                <a:latin typeface="Tahoma"/>
                <a:cs typeface="Tahoma"/>
              </a:rPr>
              <a:t>the</a:t>
            </a:r>
            <a:r>
              <a:rPr dirty="0" sz="3900" spc="-385">
                <a:latin typeface="Tahoma"/>
                <a:cs typeface="Tahoma"/>
              </a:rPr>
              <a:t> </a:t>
            </a:r>
            <a:r>
              <a:rPr dirty="0" sz="3900" spc="-20">
                <a:latin typeface="Tahoma"/>
                <a:cs typeface="Tahoma"/>
              </a:rPr>
              <a:t>Uber </a:t>
            </a:r>
            <a:r>
              <a:rPr dirty="0" sz="3900" spc="-30">
                <a:latin typeface="Tahoma"/>
                <a:cs typeface="Tahoma"/>
              </a:rPr>
              <a:t>brand</a:t>
            </a:r>
            <a:r>
              <a:rPr dirty="0" sz="3900" spc="-405">
                <a:latin typeface="Tahoma"/>
                <a:cs typeface="Tahoma"/>
              </a:rPr>
              <a:t> </a:t>
            </a:r>
            <a:r>
              <a:rPr dirty="0" sz="3900" spc="-35">
                <a:latin typeface="Tahoma"/>
                <a:cs typeface="Tahoma"/>
              </a:rPr>
              <a:t>effectively</a:t>
            </a:r>
            <a:r>
              <a:rPr dirty="0" sz="3900" spc="-400">
                <a:latin typeface="Tahoma"/>
                <a:cs typeface="Tahoma"/>
              </a:rPr>
              <a:t> </a:t>
            </a:r>
            <a:r>
              <a:rPr dirty="0" sz="3900">
                <a:latin typeface="Tahoma"/>
                <a:cs typeface="Tahoma"/>
              </a:rPr>
              <a:t>and</a:t>
            </a:r>
            <a:r>
              <a:rPr dirty="0" sz="3900" spc="-405">
                <a:latin typeface="Tahoma"/>
                <a:cs typeface="Tahoma"/>
              </a:rPr>
              <a:t> </a:t>
            </a:r>
            <a:r>
              <a:rPr dirty="0" sz="3900" spc="-10">
                <a:latin typeface="Tahoma"/>
                <a:cs typeface="Tahoma"/>
              </a:rPr>
              <a:t>correctly</a:t>
            </a:r>
            <a:endParaRPr sz="3900">
              <a:latin typeface="Tahoma"/>
              <a:cs typeface="Tahoma"/>
            </a:endParaRPr>
          </a:p>
          <a:p>
            <a:pPr marL="494030" marR="733425">
              <a:lnSpc>
                <a:spcPts val="4120"/>
              </a:lnSpc>
              <a:spcBef>
                <a:spcPts val="1575"/>
              </a:spcBef>
            </a:pPr>
            <a:r>
              <a:rPr dirty="0" sz="3900" spc="-30">
                <a:latin typeface="Tahoma"/>
                <a:cs typeface="Tahoma"/>
              </a:rPr>
              <a:t>providing</a:t>
            </a:r>
            <a:r>
              <a:rPr dirty="0" sz="3900" spc="-340">
                <a:latin typeface="Tahoma"/>
                <a:cs typeface="Tahoma"/>
              </a:rPr>
              <a:t> </a:t>
            </a:r>
            <a:r>
              <a:rPr dirty="0" sz="3900">
                <a:latin typeface="Tahoma"/>
                <a:cs typeface="Tahoma"/>
              </a:rPr>
              <a:t>access</a:t>
            </a:r>
            <a:r>
              <a:rPr dirty="0" sz="3900" spc="-340">
                <a:latin typeface="Tahoma"/>
                <a:cs typeface="Tahoma"/>
              </a:rPr>
              <a:t> </a:t>
            </a:r>
            <a:r>
              <a:rPr dirty="0" sz="3900">
                <a:latin typeface="Tahoma"/>
                <a:cs typeface="Tahoma"/>
              </a:rPr>
              <a:t>to</a:t>
            </a:r>
            <a:r>
              <a:rPr dirty="0" sz="3900" spc="-340">
                <a:latin typeface="Tahoma"/>
                <a:cs typeface="Tahoma"/>
              </a:rPr>
              <a:t> </a:t>
            </a:r>
            <a:r>
              <a:rPr dirty="0" sz="3900" spc="-25">
                <a:latin typeface="Tahoma"/>
                <a:cs typeface="Tahoma"/>
              </a:rPr>
              <a:t>the</a:t>
            </a:r>
            <a:r>
              <a:rPr dirty="0" sz="3900" spc="-335">
                <a:latin typeface="Tahoma"/>
                <a:cs typeface="Tahoma"/>
              </a:rPr>
              <a:t> </a:t>
            </a:r>
            <a:r>
              <a:rPr dirty="0" sz="3900" spc="-10">
                <a:latin typeface="Tahoma"/>
                <a:cs typeface="Tahoma"/>
              </a:rPr>
              <a:t>correct </a:t>
            </a:r>
            <a:r>
              <a:rPr dirty="0" sz="3900">
                <a:latin typeface="Tahoma"/>
                <a:cs typeface="Tahoma"/>
              </a:rPr>
              <a:t>Uber</a:t>
            </a:r>
            <a:r>
              <a:rPr dirty="0" sz="3900" spc="-380">
                <a:latin typeface="Tahoma"/>
                <a:cs typeface="Tahoma"/>
              </a:rPr>
              <a:t> </a:t>
            </a:r>
            <a:r>
              <a:rPr dirty="0" sz="3900" spc="-30">
                <a:latin typeface="Tahoma"/>
                <a:cs typeface="Tahoma"/>
              </a:rPr>
              <a:t>brand</a:t>
            </a:r>
            <a:r>
              <a:rPr dirty="0" sz="3900" spc="-380">
                <a:latin typeface="Tahoma"/>
                <a:cs typeface="Tahoma"/>
              </a:rPr>
              <a:t> </a:t>
            </a:r>
            <a:r>
              <a:rPr dirty="0" sz="3900" spc="-10">
                <a:latin typeface="Tahoma"/>
                <a:cs typeface="Tahoma"/>
              </a:rPr>
              <a:t>assets</a:t>
            </a:r>
            <a:endParaRPr sz="39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824970" y="7949361"/>
            <a:ext cx="7780020" cy="1147445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12700" marR="5080">
              <a:lnSpc>
                <a:spcPts val="4120"/>
              </a:lnSpc>
              <a:spcBef>
                <a:spcPts val="725"/>
              </a:spcBef>
            </a:pPr>
            <a:r>
              <a:rPr dirty="0" sz="3900" spc="-60">
                <a:latin typeface="Tahoma"/>
                <a:cs typeface="Tahoma"/>
              </a:rPr>
              <a:t>All</a:t>
            </a:r>
            <a:r>
              <a:rPr dirty="0" sz="3900" spc="-405">
                <a:latin typeface="Tahoma"/>
                <a:cs typeface="Tahoma"/>
              </a:rPr>
              <a:t> </a:t>
            </a:r>
            <a:r>
              <a:rPr dirty="0" sz="3900" spc="-60">
                <a:latin typeface="Tahoma"/>
                <a:cs typeface="Tahoma"/>
              </a:rPr>
              <a:t>partner</a:t>
            </a:r>
            <a:r>
              <a:rPr dirty="0" sz="3900" spc="-405">
                <a:latin typeface="Tahoma"/>
                <a:cs typeface="Tahoma"/>
              </a:rPr>
              <a:t> </a:t>
            </a:r>
            <a:r>
              <a:rPr dirty="0" sz="3900" spc="65">
                <a:latin typeface="Tahoma"/>
                <a:cs typeface="Tahoma"/>
              </a:rPr>
              <a:t>led</a:t>
            </a:r>
            <a:r>
              <a:rPr dirty="0" sz="3900" spc="-400">
                <a:latin typeface="Tahoma"/>
                <a:cs typeface="Tahoma"/>
              </a:rPr>
              <a:t> </a:t>
            </a:r>
            <a:r>
              <a:rPr dirty="0" sz="3900" spc="-70">
                <a:latin typeface="Tahoma"/>
                <a:cs typeface="Tahoma"/>
              </a:rPr>
              <a:t>creatives</a:t>
            </a:r>
            <a:r>
              <a:rPr dirty="0" sz="3900" spc="-405">
                <a:latin typeface="Tahoma"/>
                <a:cs typeface="Tahoma"/>
              </a:rPr>
              <a:t> </a:t>
            </a:r>
            <a:r>
              <a:rPr dirty="0" sz="3900" spc="-100">
                <a:latin typeface="Tahoma"/>
                <a:cs typeface="Tahoma"/>
              </a:rPr>
              <a:t>must</a:t>
            </a:r>
            <a:r>
              <a:rPr dirty="0" sz="3900" spc="-405">
                <a:latin typeface="Tahoma"/>
                <a:cs typeface="Tahoma"/>
              </a:rPr>
              <a:t> </a:t>
            </a:r>
            <a:r>
              <a:rPr dirty="0" sz="3900" spc="210">
                <a:latin typeface="Tahoma"/>
                <a:cs typeface="Tahoma"/>
              </a:rPr>
              <a:t>be</a:t>
            </a:r>
            <a:r>
              <a:rPr dirty="0" sz="3900" spc="-400">
                <a:latin typeface="Tahoma"/>
                <a:cs typeface="Tahoma"/>
              </a:rPr>
              <a:t> </a:t>
            </a:r>
            <a:r>
              <a:rPr dirty="0" sz="3900" spc="30">
                <a:latin typeface="Tahoma"/>
                <a:cs typeface="Tahoma"/>
              </a:rPr>
              <a:t>pre- </a:t>
            </a:r>
            <a:r>
              <a:rPr dirty="0" sz="3900">
                <a:latin typeface="Tahoma"/>
                <a:cs typeface="Tahoma"/>
              </a:rPr>
              <a:t>approved</a:t>
            </a:r>
            <a:r>
              <a:rPr dirty="0" sz="3900" spc="-325">
                <a:latin typeface="Tahoma"/>
                <a:cs typeface="Tahoma"/>
              </a:rPr>
              <a:t> </a:t>
            </a:r>
            <a:r>
              <a:rPr dirty="0" sz="3900">
                <a:latin typeface="Tahoma"/>
                <a:cs typeface="Tahoma"/>
              </a:rPr>
              <a:t>by</a:t>
            </a:r>
            <a:r>
              <a:rPr dirty="0" sz="3900" spc="-320">
                <a:latin typeface="Tahoma"/>
                <a:cs typeface="Tahoma"/>
              </a:rPr>
              <a:t> </a:t>
            </a:r>
            <a:r>
              <a:rPr dirty="0" sz="3900" spc="-25">
                <a:latin typeface="Tahoma"/>
                <a:cs typeface="Tahoma"/>
              </a:rPr>
              <a:t>the</a:t>
            </a:r>
            <a:r>
              <a:rPr dirty="0" sz="3900" spc="-320">
                <a:latin typeface="Tahoma"/>
                <a:cs typeface="Tahoma"/>
              </a:rPr>
              <a:t> </a:t>
            </a:r>
            <a:r>
              <a:rPr dirty="0" u="sng" sz="39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Uber</a:t>
            </a:r>
            <a:r>
              <a:rPr dirty="0" u="sng" sz="3900" spc="-32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3900" spc="-3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brand</a:t>
            </a:r>
            <a:r>
              <a:rPr dirty="0" u="sng" sz="3900" spc="-32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3900" spc="-1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team</a:t>
            </a:r>
            <a:r>
              <a:rPr dirty="0" sz="3900" spc="-10">
                <a:latin typeface="Tahoma"/>
                <a:cs typeface="Tahoma"/>
              </a:rPr>
              <a:t>.</a:t>
            </a:r>
            <a:endParaRPr sz="39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0018407" y="2100324"/>
            <a:ext cx="1539875" cy="51815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556895" algn="l"/>
              </a:tabLst>
            </a:pPr>
            <a:r>
              <a:rPr dirty="0" sz="3200" spc="-25" b="1">
                <a:latin typeface="Calibri"/>
                <a:cs typeface="Calibri"/>
              </a:rPr>
              <a:t>1.</a:t>
            </a:r>
            <a:r>
              <a:rPr dirty="0" sz="3200" b="1">
                <a:latin typeface="Calibri"/>
                <a:cs typeface="Calibri"/>
              </a:rPr>
              <a:t>	</a:t>
            </a:r>
            <a:r>
              <a:rPr dirty="0" sz="3200" spc="295" b="1">
                <a:latin typeface="Calibri"/>
                <a:cs typeface="Calibri"/>
              </a:rPr>
              <a:t>Logo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541952" y="2757896"/>
            <a:ext cx="104775" cy="99186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00" spc="-520">
                <a:latin typeface="Tahoma"/>
                <a:cs typeface="Tahoma"/>
              </a:rPr>
              <a:t>•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20"/>
              </a:spcBef>
            </a:pPr>
            <a:r>
              <a:rPr dirty="0" sz="2400" spc="-520">
                <a:latin typeface="Tahoma"/>
                <a:cs typeface="Tahoma"/>
              </a:rPr>
              <a:t>•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929375" y="2582404"/>
            <a:ext cx="5814060" cy="1219200"/>
          </a:xfrm>
          <a:prstGeom prst="rect">
            <a:avLst/>
          </a:prstGeom>
        </p:spPr>
        <p:txBody>
          <a:bodyPr wrap="square" lIns="0" tIns="1206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dirty="0" sz="3200" spc="90">
                <a:latin typeface="Tahoma"/>
                <a:cs typeface="Tahoma"/>
              </a:rPr>
              <a:t>Logo</a:t>
            </a:r>
            <a:r>
              <a:rPr dirty="0" sz="3200" spc="-34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and</a:t>
            </a:r>
            <a:r>
              <a:rPr dirty="0" sz="3200" spc="-340">
                <a:latin typeface="Tahoma"/>
                <a:cs typeface="Tahoma"/>
              </a:rPr>
              <a:t> </a:t>
            </a:r>
            <a:r>
              <a:rPr dirty="0" sz="3200" spc="-25">
                <a:latin typeface="Tahoma"/>
                <a:cs typeface="Tahoma"/>
              </a:rPr>
              <a:t>clear</a:t>
            </a:r>
            <a:r>
              <a:rPr dirty="0" sz="3200" spc="-340">
                <a:latin typeface="Tahoma"/>
                <a:cs typeface="Tahoma"/>
              </a:rPr>
              <a:t> </a:t>
            </a:r>
            <a:r>
              <a:rPr dirty="0" sz="3200" spc="50">
                <a:latin typeface="Tahoma"/>
                <a:cs typeface="Tahoma"/>
              </a:rPr>
              <a:t>space</a:t>
            </a:r>
            <a:endParaRPr sz="3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sz="3200">
                <a:latin typeface="Tahoma"/>
                <a:cs typeface="Tahoma"/>
              </a:rPr>
              <a:t>Lock-ups</a:t>
            </a:r>
            <a:r>
              <a:rPr dirty="0" sz="3200" spc="-280">
                <a:latin typeface="Tahoma"/>
                <a:cs typeface="Tahoma"/>
              </a:rPr>
              <a:t> </a:t>
            </a:r>
            <a:r>
              <a:rPr dirty="0" sz="3200" spc="125">
                <a:latin typeface="Tahoma"/>
                <a:cs typeface="Tahoma"/>
              </a:rPr>
              <a:t>-</a:t>
            </a:r>
            <a:r>
              <a:rPr dirty="0" sz="3200" spc="-280">
                <a:latin typeface="Tahoma"/>
                <a:cs typeface="Tahoma"/>
              </a:rPr>
              <a:t> </a:t>
            </a:r>
            <a:r>
              <a:rPr dirty="0" sz="3200" spc="-45">
                <a:latin typeface="Tahoma"/>
                <a:cs typeface="Tahoma"/>
              </a:rPr>
              <a:t>partnership</a:t>
            </a:r>
            <a:r>
              <a:rPr dirty="0" sz="3200" spc="-280">
                <a:latin typeface="Tahoma"/>
                <a:cs typeface="Tahoma"/>
              </a:rPr>
              <a:t> </a:t>
            </a:r>
            <a:r>
              <a:rPr dirty="0" sz="3200" spc="-135">
                <a:latin typeface="Tahoma"/>
                <a:cs typeface="Tahoma"/>
              </a:rPr>
              <a:t>&amp;</a:t>
            </a:r>
            <a:r>
              <a:rPr dirty="0" sz="3200" spc="-280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product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0018407" y="3869904"/>
            <a:ext cx="1608455" cy="51815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556895" algn="l"/>
              </a:tabLst>
            </a:pPr>
            <a:r>
              <a:rPr dirty="0" sz="3200" spc="-25" b="1">
                <a:latin typeface="Calibri"/>
                <a:cs typeface="Calibri"/>
              </a:rPr>
              <a:t>2.</a:t>
            </a:r>
            <a:r>
              <a:rPr dirty="0" sz="3200" b="1">
                <a:latin typeface="Calibri"/>
                <a:cs typeface="Calibri"/>
              </a:rPr>
              <a:t>	</a:t>
            </a:r>
            <a:r>
              <a:rPr dirty="0" sz="3200" spc="195" b="1">
                <a:latin typeface="Calibri"/>
                <a:cs typeface="Calibri"/>
              </a:rPr>
              <a:t>Color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0541952" y="4527475"/>
            <a:ext cx="104775" cy="99186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00" spc="-520">
                <a:latin typeface="Tahoma"/>
                <a:cs typeface="Tahoma"/>
              </a:rPr>
              <a:t>•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20"/>
              </a:spcBef>
            </a:pPr>
            <a:r>
              <a:rPr dirty="0" sz="2400" spc="-520">
                <a:latin typeface="Tahoma"/>
                <a:cs typeface="Tahoma"/>
              </a:rPr>
              <a:t>•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0929375" y="4372925"/>
            <a:ext cx="6610984" cy="1627505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dirty="0" sz="3200" spc="-114">
                <a:latin typeface="Tahoma"/>
                <a:cs typeface="Tahoma"/>
              </a:rPr>
              <a:t>Primary</a:t>
            </a:r>
            <a:r>
              <a:rPr dirty="0" sz="3200" spc="-355">
                <a:latin typeface="Tahoma"/>
                <a:cs typeface="Tahoma"/>
              </a:rPr>
              <a:t> </a:t>
            </a:r>
            <a:r>
              <a:rPr dirty="0" sz="3200" spc="-25">
                <a:latin typeface="Tahoma"/>
                <a:cs typeface="Tahoma"/>
              </a:rPr>
              <a:t>brand</a:t>
            </a:r>
            <a:r>
              <a:rPr dirty="0" sz="3200" spc="-350">
                <a:latin typeface="Tahoma"/>
                <a:cs typeface="Tahoma"/>
              </a:rPr>
              <a:t> </a:t>
            </a:r>
            <a:r>
              <a:rPr dirty="0" sz="3150">
                <a:latin typeface="Tahoma"/>
                <a:cs typeface="Tahoma"/>
              </a:rPr>
              <a:t>colours</a:t>
            </a:r>
            <a:r>
              <a:rPr dirty="0" sz="3150" spc="31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and</a:t>
            </a:r>
            <a:r>
              <a:rPr dirty="0" sz="3200" spc="-355">
                <a:latin typeface="Tahoma"/>
                <a:cs typeface="Tahoma"/>
              </a:rPr>
              <a:t> </a:t>
            </a:r>
            <a:r>
              <a:rPr dirty="0" sz="3200" spc="-65">
                <a:latin typeface="Tahoma"/>
                <a:cs typeface="Tahoma"/>
              </a:rPr>
              <a:t>Safety</a:t>
            </a:r>
            <a:r>
              <a:rPr dirty="0" sz="3200" spc="-350">
                <a:latin typeface="Tahoma"/>
                <a:cs typeface="Tahoma"/>
              </a:rPr>
              <a:t> </a:t>
            </a:r>
            <a:r>
              <a:rPr dirty="0" sz="3200" spc="-20">
                <a:latin typeface="Tahoma"/>
                <a:cs typeface="Tahoma"/>
              </a:rPr>
              <a:t>blue</a:t>
            </a:r>
            <a:endParaRPr sz="3200">
              <a:latin typeface="Tahoma"/>
              <a:cs typeface="Tahoma"/>
            </a:endParaRPr>
          </a:p>
          <a:p>
            <a:pPr marL="12700" marR="1296670">
              <a:lnSpc>
                <a:spcPts val="3379"/>
              </a:lnSpc>
              <a:spcBef>
                <a:spcPts val="1270"/>
              </a:spcBef>
            </a:pPr>
            <a:r>
              <a:rPr dirty="0" sz="3200">
                <a:latin typeface="Tahoma"/>
                <a:cs typeface="Tahoma"/>
              </a:rPr>
              <a:t>Secondary</a:t>
            </a:r>
            <a:r>
              <a:rPr dirty="0" sz="3200" spc="-30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colours</a:t>
            </a:r>
            <a:r>
              <a:rPr dirty="0" sz="3200" spc="39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and</a:t>
            </a:r>
            <a:r>
              <a:rPr dirty="0" sz="3200" spc="-300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Usage proportions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0018407" y="6079261"/>
            <a:ext cx="2873375" cy="51815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556895" algn="l"/>
              </a:tabLst>
            </a:pPr>
            <a:r>
              <a:rPr dirty="0" sz="3200" spc="-25" b="1">
                <a:latin typeface="Calibri"/>
                <a:cs typeface="Calibri"/>
              </a:rPr>
              <a:t>3.</a:t>
            </a:r>
            <a:r>
              <a:rPr dirty="0" sz="3200" b="1">
                <a:latin typeface="Calibri"/>
                <a:cs typeface="Calibri"/>
              </a:rPr>
              <a:t>	</a:t>
            </a:r>
            <a:r>
              <a:rPr dirty="0" sz="3200" spc="225" b="1">
                <a:latin typeface="Calibri"/>
                <a:cs typeface="Calibri"/>
              </a:rPr>
              <a:t>Typography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0541952" y="6519875"/>
            <a:ext cx="104775" cy="1795145"/>
          </a:xfrm>
          <a:prstGeom prst="rect">
            <a:avLst/>
          </a:prstGeom>
        </p:spPr>
        <p:txBody>
          <a:bodyPr wrap="square" lIns="0" tIns="2324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830"/>
              </a:spcBef>
            </a:pPr>
            <a:r>
              <a:rPr dirty="0" sz="2400" spc="-520">
                <a:latin typeface="Tahoma"/>
                <a:cs typeface="Tahoma"/>
              </a:rPr>
              <a:t>•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40"/>
              </a:spcBef>
            </a:pPr>
            <a:r>
              <a:rPr dirty="0" sz="2400" spc="-520">
                <a:latin typeface="Tahoma"/>
                <a:cs typeface="Tahoma"/>
              </a:rPr>
              <a:t>•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814"/>
              </a:spcBef>
            </a:pPr>
            <a:r>
              <a:rPr dirty="0" sz="2400" spc="-520">
                <a:latin typeface="Tahoma"/>
                <a:cs typeface="Tahoma"/>
              </a:rPr>
              <a:t>•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0929375" y="6571811"/>
            <a:ext cx="6472555" cy="17951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3606165">
              <a:lnSpc>
                <a:spcPct val="120200"/>
              </a:lnSpc>
              <a:spcBef>
                <a:spcPts val="95"/>
              </a:spcBef>
            </a:pPr>
            <a:r>
              <a:rPr dirty="0" sz="3200">
                <a:latin typeface="Tahoma"/>
                <a:cs typeface="Tahoma"/>
              </a:rPr>
              <a:t>Uber</a:t>
            </a:r>
            <a:r>
              <a:rPr dirty="0" sz="3200" spc="-290">
                <a:latin typeface="Tahoma"/>
                <a:cs typeface="Tahoma"/>
              </a:rPr>
              <a:t> </a:t>
            </a:r>
            <a:r>
              <a:rPr dirty="0" sz="3200" spc="35">
                <a:latin typeface="Tahoma"/>
                <a:cs typeface="Tahoma"/>
              </a:rPr>
              <a:t>Move </a:t>
            </a:r>
            <a:r>
              <a:rPr dirty="0" sz="3200" spc="-110">
                <a:latin typeface="Tahoma"/>
                <a:cs typeface="Tahoma"/>
              </a:rPr>
              <a:t>Pairings</a:t>
            </a:r>
            <a:r>
              <a:rPr dirty="0" sz="3200" spc="-320">
                <a:latin typeface="Tahoma"/>
                <a:cs typeface="Tahoma"/>
              </a:rPr>
              <a:t> </a:t>
            </a:r>
            <a:r>
              <a:rPr dirty="0" sz="3200" spc="125">
                <a:latin typeface="Tahoma"/>
                <a:cs typeface="Tahoma"/>
              </a:rPr>
              <a:t>-</a:t>
            </a:r>
            <a:r>
              <a:rPr dirty="0" sz="3200" spc="-315">
                <a:latin typeface="Tahoma"/>
                <a:cs typeface="Tahoma"/>
              </a:rPr>
              <a:t> </a:t>
            </a:r>
            <a:r>
              <a:rPr dirty="0" sz="3200" spc="-35">
                <a:latin typeface="Tahoma"/>
                <a:cs typeface="Tahoma"/>
              </a:rPr>
              <a:t>display</a:t>
            </a:r>
            <a:endParaRPr sz="3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sz="3200" spc="-100">
                <a:latin typeface="Tahoma"/>
                <a:cs typeface="Tahoma"/>
              </a:rPr>
              <a:t>Hierarchy</a:t>
            </a:r>
            <a:r>
              <a:rPr dirty="0" sz="3200" spc="-320">
                <a:latin typeface="Tahoma"/>
                <a:cs typeface="Tahoma"/>
              </a:rPr>
              <a:t> </a:t>
            </a:r>
            <a:r>
              <a:rPr dirty="0" sz="3200" spc="-30">
                <a:latin typeface="Tahoma"/>
                <a:cs typeface="Tahoma"/>
              </a:rPr>
              <a:t>examples</a:t>
            </a:r>
            <a:r>
              <a:rPr dirty="0" sz="3200" spc="-31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and</a:t>
            </a:r>
            <a:r>
              <a:rPr dirty="0" sz="3200" spc="-315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Call</a:t>
            </a:r>
            <a:r>
              <a:rPr dirty="0" sz="3200" spc="-320">
                <a:latin typeface="Tahoma"/>
                <a:cs typeface="Tahoma"/>
              </a:rPr>
              <a:t> </a:t>
            </a:r>
            <a:r>
              <a:rPr dirty="0" sz="3200">
                <a:latin typeface="Tahoma"/>
                <a:cs typeface="Tahoma"/>
              </a:rPr>
              <a:t>to</a:t>
            </a:r>
            <a:r>
              <a:rPr dirty="0" sz="3200" spc="-315">
                <a:latin typeface="Tahoma"/>
                <a:cs typeface="Tahoma"/>
              </a:rPr>
              <a:t> </a:t>
            </a:r>
            <a:r>
              <a:rPr dirty="0" sz="3200" spc="-10">
                <a:latin typeface="Tahoma"/>
                <a:cs typeface="Tahoma"/>
              </a:rPr>
              <a:t>action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0018407" y="8435209"/>
            <a:ext cx="1835150" cy="51815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556895" algn="l"/>
              </a:tabLst>
            </a:pPr>
            <a:r>
              <a:rPr dirty="0" sz="3200" spc="50" b="1">
                <a:latin typeface="Calibri"/>
                <a:cs typeface="Calibri"/>
              </a:rPr>
              <a:t>4.</a:t>
            </a:r>
            <a:r>
              <a:rPr dirty="0" sz="3200" b="1">
                <a:latin typeface="Calibri"/>
                <a:cs typeface="Calibri"/>
              </a:rPr>
              <a:t>	</a:t>
            </a:r>
            <a:r>
              <a:rPr dirty="0" sz="3200" spc="225" b="1">
                <a:latin typeface="Calibri"/>
                <a:cs typeface="Calibri"/>
              </a:rPr>
              <a:t>Assets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310"/>
              <a:t>Welcome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20105370" cy="11308715"/>
            <a:chOff x="0" y="0"/>
            <a:chExt cx="20105370" cy="11308715"/>
          </a:xfrm>
        </p:grpSpPr>
        <p:sp>
          <p:nvSpPr>
            <p:cNvPr id="3" name="object 3" descr=""/>
            <p:cNvSpPr/>
            <p:nvPr/>
          </p:nvSpPr>
          <p:spPr>
            <a:xfrm>
              <a:off x="10052050" y="0"/>
              <a:ext cx="5026025" cy="5654675"/>
            </a:xfrm>
            <a:custGeom>
              <a:avLst/>
              <a:gdLst/>
              <a:ahLst/>
              <a:cxnLst/>
              <a:rect l="l" t="t" r="r" b="b"/>
              <a:pathLst>
                <a:path w="5026025" h="5654675">
                  <a:moveTo>
                    <a:pt x="0" y="0"/>
                  </a:moveTo>
                  <a:lnTo>
                    <a:pt x="5026024" y="0"/>
                  </a:lnTo>
                  <a:lnTo>
                    <a:pt x="5026024" y="5654278"/>
                  </a:lnTo>
                  <a:lnTo>
                    <a:pt x="0" y="56542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12272" y="1193680"/>
              <a:ext cx="5957933" cy="3622926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606885" y="1183210"/>
              <a:ext cx="5497214" cy="3633397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0052050" y="5654278"/>
              <a:ext cx="10053320" cy="5654675"/>
            </a:xfrm>
            <a:custGeom>
              <a:avLst/>
              <a:gdLst/>
              <a:ahLst/>
              <a:cxnLst/>
              <a:rect l="l" t="t" r="r" b="b"/>
              <a:pathLst>
                <a:path w="10053319" h="5654675">
                  <a:moveTo>
                    <a:pt x="0" y="0"/>
                  </a:moveTo>
                  <a:lnTo>
                    <a:pt x="10053306" y="0"/>
                  </a:lnTo>
                  <a:lnTo>
                    <a:pt x="10053306" y="5654278"/>
                  </a:lnTo>
                  <a:lnTo>
                    <a:pt x="0" y="56542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6889538" y="7895047"/>
              <a:ext cx="1246505" cy="974090"/>
            </a:xfrm>
            <a:custGeom>
              <a:avLst/>
              <a:gdLst/>
              <a:ahLst/>
              <a:cxnLst/>
              <a:rect l="l" t="t" r="r" b="b"/>
              <a:pathLst>
                <a:path w="1246505" h="974090">
                  <a:moveTo>
                    <a:pt x="1224988" y="0"/>
                  </a:moveTo>
                  <a:lnTo>
                    <a:pt x="0" y="0"/>
                  </a:lnTo>
                  <a:lnTo>
                    <a:pt x="0" y="184559"/>
                  </a:lnTo>
                  <a:lnTo>
                    <a:pt x="755997" y="184559"/>
                  </a:lnTo>
                  <a:lnTo>
                    <a:pt x="807359" y="187758"/>
                  </a:lnTo>
                  <a:lnTo>
                    <a:pt x="855292" y="197074"/>
                  </a:lnTo>
                  <a:lnTo>
                    <a:pt x="899488" y="212088"/>
                  </a:lnTo>
                  <a:lnTo>
                    <a:pt x="939638" y="232379"/>
                  </a:lnTo>
                  <a:lnTo>
                    <a:pt x="975436" y="257527"/>
                  </a:lnTo>
                  <a:lnTo>
                    <a:pt x="1006571" y="287112"/>
                  </a:lnTo>
                  <a:lnTo>
                    <a:pt x="1032737" y="320715"/>
                  </a:lnTo>
                  <a:lnTo>
                    <a:pt x="1053625" y="357914"/>
                  </a:lnTo>
                  <a:lnTo>
                    <a:pt x="1068926" y="398291"/>
                  </a:lnTo>
                  <a:lnTo>
                    <a:pt x="1078333" y="441425"/>
                  </a:lnTo>
                  <a:lnTo>
                    <a:pt x="1081537" y="486896"/>
                  </a:lnTo>
                  <a:lnTo>
                    <a:pt x="1078413" y="532763"/>
                  </a:lnTo>
                  <a:lnTo>
                    <a:pt x="1069215" y="576143"/>
                  </a:lnTo>
                  <a:lnTo>
                    <a:pt x="1054203" y="616638"/>
                  </a:lnTo>
                  <a:lnTo>
                    <a:pt x="1033636" y="653854"/>
                  </a:lnTo>
                  <a:lnTo>
                    <a:pt x="1007775" y="687393"/>
                  </a:lnTo>
                  <a:lnTo>
                    <a:pt x="976880" y="716859"/>
                  </a:lnTo>
                  <a:lnTo>
                    <a:pt x="941211" y="741857"/>
                  </a:lnTo>
                  <a:lnTo>
                    <a:pt x="901028" y="761989"/>
                  </a:lnTo>
                  <a:lnTo>
                    <a:pt x="856592" y="776860"/>
                  </a:lnTo>
                  <a:lnTo>
                    <a:pt x="808161" y="786073"/>
                  </a:lnTo>
                  <a:lnTo>
                    <a:pt x="755997" y="789232"/>
                  </a:lnTo>
                  <a:lnTo>
                    <a:pt x="0" y="789232"/>
                  </a:lnTo>
                  <a:lnTo>
                    <a:pt x="0" y="973792"/>
                  </a:lnTo>
                  <a:lnTo>
                    <a:pt x="766573" y="973792"/>
                  </a:lnTo>
                  <a:lnTo>
                    <a:pt x="819531" y="971457"/>
                  </a:lnTo>
                  <a:lnTo>
                    <a:pt x="870058" y="964591"/>
                  </a:lnTo>
                  <a:lnTo>
                    <a:pt x="918019" y="953399"/>
                  </a:lnTo>
                  <a:lnTo>
                    <a:pt x="963277" y="938088"/>
                  </a:lnTo>
                  <a:lnTo>
                    <a:pt x="1005696" y="918862"/>
                  </a:lnTo>
                  <a:lnTo>
                    <a:pt x="1045140" y="895929"/>
                  </a:lnTo>
                  <a:lnTo>
                    <a:pt x="1081473" y="869494"/>
                  </a:lnTo>
                  <a:lnTo>
                    <a:pt x="1114560" y="839763"/>
                  </a:lnTo>
                  <a:lnTo>
                    <a:pt x="1144263" y="806943"/>
                  </a:lnTo>
                  <a:lnTo>
                    <a:pt x="1170448" y="771238"/>
                  </a:lnTo>
                  <a:lnTo>
                    <a:pt x="1192977" y="732856"/>
                  </a:lnTo>
                  <a:lnTo>
                    <a:pt x="1211715" y="692001"/>
                  </a:lnTo>
                  <a:lnTo>
                    <a:pt x="1226526" y="648881"/>
                  </a:lnTo>
                  <a:lnTo>
                    <a:pt x="1237273" y="603701"/>
                  </a:lnTo>
                  <a:lnTo>
                    <a:pt x="1243822" y="556666"/>
                  </a:lnTo>
                  <a:lnTo>
                    <a:pt x="1246035" y="507984"/>
                  </a:lnTo>
                  <a:lnTo>
                    <a:pt x="1243070" y="453906"/>
                  </a:lnTo>
                  <a:lnTo>
                    <a:pt x="1234320" y="401856"/>
                  </a:lnTo>
                  <a:lnTo>
                    <a:pt x="1219997" y="352142"/>
                  </a:lnTo>
                  <a:lnTo>
                    <a:pt x="1200317" y="305073"/>
                  </a:lnTo>
                  <a:lnTo>
                    <a:pt x="1175494" y="260956"/>
                  </a:lnTo>
                  <a:lnTo>
                    <a:pt x="1145741" y="220099"/>
                  </a:lnTo>
                  <a:lnTo>
                    <a:pt x="1111275" y="182811"/>
                  </a:lnTo>
                  <a:lnTo>
                    <a:pt x="1224988" y="182811"/>
                  </a:lnTo>
                  <a:lnTo>
                    <a:pt x="1224988" y="0"/>
                  </a:lnTo>
                  <a:close/>
                </a:path>
              </a:pathLst>
            </a:custGeom>
            <a:solidFill>
              <a:srgbClr val="FFFFFF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41275" y="7762675"/>
              <a:ext cx="3925367" cy="1501032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12031675" y="7895047"/>
              <a:ext cx="1252220" cy="972185"/>
            </a:xfrm>
            <a:custGeom>
              <a:avLst/>
              <a:gdLst/>
              <a:ahLst/>
              <a:cxnLst/>
              <a:rect l="l" t="t" r="r" b="b"/>
              <a:pathLst>
                <a:path w="1252219" h="972184">
                  <a:moveTo>
                    <a:pt x="1252213" y="0"/>
                  </a:moveTo>
                  <a:lnTo>
                    <a:pt x="20522" y="0"/>
                  </a:lnTo>
                  <a:lnTo>
                    <a:pt x="20522" y="182811"/>
                  </a:lnTo>
                  <a:lnTo>
                    <a:pt x="135283" y="182811"/>
                  </a:lnTo>
                  <a:lnTo>
                    <a:pt x="100522" y="220099"/>
                  </a:lnTo>
                  <a:lnTo>
                    <a:pt x="70515" y="260956"/>
                  </a:lnTo>
                  <a:lnTo>
                    <a:pt x="45480" y="305073"/>
                  </a:lnTo>
                  <a:lnTo>
                    <a:pt x="25631" y="352142"/>
                  </a:lnTo>
                  <a:lnTo>
                    <a:pt x="11187" y="401856"/>
                  </a:lnTo>
                  <a:lnTo>
                    <a:pt x="2361" y="453906"/>
                  </a:lnTo>
                  <a:lnTo>
                    <a:pt x="0" y="496621"/>
                  </a:lnTo>
                  <a:lnTo>
                    <a:pt x="0" y="521691"/>
                  </a:lnTo>
                  <a:lnTo>
                    <a:pt x="8205" y="603701"/>
                  </a:lnTo>
                  <a:lnTo>
                    <a:pt x="19042" y="648881"/>
                  </a:lnTo>
                  <a:lnTo>
                    <a:pt x="33976" y="692001"/>
                  </a:lnTo>
                  <a:lnTo>
                    <a:pt x="52870" y="732856"/>
                  </a:lnTo>
                  <a:lnTo>
                    <a:pt x="75588" y="771238"/>
                  </a:lnTo>
                  <a:lnTo>
                    <a:pt x="101992" y="806943"/>
                  </a:lnTo>
                  <a:lnTo>
                    <a:pt x="131946" y="839763"/>
                  </a:lnTo>
                  <a:lnTo>
                    <a:pt x="165312" y="869494"/>
                  </a:lnTo>
                  <a:lnTo>
                    <a:pt x="201953" y="895929"/>
                  </a:lnTo>
                  <a:lnTo>
                    <a:pt x="241733" y="918862"/>
                  </a:lnTo>
                  <a:lnTo>
                    <a:pt x="284515" y="938088"/>
                  </a:lnTo>
                  <a:lnTo>
                    <a:pt x="330161" y="953399"/>
                  </a:lnTo>
                  <a:lnTo>
                    <a:pt x="378534" y="964591"/>
                  </a:lnTo>
                  <a:lnTo>
                    <a:pt x="429499" y="971457"/>
                  </a:lnTo>
                  <a:lnTo>
                    <a:pt x="438831" y="971865"/>
                  </a:lnTo>
                  <a:lnTo>
                    <a:pt x="1252213" y="971865"/>
                  </a:lnTo>
                  <a:lnTo>
                    <a:pt x="1252213" y="789232"/>
                  </a:lnTo>
                  <a:lnTo>
                    <a:pt x="493492" y="789232"/>
                  </a:lnTo>
                  <a:lnTo>
                    <a:pt x="440911" y="786073"/>
                  </a:lnTo>
                  <a:lnTo>
                    <a:pt x="392087" y="776860"/>
                  </a:lnTo>
                  <a:lnTo>
                    <a:pt x="347285" y="761989"/>
                  </a:lnTo>
                  <a:lnTo>
                    <a:pt x="306767" y="741857"/>
                  </a:lnTo>
                  <a:lnTo>
                    <a:pt x="270796" y="716859"/>
                  </a:lnTo>
                  <a:lnTo>
                    <a:pt x="239637" y="687393"/>
                  </a:lnTo>
                  <a:lnTo>
                    <a:pt x="213553" y="653854"/>
                  </a:lnTo>
                  <a:lnTo>
                    <a:pt x="192807" y="616638"/>
                  </a:lnTo>
                  <a:lnTo>
                    <a:pt x="177662" y="576143"/>
                  </a:lnTo>
                  <a:lnTo>
                    <a:pt x="168382" y="532763"/>
                  </a:lnTo>
                  <a:lnTo>
                    <a:pt x="165230" y="486896"/>
                  </a:lnTo>
                  <a:lnTo>
                    <a:pt x="168460" y="441425"/>
                  </a:lnTo>
                  <a:lnTo>
                    <a:pt x="177942" y="398291"/>
                  </a:lnTo>
                  <a:lnTo>
                    <a:pt x="193368" y="357914"/>
                  </a:lnTo>
                  <a:lnTo>
                    <a:pt x="214425" y="320715"/>
                  </a:lnTo>
                  <a:lnTo>
                    <a:pt x="240806" y="287112"/>
                  </a:lnTo>
                  <a:lnTo>
                    <a:pt x="272198" y="257527"/>
                  </a:lnTo>
                  <a:lnTo>
                    <a:pt x="308293" y="232379"/>
                  </a:lnTo>
                  <a:lnTo>
                    <a:pt x="348780" y="212088"/>
                  </a:lnTo>
                  <a:lnTo>
                    <a:pt x="393349" y="197074"/>
                  </a:lnTo>
                  <a:lnTo>
                    <a:pt x="441690" y="187758"/>
                  </a:lnTo>
                  <a:lnTo>
                    <a:pt x="493492" y="184559"/>
                  </a:lnTo>
                  <a:lnTo>
                    <a:pt x="1252213" y="184559"/>
                  </a:lnTo>
                  <a:lnTo>
                    <a:pt x="1252213" y="0"/>
                  </a:lnTo>
                  <a:close/>
                </a:path>
              </a:pathLst>
            </a:custGeom>
            <a:solidFill>
              <a:srgbClr val="276E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41275" y="8994490"/>
              <a:ext cx="3925367" cy="1497336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141275" y="6533832"/>
              <a:ext cx="3925367" cy="1497336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0" y="5654278"/>
              <a:ext cx="10052050" cy="0"/>
            </a:xfrm>
            <a:custGeom>
              <a:avLst/>
              <a:gdLst/>
              <a:ahLst/>
              <a:cxnLst/>
              <a:rect l="l" t="t" r="r" b="b"/>
              <a:pathLst>
                <a:path w="10052050" h="0">
                  <a:moveTo>
                    <a:pt x="0" y="0"/>
                  </a:moveTo>
                  <a:lnTo>
                    <a:pt x="10052049" y="0"/>
                  </a:lnTo>
                </a:path>
              </a:pathLst>
            </a:custGeom>
            <a:ln w="78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0054039" y="5654278"/>
              <a:ext cx="10050145" cy="0"/>
            </a:xfrm>
            <a:custGeom>
              <a:avLst/>
              <a:gdLst/>
              <a:ahLst/>
              <a:cxnLst/>
              <a:rect l="l" t="t" r="r" b="b"/>
              <a:pathLst>
                <a:path w="10050144" h="0">
                  <a:moveTo>
                    <a:pt x="0" y="0"/>
                  </a:moveTo>
                  <a:lnTo>
                    <a:pt x="10050060" y="0"/>
                  </a:lnTo>
                </a:path>
              </a:pathLst>
            </a:custGeom>
            <a:ln w="7853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459"/>
              <a:t>Logo</a:t>
            </a:r>
          </a:p>
        </p:txBody>
      </p:sp>
      <p:sp>
        <p:nvSpPr>
          <p:cNvPr id="15" name="object 15" descr=""/>
          <p:cNvSpPr txBox="1"/>
          <p:nvPr/>
        </p:nvSpPr>
        <p:spPr>
          <a:xfrm>
            <a:off x="730732" y="1759496"/>
            <a:ext cx="3540760" cy="1476375"/>
          </a:xfrm>
          <a:prstGeom prst="rect">
            <a:avLst/>
          </a:prstGeom>
        </p:spPr>
        <p:txBody>
          <a:bodyPr wrap="square" lIns="0" tIns="1073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45"/>
              </a:spcBef>
            </a:pPr>
            <a:r>
              <a:rPr dirty="0" sz="2450" spc="204">
                <a:latin typeface="Calibri"/>
                <a:cs typeface="Calibri"/>
              </a:rPr>
              <a:t>Logo</a:t>
            </a:r>
            <a:endParaRPr sz="2450">
              <a:latin typeface="Calibri"/>
              <a:cs typeface="Calibri"/>
            </a:endParaRPr>
          </a:p>
          <a:p>
            <a:pPr marL="12700" marR="5080">
              <a:lnSpc>
                <a:spcPct val="102200"/>
              </a:lnSpc>
              <a:spcBef>
                <a:spcPts val="555"/>
              </a:spcBef>
            </a:pPr>
            <a:r>
              <a:rPr dirty="0" sz="1950" spc="55">
                <a:latin typeface="Tahoma"/>
                <a:cs typeface="Tahoma"/>
              </a:rPr>
              <a:t>Logo</a:t>
            </a:r>
            <a:r>
              <a:rPr dirty="0" sz="1950" spc="-200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should</a:t>
            </a:r>
            <a:r>
              <a:rPr dirty="0" sz="1950" spc="-200">
                <a:latin typeface="Tahoma"/>
                <a:cs typeface="Tahoma"/>
              </a:rPr>
              <a:t> </a:t>
            </a:r>
            <a:r>
              <a:rPr dirty="0" sz="1950" spc="114">
                <a:latin typeface="Tahoma"/>
                <a:cs typeface="Tahoma"/>
              </a:rPr>
              <a:t>be</a:t>
            </a:r>
            <a:r>
              <a:rPr dirty="0" sz="1950" spc="-195">
                <a:latin typeface="Tahoma"/>
                <a:cs typeface="Tahoma"/>
              </a:rPr>
              <a:t> </a:t>
            </a:r>
            <a:r>
              <a:rPr dirty="0" sz="1950" spc="-45">
                <a:latin typeface="Tahoma"/>
                <a:cs typeface="Tahoma"/>
              </a:rPr>
              <a:t>white</a:t>
            </a:r>
            <a:r>
              <a:rPr dirty="0" sz="1950" spc="-200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on</a:t>
            </a:r>
            <a:r>
              <a:rPr dirty="0" sz="1950" spc="-195">
                <a:latin typeface="Tahoma"/>
                <a:cs typeface="Tahoma"/>
              </a:rPr>
              <a:t> </a:t>
            </a:r>
            <a:r>
              <a:rPr dirty="0" sz="1950" spc="-10">
                <a:latin typeface="Tahoma"/>
                <a:cs typeface="Tahoma"/>
              </a:rPr>
              <a:t>darker </a:t>
            </a:r>
            <a:r>
              <a:rPr dirty="0" sz="1950">
                <a:latin typeface="Tahoma"/>
                <a:cs typeface="Tahoma"/>
              </a:rPr>
              <a:t>backgrounds</a:t>
            </a:r>
            <a:r>
              <a:rPr dirty="0" sz="1950" spc="-180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and</a:t>
            </a:r>
            <a:r>
              <a:rPr dirty="0" sz="1950" spc="-180">
                <a:latin typeface="Tahoma"/>
                <a:cs typeface="Tahoma"/>
              </a:rPr>
              <a:t> </a:t>
            </a:r>
            <a:r>
              <a:rPr dirty="0" sz="1950" spc="-10">
                <a:latin typeface="Tahoma"/>
                <a:cs typeface="Tahoma"/>
              </a:rPr>
              <a:t>black</a:t>
            </a:r>
            <a:r>
              <a:rPr dirty="0" sz="1950" spc="-180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on</a:t>
            </a:r>
            <a:r>
              <a:rPr dirty="0" sz="1950" spc="-180">
                <a:latin typeface="Tahoma"/>
                <a:cs typeface="Tahoma"/>
              </a:rPr>
              <a:t> </a:t>
            </a:r>
            <a:r>
              <a:rPr dirty="0" sz="1950" spc="-35">
                <a:latin typeface="Tahoma"/>
                <a:cs typeface="Tahoma"/>
              </a:rPr>
              <a:t>lighter </a:t>
            </a:r>
            <a:r>
              <a:rPr dirty="0" sz="1950" spc="-10">
                <a:latin typeface="Tahoma"/>
                <a:cs typeface="Tahoma"/>
              </a:rPr>
              <a:t>backgrounds.</a:t>
            </a:r>
            <a:endParaRPr sz="195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41203" y="6073502"/>
            <a:ext cx="3415029" cy="1266825"/>
          </a:xfrm>
          <a:prstGeom prst="rect">
            <a:avLst/>
          </a:prstGeom>
        </p:spPr>
        <p:txBody>
          <a:bodyPr wrap="square" lIns="0" tIns="1593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5"/>
              </a:spcBef>
            </a:pPr>
            <a:r>
              <a:rPr dirty="0" sz="2450" spc="145">
                <a:latin typeface="Calibri"/>
                <a:cs typeface="Calibri"/>
              </a:rPr>
              <a:t>Clearspace</a:t>
            </a:r>
            <a:endParaRPr sz="2450">
              <a:latin typeface="Calibri"/>
              <a:cs typeface="Calibri"/>
            </a:endParaRPr>
          </a:p>
          <a:p>
            <a:pPr marL="12700" marR="5080">
              <a:lnSpc>
                <a:spcPct val="102200"/>
              </a:lnSpc>
              <a:spcBef>
                <a:spcPts val="890"/>
              </a:spcBef>
            </a:pPr>
            <a:r>
              <a:rPr dirty="0" sz="1950">
                <a:latin typeface="Tahoma"/>
                <a:cs typeface="Tahoma"/>
              </a:rPr>
              <a:t>Clearspace</a:t>
            </a:r>
            <a:r>
              <a:rPr dirty="0" sz="1950" spc="-125">
                <a:latin typeface="Tahoma"/>
                <a:cs typeface="Tahoma"/>
              </a:rPr>
              <a:t> </a:t>
            </a:r>
            <a:r>
              <a:rPr dirty="0" sz="1950" spc="-25">
                <a:latin typeface="Tahoma"/>
                <a:cs typeface="Tahoma"/>
              </a:rPr>
              <a:t>around</a:t>
            </a:r>
            <a:r>
              <a:rPr dirty="0" sz="1950" spc="-125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the</a:t>
            </a:r>
            <a:r>
              <a:rPr dirty="0" sz="1950" spc="-125">
                <a:latin typeface="Tahoma"/>
                <a:cs typeface="Tahoma"/>
              </a:rPr>
              <a:t> </a:t>
            </a:r>
            <a:r>
              <a:rPr dirty="0" sz="1950" spc="50">
                <a:latin typeface="Tahoma"/>
                <a:cs typeface="Tahoma"/>
              </a:rPr>
              <a:t>logo</a:t>
            </a:r>
            <a:r>
              <a:rPr dirty="0" sz="1950" spc="-125">
                <a:latin typeface="Tahoma"/>
                <a:cs typeface="Tahoma"/>
              </a:rPr>
              <a:t> </a:t>
            </a:r>
            <a:r>
              <a:rPr dirty="0" sz="1950" spc="-25">
                <a:latin typeface="Tahoma"/>
                <a:cs typeface="Tahoma"/>
              </a:rPr>
              <a:t>is </a:t>
            </a:r>
            <a:r>
              <a:rPr dirty="0" sz="1950">
                <a:latin typeface="Tahoma"/>
                <a:cs typeface="Tahoma"/>
              </a:rPr>
              <a:t>equal</a:t>
            </a:r>
            <a:r>
              <a:rPr dirty="0" sz="1950" spc="-200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to</a:t>
            </a:r>
            <a:r>
              <a:rPr dirty="0" sz="1950" spc="-200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the</a:t>
            </a:r>
            <a:r>
              <a:rPr dirty="0" sz="1950" spc="-200">
                <a:latin typeface="Tahoma"/>
                <a:cs typeface="Tahoma"/>
              </a:rPr>
              <a:t> </a:t>
            </a:r>
            <a:r>
              <a:rPr dirty="0" sz="1950" spc="65">
                <a:latin typeface="Tahoma"/>
                <a:cs typeface="Tahoma"/>
              </a:rPr>
              <a:t>cap</a:t>
            </a:r>
            <a:r>
              <a:rPr dirty="0" sz="1950" spc="-200">
                <a:latin typeface="Tahoma"/>
                <a:cs typeface="Tahoma"/>
              </a:rPr>
              <a:t> </a:t>
            </a:r>
            <a:r>
              <a:rPr dirty="0" sz="1950" spc="-10">
                <a:latin typeface="Tahoma"/>
                <a:cs typeface="Tahoma"/>
              </a:rPr>
              <a:t>height</a:t>
            </a:r>
            <a:r>
              <a:rPr dirty="0" sz="1950" spc="-200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of</a:t>
            </a:r>
            <a:r>
              <a:rPr dirty="0" sz="1950" spc="-200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the</a:t>
            </a:r>
            <a:r>
              <a:rPr dirty="0" sz="1950" spc="-200">
                <a:latin typeface="Tahoma"/>
                <a:cs typeface="Tahoma"/>
              </a:rPr>
              <a:t> </a:t>
            </a:r>
            <a:r>
              <a:rPr dirty="0" sz="1950" spc="-105">
                <a:latin typeface="Tahoma"/>
                <a:cs typeface="Tahoma"/>
              </a:rPr>
              <a:t>U.</a:t>
            </a:r>
            <a:endParaRPr sz="19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459"/>
              <a:t>Logo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30732" y="1680964"/>
            <a:ext cx="3996690" cy="1314450"/>
          </a:xfrm>
          <a:prstGeom prst="rect">
            <a:avLst/>
          </a:prstGeom>
        </p:spPr>
        <p:txBody>
          <a:bodyPr wrap="square" lIns="0" tIns="1854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dirty="0" sz="2450" spc="114">
                <a:latin typeface="Calibri"/>
                <a:cs typeface="Calibri"/>
              </a:rPr>
              <a:t>Product</a:t>
            </a:r>
            <a:r>
              <a:rPr dirty="0" sz="2450" spc="-60">
                <a:latin typeface="Calibri"/>
                <a:cs typeface="Calibri"/>
              </a:rPr>
              <a:t> </a:t>
            </a:r>
            <a:r>
              <a:rPr dirty="0" sz="2450" spc="110">
                <a:latin typeface="Calibri"/>
                <a:cs typeface="Calibri"/>
              </a:rPr>
              <a:t>lockup</a:t>
            </a:r>
            <a:endParaRPr sz="2450">
              <a:latin typeface="Calibri"/>
              <a:cs typeface="Calibri"/>
            </a:endParaRPr>
          </a:p>
          <a:p>
            <a:pPr marL="12700" marR="5080">
              <a:lnSpc>
                <a:spcPct val="102200"/>
              </a:lnSpc>
              <a:spcBef>
                <a:spcPts val="1055"/>
              </a:spcBef>
            </a:pPr>
            <a:r>
              <a:rPr dirty="0" sz="1950">
                <a:latin typeface="Tahoma"/>
                <a:cs typeface="Tahoma"/>
              </a:rPr>
              <a:t>Spacing</a:t>
            </a:r>
            <a:r>
              <a:rPr dirty="0" sz="1950" spc="-100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and</a:t>
            </a:r>
            <a:r>
              <a:rPr dirty="0" sz="1950" spc="-100">
                <a:latin typeface="Tahoma"/>
                <a:cs typeface="Tahoma"/>
              </a:rPr>
              <a:t> </a:t>
            </a:r>
            <a:r>
              <a:rPr dirty="0" sz="1950" spc="-30">
                <a:latin typeface="Tahoma"/>
                <a:cs typeface="Tahoma"/>
              </a:rPr>
              <a:t>alignment</a:t>
            </a:r>
            <a:r>
              <a:rPr dirty="0" sz="1950" spc="-100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guidance</a:t>
            </a:r>
            <a:r>
              <a:rPr dirty="0" sz="1950" spc="-100">
                <a:latin typeface="Tahoma"/>
                <a:cs typeface="Tahoma"/>
              </a:rPr>
              <a:t> </a:t>
            </a:r>
            <a:r>
              <a:rPr dirty="0" sz="1950" spc="-25">
                <a:latin typeface="Tahoma"/>
                <a:cs typeface="Tahoma"/>
              </a:rPr>
              <a:t>for </a:t>
            </a:r>
            <a:r>
              <a:rPr dirty="0" sz="1950" spc="-35">
                <a:latin typeface="Tahoma"/>
                <a:cs typeface="Tahoma"/>
              </a:rPr>
              <a:t>aligning</a:t>
            </a:r>
            <a:r>
              <a:rPr dirty="0" sz="1950" spc="-140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product</a:t>
            </a:r>
            <a:r>
              <a:rPr dirty="0" sz="1950" spc="-135">
                <a:latin typeface="Tahoma"/>
                <a:cs typeface="Tahoma"/>
              </a:rPr>
              <a:t> </a:t>
            </a:r>
            <a:r>
              <a:rPr dirty="0" sz="1950" spc="-20">
                <a:latin typeface="Tahoma"/>
                <a:cs typeface="Tahoma"/>
              </a:rPr>
              <a:t>names</a:t>
            </a:r>
            <a:r>
              <a:rPr dirty="0" sz="1950" spc="-135">
                <a:latin typeface="Tahoma"/>
                <a:cs typeface="Tahoma"/>
              </a:rPr>
              <a:t> </a:t>
            </a:r>
            <a:r>
              <a:rPr dirty="0" sz="1950" spc="-70">
                <a:latin typeface="Tahoma"/>
                <a:cs typeface="Tahoma"/>
              </a:rPr>
              <a:t>with</a:t>
            </a:r>
            <a:r>
              <a:rPr dirty="0" sz="1950" spc="-135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the</a:t>
            </a:r>
            <a:r>
              <a:rPr dirty="0" sz="1950" spc="-135">
                <a:latin typeface="Tahoma"/>
                <a:cs typeface="Tahoma"/>
              </a:rPr>
              <a:t> </a:t>
            </a:r>
            <a:r>
              <a:rPr dirty="0" sz="1950" spc="-10">
                <a:latin typeface="Tahoma"/>
                <a:cs typeface="Tahoma"/>
              </a:rPr>
              <a:t>logo.</a:t>
            </a:r>
            <a:endParaRPr sz="195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41203" y="6217476"/>
            <a:ext cx="4363085" cy="20967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50" spc="60">
                <a:latin typeface="Calibri"/>
                <a:cs typeface="Calibri"/>
              </a:rPr>
              <a:t>Partnership</a:t>
            </a:r>
            <a:r>
              <a:rPr dirty="0" sz="2450" spc="-55">
                <a:latin typeface="Calibri"/>
                <a:cs typeface="Calibri"/>
              </a:rPr>
              <a:t> </a:t>
            </a:r>
            <a:r>
              <a:rPr dirty="0" sz="2450" spc="110">
                <a:latin typeface="Calibri"/>
                <a:cs typeface="Calibri"/>
              </a:rPr>
              <a:t>lockup</a:t>
            </a:r>
            <a:endParaRPr sz="2450">
              <a:latin typeface="Calibri"/>
              <a:cs typeface="Calibri"/>
            </a:endParaRPr>
          </a:p>
          <a:p>
            <a:pPr marL="12700" marR="5080">
              <a:lnSpc>
                <a:spcPct val="102200"/>
              </a:lnSpc>
              <a:spcBef>
                <a:spcPts val="1385"/>
              </a:spcBef>
            </a:pPr>
            <a:r>
              <a:rPr dirty="0" sz="1950" spc="-10">
                <a:latin typeface="Tahoma"/>
                <a:cs typeface="Tahoma"/>
              </a:rPr>
              <a:t>Aligning</a:t>
            </a:r>
            <a:r>
              <a:rPr dirty="0" sz="1950" spc="-140">
                <a:latin typeface="Tahoma"/>
                <a:cs typeface="Tahoma"/>
              </a:rPr>
              <a:t> </a:t>
            </a:r>
            <a:r>
              <a:rPr dirty="0" sz="1950" spc="-30">
                <a:latin typeface="Tahoma"/>
                <a:cs typeface="Tahoma"/>
              </a:rPr>
              <a:t>partnership</a:t>
            </a:r>
            <a:r>
              <a:rPr dirty="0" sz="1950" spc="-140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logos</a:t>
            </a:r>
            <a:r>
              <a:rPr dirty="0" sz="1950" spc="-140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should</a:t>
            </a:r>
            <a:r>
              <a:rPr dirty="0" sz="1950" spc="-140">
                <a:latin typeface="Tahoma"/>
                <a:cs typeface="Tahoma"/>
              </a:rPr>
              <a:t> </a:t>
            </a:r>
            <a:r>
              <a:rPr dirty="0" sz="1950" spc="-10">
                <a:latin typeface="Tahoma"/>
                <a:cs typeface="Tahoma"/>
              </a:rPr>
              <a:t>follow </a:t>
            </a:r>
            <a:r>
              <a:rPr dirty="0" sz="1950" spc="-20">
                <a:latin typeface="Tahoma"/>
                <a:cs typeface="Tahoma"/>
              </a:rPr>
              <a:t>clear</a:t>
            </a:r>
            <a:r>
              <a:rPr dirty="0" sz="1950" spc="-145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space</a:t>
            </a:r>
            <a:r>
              <a:rPr dirty="0" sz="1950" spc="-145">
                <a:latin typeface="Tahoma"/>
                <a:cs typeface="Tahoma"/>
              </a:rPr>
              <a:t> </a:t>
            </a:r>
            <a:r>
              <a:rPr dirty="0" sz="1950" spc="-90">
                <a:latin typeface="Tahoma"/>
                <a:cs typeface="Tahoma"/>
              </a:rPr>
              <a:t>rules.</a:t>
            </a:r>
            <a:r>
              <a:rPr dirty="0" sz="1950" spc="-140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The</a:t>
            </a:r>
            <a:r>
              <a:rPr dirty="0" sz="1950" spc="-145">
                <a:latin typeface="Tahoma"/>
                <a:cs typeface="Tahoma"/>
              </a:rPr>
              <a:t> </a:t>
            </a:r>
            <a:r>
              <a:rPr dirty="0" sz="1950" spc="-30">
                <a:latin typeface="Tahoma"/>
                <a:cs typeface="Tahoma"/>
              </a:rPr>
              <a:t>separating</a:t>
            </a:r>
            <a:r>
              <a:rPr dirty="0" sz="1950" spc="-140">
                <a:latin typeface="Tahoma"/>
                <a:cs typeface="Tahoma"/>
              </a:rPr>
              <a:t> </a:t>
            </a:r>
            <a:r>
              <a:rPr dirty="0" sz="1950" spc="-20">
                <a:latin typeface="Tahoma"/>
                <a:cs typeface="Tahoma"/>
              </a:rPr>
              <a:t>line </a:t>
            </a:r>
            <a:r>
              <a:rPr dirty="0" sz="1950">
                <a:latin typeface="Tahoma"/>
                <a:cs typeface="Tahoma"/>
              </a:rPr>
              <a:t>between</a:t>
            </a:r>
            <a:r>
              <a:rPr dirty="0" sz="1950" spc="-120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logos</a:t>
            </a:r>
            <a:r>
              <a:rPr dirty="0" sz="1950" spc="-120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can</a:t>
            </a:r>
            <a:r>
              <a:rPr dirty="0" sz="1950" spc="-120">
                <a:latin typeface="Tahoma"/>
                <a:cs typeface="Tahoma"/>
              </a:rPr>
              <a:t> </a:t>
            </a:r>
            <a:r>
              <a:rPr dirty="0" sz="1950" spc="114">
                <a:latin typeface="Tahoma"/>
                <a:cs typeface="Tahoma"/>
              </a:rPr>
              <a:t>be</a:t>
            </a:r>
            <a:r>
              <a:rPr dirty="0" sz="1950" spc="-120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created</a:t>
            </a:r>
            <a:r>
              <a:rPr dirty="0" sz="1950" spc="-120">
                <a:latin typeface="Tahoma"/>
                <a:cs typeface="Tahoma"/>
              </a:rPr>
              <a:t> </a:t>
            </a:r>
            <a:r>
              <a:rPr dirty="0" sz="1950" spc="-30">
                <a:latin typeface="Tahoma"/>
                <a:cs typeface="Tahoma"/>
              </a:rPr>
              <a:t>either</a:t>
            </a:r>
            <a:r>
              <a:rPr dirty="0" sz="1950" spc="-120">
                <a:latin typeface="Tahoma"/>
                <a:cs typeface="Tahoma"/>
              </a:rPr>
              <a:t> </a:t>
            </a:r>
            <a:r>
              <a:rPr dirty="0" sz="1950" spc="-25">
                <a:latin typeface="Tahoma"/>
                <a:cs typeface="Tahoma"/>
              </a:rPr>
              <a:t>by </a:t>
            </a:r>
            <a:r>
              <a:rPr dirty="0" sz="1950">
                <a:latin typeface="Tahoma"/>
                <a:cs typeface="Tahoma"/>
              </a:rPr>
              <a:t>the</a:t>
            </a:r>
            <a:r>
              <a:rPr dirty="0" sz="1950" spc="-185">
                <a:latin typeface="Tahoma"/>
                <a:cs typeface="Tahoma"/>
              </a:rPr>
              <a:t> </a:t>
            </a:r>
            <a:r>
              <a:rPr dirty="0" sz="1950" spc="-45">
                <a:latin typeface="Tahoma"/>
                <a:cs typeface="Tahoma"/>
              </a:rPr>
              <a:t>vertical</a:t>
            </a:r>
            <a:r>
              <a:rPr dirty="0" sz="1950" spc="-180">
                <a:latin typeface="Tahoma"/>
                <a:cs typeface="Tahoma"/>
              </a:rPr>
              <a:t> </a:t>
            </a:r>
            <a:r>
              <a:rPr dirty="0" sz="1950" spc="-55">
                <a:latin typeface="Tahoma"/>
                <a:cs typeface="Tahoma"/>
              </a:rPr>
              <a:t>line</a:t>
            </a:r>
            <a:r>
              <a:rPr dirty="0" sz="1950" spc="-180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glyph</a:t>
            </a:r>
            <a:r>
              <a:rPr dirty="0" sz="1950" spc="-180">
                <a:latin typeface="Tahoma"/>
                <a:cs typeface="Tahoma"/>
              </a:rPr>
              <a:t> </a:t>
            </a:r>
            <a:r>
              <a:rPr dirty="0" sz="1950" spc="-85">
                <a:latin typeface="Tahoma"/>
                <a:cs typeface="Tahoma"/>
              </a:rPr>
              <a:t>in</a:t>
            </a:r>
            <a:r>
              <a:rPr dirty="0" sz="1950" spc="-180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the</a:t>
            </a:r>
            <a:r>
              <a:rPr dirty="0" sz="1950" spc="-180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Uber</a:t>
            </a:r>
            <a:r>
              <a:rPr dirty="0" sz="1950" spc="-180">
                <a:latin typeface="Tahoma"/>
                <a:cs typeface="Tahoma"/>
              </a:rPr>
              <a:t> </a:t>
            </a:r>
            <a:r>
              <a:rPr dirty="0" sz="1950" spc="-20">
                <a:latin typeface="Tahoma"/>
                <a:cs typeface="Tahoma"/>
              </a:rPr>
              <a:t>Move </a:t>
            </a:r>
            <a:r>
              <a:rPr dirty="0" sz="1950" spc="-40">
                <a:latin typeface="Tahoma"/>
                <a:cs typeface="Tahoma"/>
              </a:rPr>
              <a:t>Display</a:t>
            </a:r>
            <a:r>
              <a:rPr dirty="0" sz="1950" spc="-200">
                <a:latin typeface="Tahoma"/>
                <a:cs typeface="Tahoma"/>
              </a:rPr>
              <a:t> </a:t>
            </a:r>
            <a:r>
              <a:rPr dirty="0" sz="1950" spc="-25">
                <a:latin typeface="Tahoma"/>
                <a:cs typeface="Tahoma"/>
              </a:rPr>
              <a:t>Light</a:t>
            </a:r>
            <a:r>
              <a:rPr dirty="0" sz="1950" spc="-200">
                <a:latin typeface="Tahoma"/>
                <a:cs typeface="Tahoma"/>
              </a:rPr>
              <a:t> </a:t>
            </a:r>
            <a:r>
              <a:rPr dirty="0" sz="1950" spc="-70">
                <a:latin typeface="Tahoma"/>
                <a:cs typeface="Tahoma"/>
              </a:rPr>
              <a:t>at</a:t>
            </a:r>
            <a:r>
              <a:rPr dirty="0" sz="1950" spc="-195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the</a:t>
            </a:r>
            <a:r>
              <a:rPr dirty="0" sz="1950" spc="-200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same</a:t>
            </a:r>
            <a:r>
              <a:rPr dirty="0" sz="1950" spc="-195">
                <a:latin typeface="Tahoma"/>
                <a:cs typeface="Tahoma"/>
              </a:rPr>
              <a:t> </a:t>
            </a:r>
            <a:r>
              <a:rPr dirty="0" sz="1950" spc="-35">
                <a:latin typeface="Tahoma"/>
                <a:cs typeface="Tahoma"/>
              </a:rPr>
              <a:t>size</a:t>
            </a:r>
            <a:r>
              <a:rPr dirty="0" sz="1950" spc="-200">
                <a:latin typeface="Tahoma"/>
                <a:cs typeface="Tahoma"/>
              </a:rPr>
              <a:t> </a:t>
            </a:r>
            <a:r>
              <a:rPr dirty="0" sz="1950" spc="-45">
                <a:latin typeface="Tahoma"/>
                <a:cs typeface="Tahoma"/>
              </a:rPr>
              <a:t>as</a:t>
            </a:r>
            <a:r>
              <a:rPr dirty="0" sz="1950" spc="-195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the</a:t>
            </a:r>
            <a:r>
              <a:rPr dirty="0" sz="1950" spc="-200">
                <a:latin typeface="Tahoma"/>
                <a:cs typeface="Tahoma"/>
              </a:rPr>
              <a:t> </a:t>
            </a:r>
            <a:r>
              <a:rPr dirty="0" sz="1950" spc="-10">
                <a:latin typeface="Tahoma"/>
                <a:cs typeface="Tahoma"/>
              </a:rPr>
              <a:t>logo.</a:t>
            </a:r>
            <a:endParaRPr sz="1950">
              <a:latin typeface="Tahoma"/>
              <a:cs typeface="Tahom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15820" y="1789279"/>
            <a:ext cx="3008365" cy="1928905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0" y="10470"/>
            <a:ext cx="20104100" cy="11298555"/>
            <a:chOff x="0" y="10470"/>
            <a:chExt cx="20104100" cy="11298555"/>
          </a:xfrm>
        </p:grpSpPr>
        <p:sp>
          <p:nvSpPr>
            <p:cNvPr id="7" name="object 7" descr=""/>
            <p:cNvSpPr/>
            <p:nvPr/>
          </p:nvSpPr>
          <p:spPr>
            <a:xfrm>
              <a:off x="0" y="5654277"/>
              <a:ext cx="20104100" cy="0"/>
            </a:xfrm>
            <a:custGeom>
              <a:avLst/>
              <a:gdLst/>
              <a:ahLst/>
              <a:cxnLst/>
              <a:rect l="l" t="t" r="r" b="b"/>
              <a:pathLst>
                <a:path w="20104100" h="0">
                  <a:moveTo>
                    <a:pt x="0" y="0"/>
                  </a:moveTo>
                  <a:lnTo>
                    <a:pt x="20104099" y="0"/>
                  </a:lnTo>
                </a:path>
              </a:pathLst>
            </a:custGeom>
            <a:ln w="78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0052489" y="10470"/>
              <a:ext cx="0" cy="11298555"/>
            </a:xfrm>
            <a:custGeom>
              <a:avLst/>
              <a:gdLst/>
              <a:ahLst/>
              <a:cxnLst/>
              <a:rect l="l" t="t" r="r" b="b"/>
              <a:pathLst>
                <a:path w="0" h="11298555">
                  <a:moveTo>
                    <a:pt x="0" y="11298085"/>
                  </a:moveTo>
                  <a:lnTo>
                    <a:pt x="0" y="0"/>
                  </a:lnTo>
                </a:path>
              </a:pathLst>
            </a:custGeom>
            <a:ln w="78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10793253" y="709790"/>
            <a:ext cx="1246505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10">
                <a:latin typeface="Calibri"/>
                <a:cs typeface="Calibri"/>
              </a:rPr>
              <a:t>Vertical</a:t>
            </a:r>
            <a:r>
              <a:rPr dirty="0" sz="1450" spc="225">
                <a:latin typeface="Calibri"/>
                <a:cs typeface="Calibri"/>
              </a:rPr>
              <a:t> </a:t>
            </a:r>
            <a:r>
              <a:rPr dirty="0" sz="1450" spc="70">
                <a:latin typeface="Calibri"/>
                <a:cs typeface="Calibri"/>
              </a:rPr>
              <a:t>lockup</a:t>
            </a:r>
            <a:endParaRPr sz="1450">
              <a:latin typeface="Calibri"/>
              <a:cs typeface="Calibri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412189" y="2030996"/>
            <a:ext cx="3791816" cy="1636963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15054904" y="709790"/>
            <a:ext cx="1457325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20">
                <a:latin typeface="Calibri"/>
                <a:cs typeface="Calibri"/>
              </a:rPr>
              <a:t>Horizontal</a:t>
            </a:r>
            <a:r>
              <a:rPr dirty="0" sz="1450" spc="185">
                <a:latin typeface="Calibri"/>
                <a:cs typeface="Calibri"/>
              </a:rPr>
              <a:t> </a:t>
            </a:r>
            <a:r>
              <a:rPr dirty="0" sz="1450" spc="70">
                <a:latin typeface="Calibri"/>
                <a:cs typeface="Calibri"/>
              </a:rPr>
              <a:t>lockup</a:t>
            </a:r>
            <a:endParaRPr sz="1450">
              <a:latin typeface="Calibri"/>
              <a:cs typeface="Calibri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517087" y="7475630"/>
            <a:ext cx="7310168" cy="1477687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10793253" y="6374539"/>
            <a:ext cx="150749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20">
                <a:latin typeface="Calibri"/>
                <a:cs typeface="Calibri"/>
              </a:rPr>
              <a:t>Horizontal</a:t>
            </a:r>
            <a:r>
              <a:rPr dirty="0" sz="1450" spc="185">
                <a:latin typeface="Calibri"/>
                <a:cs typeface="Calibri"/>
              </a:rPr>
              <a:t> </a:t>
            </a:r>
            <a:r>
              <a:rPr dirty="0" sz="1450" spc="90">
                <a:latin typeface="Calibri"/>
                <a:cs typeface="Calibri"/>
              </a:rPr>
              <a:t>Lockup</a:t>
            </a:r>
            <a:endParaRPr sz="1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4127" y="0"/>
            <a:ext cx="20108545" cy="11308080"/>
            <a:chOff x="-4127" y="0"/>
            <a:chExt cx="20108545" cy="11308080"/>
          </a:xfrm>
        </p:grpSpPr>
        <p:sp>
          <p:nvSpPr>
            <p:cNvPr id="3" name="object 3" descr=""/>
            <p:cNvSpPr/>
            <p:nvPr/>
          </p:nvSpPr>
          <p:spPr>
            <a:xfrm>
              <a:off x="10052050" y="8508023"/>
              <a:ext cx="10052050" cy="2799715"/>
            </a:xfrm>
            <a:custGeom>
              <a:avLst/>
              <a:gdLst/>
              <a:ahLst/>
              <a:cxnLst/>
              <a:rect l="l" t="t" r="r" b="b"/>
              <a:pathLst>
                <a:path w="10052050" h="2799715">
                  <a:moveTo>
                    <a:pt x="0" y="0"/>
                  </a:moveTo>
                  <a:lnTo>
                    <a:pt x="10052049" y="0"/>
                  </a:lnTo>
                  <a:lnTo>
                    <a:pt x="10052049" y="2799534"/>
                  </a:lnTo>
                  <a:lnTo>
                    <a:pt x="0" y="27995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6E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0" y="5654278"/>
              <a:ext cx="10043160" cy="0"/>
            </a:xfrm>
            <a:custGeom>
              <a:avLst/>
              <a:gdLst/>
              <a:ahLst/>
              <a:cxnLst/>
              <a:rect l="l" t="t" r="r" b="b"/>
              <a:pathLst>
                <a:path w="10043160" h="0">
                  <a:moveTo>
                    <a:pt x="0" y="0"/>
                  </a:moveTo>
                  <a:lnTo>
                    <a:pt x="10042783" y="0"/>
                  </a:lnTo>
                </a:path>
              </a:pathLst>
            </a:custGeom>
            <a:ln w="78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5078074" y="0"/>
              <a:ext cx="5026025" cy="8511540"/>
            </a:xfrm>
            <a:custGeom>
              <a:avLst/>
              <a:gdLst/>
              <a:ahLst/>
              <a:cxnLst/>
              <a:rect l="l" t="t" r="r" b="b"/>
              <a:pathLst>
                <a:path w="5026025" h="8511540">
                  <a:moveTo>
                    <a:pt x="0" y="0"/>
                  </a:moveTo>
                  <a:lnTo>
                    <a:pt x="5026024" y="0"/>
                  </a:lnTo>
                  <a:lnTo>
                    <a:pt x="5026024" y="8511353"/>
                  </a:lnTo>
                  <a:lnTo>
                    <a:pt x="0" y="85113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310"/>
              <a:t>Color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730732" y="1680964"/>
            <a:ext cx="4138295" cy="1921510"/>
          </a:xfrm>
          <a:prstGeom prst="rect">
            <a:avLst/>
          </a:prstGeom>
        </p:spPr>
        <p:txBody>
          <a:bodyPr wrap="square" lIns="0" tIns="1854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dirty="0" sz="2450" spc="55">
                <a:latin typeface="Calibri"/>
                <a:cs typeface="Calibri"/>
              </a:rPr>
              <a:t>Primary</a:t>
            </a:r>
            <a:r>
              <a:rPr dirty="0" sz="2450" spc="-50">
                <a:latin typeface="Calibri"/>
                <a:cs typeface="Calibri"/>
              </a:rPr>
              <a:t> </a:t>
            </a:r>
            <a:r>
              <a:rPr dirty="0" sz="2450" spc="105">
                <a:latin typeface="Calibri"/>
                <a:cs typeface="Calibri"/>
              </a:rPr>
              <a:t>brand</a:t>
            </a:r>
            <a:r>
              <a:rPr dirty="0" sz="2450" spc="-45">
                <a:latin typeface="Calibri"/>
                <a:cs typeface="Calibri"/>
              </a:rPr>
              <a:t> </a:t>
            </a:r>
            <a:r>
              <a:rPr dirty="0" sz="2450" spc="100">
                <a:latin typeface="Calibri"/>
                <a:cs typeface="Calibri"/>
              </a:rPr>
              <a:t>colors</a:t>
            </a:r>
            <a:endParaRPr sz="2450">
              <a:latin typeface="Calibri"/>
              <a:cs typeface="Calibri"/>
            </a:endParaRPr>
          </a:p>
          <a:p>
            <a:pPr marL="12700" marR="5080">
              <a:lnSpc>
                <a:spcPct val="102200"/>
              </a:lnSpc>
              <a:spcBef>
                <a:spcPts val="1055"/>
              </a:spcBef>
            </a:pPr>
            <a:r>
              <a:rPr dirty="0" sz="1950">
                <a:latin typeface="Tahoma"/>
                <a:cs typeface="Tahoma"/>
              </a:rPr>
              <a:t>Our</a:t>
            </a:r>
            <a:r>
              <a:rPr dirty="0" sz="1950" spc="-180">
                <a:latin typeface="Tahoma"/>
                <a:cs typeface="Tahoma"/>
              </a:rPr>
              <a:t> </a:t>
            </a:r>
            <a:r>
              <a:rPr dirty="0" sz="1950" spc="-45">
                <a:latin typeface="Tahoma"/>
                <a:cs typeface="Tahoma"/>
              </a:rPr>
              <a:t>primary</a:t>
            </a:r>
            <a:r>
              <a:rPr dirty="0" sz="1950" spc="-180">
                <a:latin typeface="Tahoma"/>
                <a:cs typeface="Tahoma"/>
              </a:rPr>
              <a:t> </a:t>
            </a:r>
            <a:r>
              <a:rPr dirty="0" sz="1950" spc="-10">
                <a:latin typeface="Tahoma"/>
                <a:cs typeface="Tahoma"/>
              </a:rPr>
              <a:t>brand</a:t>
            </a:r>
            <a:r>
              <a:rPr dirty="0" sz="1950" spc="-175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colors</a:t>
            </a:r>
            <a:r>
              <a:rPr dirty="0" sz="1950" spc="-180">
                <a:latin typeface="Tahoma"/>
                <a:cs typeface="Tahoma"/>
              </a:rPr>
              <a:t> </a:t>
            </a:r>
            <a:r>
              <a:rPr dirty="0" sz="1950" spc="-50">
                <a:latin typeface="Tahoma"/>
                <a:cs typeface="Tahoma"/>
              </a:rPr>
              <a:t>are</a:t>
            </a:r>
            <a:r>
              <a:rPr dirty="0" sz="1950" spc="-180">
                <a:latin typeface="Tahoma"/>
                <a:cs typeface="Tahoma"/>
              </a:rPr>
              <a:t> </a:t>
            </a:r>
            <a:r>
              <a:rPr dirty="0" sz="1950" spc="-45">
                <a:latin typeface="Tahoma"/>
                <a:cs typeface="Tahoma"/>
              </a:rPr>
              <a:t>white</a:t>
            </a:r>
            <a:r>
              <a:rPr dirty="0" sz="1950" spc="-175">
                <a:latin typeface="Tahoma"/>
                <a:cs typeface="Tahoma"/>
              </a:rPr>
              <a:t> </a:t>
            </a:r>
            <a:r>
              <a:rPr dirty="0" sz="1950" spc="-25">
                <a:latin typeface="Tahoma"/>
                <a:cs typeface="Tahoma"/>
              </a:rPr>
              <a:t>and </a:t>
            </a:r>
            <a:r>
              <a:rPr dirty="0" sz="1950" spc="-50">
                <a:latin typeface="Tahoma"/>
                <a:cs typeface="Tahoma"/>
              </a:rPr>
              <a:t>black.</a:t>
            </a:r>
            <a:r>
              <a:rPr dirty="0" sz="1950" spc="-170">
                <a:latin typeface="Tahoma"/>
                <a:cs typeface="Tahoma"/>
              </a:rPr>
              <a:t> </a:t>
            </a:r>
            <a:r>
              <a:rPr dirty="0" sz="1950" spc="-35">
                <a:latin typeface="Tahoma"/>
                <a:cs typeface="Tahoma"/>
              </a:rPr>
              <a:t>They</a:t>
            </a:r>
            <a:r>
              <a:rPr dirty="0" sz="1950" spc="-165">
                <a:latin typeface="Tahoma"/>
                <a:cs typeface="Tahoma"/>
              </a:rPr>
              <a:t> </a:t>
            </a:r>
            <a:r>
              <a:rPr dirty="0" sz="1950" spc="-50">
                <a:latin typeface="Tahoma"/>
                <a:cs typeface="Tahoma"/>
              </a:rPr>
              <a:t>are</a:t>
            </a:r>
            <a:r>
              <a:rPr dirty="0" sz="1950" spc="-165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used</a:t>
            </a:r>
            <a:r>
              <a:rPr dirty="0" sz="1950" spc="-165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to</a:t>
            </a:r>
            <a:r>
              <a:rPr dirty="0" sz="1950" spc="-165">
                <a:latin typeface="Tahoma"/>
                <a:cs typeface="Tahoma"/>
              </a:rPr>
              <a:t> </a:t>
            </a:r>
            <a:r>
              <a:rPr dirty="0" sz="1950" spc="-10">
                <a:latin typeface="Tahoma"/>
                <a:cs typeface="Tahoma"/>
              </a:rPr>
              <a:t>provide </a:t>
            </a:r>
            <a:r>
              <a:rPr dirty="0" sz="1950" spc="-50">
                <a:latin typeface="Tahoma"/>
                <a:cs typeface="Tahoma"/>
              </a:rPr>
              <a:t>accessibility,</a:t>
            </a:r>
            <a:r>
              <a:rPr dirty="0" sz="1950" spc="-155">
                <a:latin typeface="Tahoma"/>
                <a:cs typeface="Tahoma"/>
              </a:rPr>
              <a:t> </a:t>
            </a:r>
            <a:r>
              <a:rPr dirty="0" sz="1950" spc="-65">
                <a:latin typeface="Tahoma"/>
                <a:cs typeface="Tahoma"/>
              </a:rPr>
              <a:t>simplicity,</a:t>
            </a:r>
            <a:r>
              <a:rPr dirty="0" sz="1950" spc="-150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and</a:t>
            </a:r>
            <a:r>
              <a:rPr dirty="0" sz="1950" spc="-150">
                <a:latin typeface="Tahoma"/>
                <a:cs typeface="Tahoma"/>
              </a:rPr>
              <a:t> </a:t>
            </a:r>
            <a:r>
              <a:rPr dirty="0" sz="1950" spc="-10">
                <a:latin typeface="Tahoma"/>
                <a:cs typeface="Tahoma"/>
              </a:rPr>
              <a:t>consistency </a:t>
            </a:r>
            <a:r>
              <a:rPr dirty="0" sz="1950" spc="-20">
                <a:latin typeface="Tahoma"/>
                <a:cs typeface="Tahoma"/>
              </a:rPr>
              <a:t>throughout</a:t>
            </a:r>
            <a:r>
              <a:rPr dirty="0" sz="1950" spc="-175">
                <a:latin typeface="Tahoma"/>
                <a:cs typeface="Tahoma"/>
              </a:rPr>
              <a:t> </a:t>
            </a:r>
            <a:r>
              <a:rPr dirty="0" sz="1950" spc="-90">
                <a:latin typeface="Tahoma"/>
                <a:cs typeface="Tahoma"/>
              </a:rPr>
              <a:t>all</a:t>
            </a:r>
            <a:r>
              <a:rPr dirty="0" sz="1950" spc="-175">
                <a:latin typeface="Tahoma"/>
                <a:cs typeface="Tahoma"/>
              </a:rPr>
              <a:t> </a:t>
            </a:r>
            <a:r>
              <a:rPr dirty="0" sz="1950" spc="-10">
                <a:latin typeface="Tahoma"/>
                <a:cs typeface="Tahoma"/>
              </a:rPr>
              <a:t>brand</a:t>
            </a:r>
            <a:r>
              <a:rPr dirty="0" sz="1950" spc="-175">
                <a:latin typeface="Tahoma"/>
                <a:cs typeface="Tahoma"/>
              </a:rPr>
              <a:t> </a:t>
            </a:r>
            <a:r>
              <a:rPr dirty="0" sz="1950" spc="-10">
                <a:latin typeface="Tahoma"/>
                <a:cs typeface="Tahoma"/>
              </a:rPr>
              <a:t>communications.</a:t>
            </a:r>
            <a:endParaRPr sz="195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41203" y="5994970"/>
            <a:ext cx="3868420" cy="2528570"/>
          </a:xfrm>
          <a:prstGeom prst="rect">
            <a:avLst/>
          </a:prstGeom>
        </p:spPr>
        <p:txBody>
          <a:bodyPr wrap="square" lIns="0" tIns="1854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dirty="0" sz="2450" spc="114">
                <a:latin typeface="Calibri"/>
                <a:cs typeface="Calibri"/>
              </a:rPr>
              <a:t>Safety</a:t>
            </a:r>
            <a:r>
              <a:rPr dirty="0" sz="2450" spc="-50">
                <a:latin typeface="Calibri"/>
                <a:cs typeface="Calibri"/>
              </a:rPr>
              <a:t> </a:t>
            </a:r>
            <a:r>
              <a:rPr dirty="0" sz="2450" spc="55">
                <a:latin typeface="Calibri"/>
                <a:cs typeface="Calibri"/>
              </a:rPr>
              <a:t>Blue</a:t>
            </a:r>
            <a:endParaRPr sz="2450">
              <a:latin typeface="Calibri"/>
              <a:cs typeface="Calibri"/>
            </a:endParaRPr>
          </a:p>
          <a:p>
            <a:pPr marL="12700" marR="5080">
              <a:lnSpc>
                <a:spcPct val="102200"/>
              </a:lnSpc>
              <a:spcBef>
                <a:spcPts val="1055"/>
              </a:spcBef>
            </a:pPr>
            <a:r>
              <a:rPr dirty="0" sz="1950" spc="-40">
                <a:latin typeface="Tahoma"/>
                <a:cs typeface="Tahoma"/>
              </a:rPr>
              <a:t>Safety</a:t>
            </a:r>
            <a:r>
              <a:rPr dirty="0" sz="1950" spc="-165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blue</a:t>
            </a:r>
            <a:r>
              <a:rPr dirty="0" sz="1950" spc="-165">
                <a:latin typeface="Tahoma"/>
                <a:cs typeface="Tahoma"/>
              </a:rPr>
              <a:t> </a:t>
            </a:r>
            <a:r>
              <a:rPr dirty="0" sz="1950" spc="-80">
                <a:latin typeface="Tahoma"/>
                <a:cs typeface="Tahoma"/>
              </a:rPr>
              <a:t>is</a:t>
            </a:r>
            <a:r>
              <a:rPr dirty="0" sz="1950" spc="-165">
                <a:latin typeface="Tahoma"/>
                <a:cs typeface="Tahoma"/>
              </a:rPr>
              <a:t> </a:t>
            </a:r>
            <a:r>
              <a:rPr dirty="0" sz="1950" spc="-60">
                <a:latin typeface="Tahoma"/>
                <a:cs typeface="Tahoma"/>
              </a:rPr>
              <a:t>an</a:t>
            </a:r>
            <a:r>
              <a:rPr dirty="0" sz="1950" spc="-165">
                <a:latin typeface="Tahoma"/>
                <a:cs typeface="Tahoma"/>
              </a:rPr>
              <a:t> </a:t>
            </a:r>
            <a:r>
              <a:rPr dirty="0" sz="1950" spc="-20">
                <a:latin typeface="Tahoma"/>
                <a:cs typeface="Tahoma"/>
              </a:rPr>
              <a:t>important</a:t>
            </a:r>
            <a:r>
              <a:rPr dirty="0" sz="1950" spc="-165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color</a:t>
            </a:r>
            <a:r>
              <a:rPr dirty="0" sz="1950" spc="-165">
                <a:latin typeface="Tahoma"/>
                <a:cs typeface="Tahoma"/>
              </a:rPr>
              <a:t> </a:t>
            </a:r>
            <a:r>
              <a:rPr dirty="0" sz="1950" spc="-45">
                <a:latin typeface="Tahoma"/>
                <a:cs typeface="Tahoma"/>
              </a:rPr>
              <a:t>that </a:t>
            </a:r>
            <a:r>
              <a:rPr dirty="0" sz="1950" spc="-80">
                <a:latin typeface="Tahoma"/>
                <a:cs typeface="Tahoma"/>
              </a:rPr>
              <a:t>is</a:t>
            </a:r>
            <a:r>
              <a:rPr dirty="0" sz="1950" spc="-190">
                <a:latin typeface="Tahoma"/>
                <a:cs typeface="Tahoma"/>
              </a:rPr>
              <a:t> </a:t>
            </a:r>
            <a:r>
              <a:rPr dirty="0" sz="1950" spc="-10">
                <a:latin typeface="Tahoma"/>
                <a:cs typeface="Tahoma"/>
              </a:rPr>
              <a:t>unique</a:t>
            </a:r>
            <a:r>
              <a:rPr dirty="0" sz="1950" spc="-185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to</a:t>
            </a:r>
            <a:r>
              <a:rPr dirty="0" sz="1950" spc="-185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Uber</a:t>
            </a:r>
            <a:r>
              <a:rPr dirty="0" sz="1950" spc="-185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and</a:t>
            </a:r>
            <a:r>
              <a:rPr dirty="0" sz="1950" spc="-190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should</a:t>
            </a:r>
            <a:r>
              <a:rPr dirty="0" sz="1950" spc="-185">
                <a:latin typeface="Tahoma"/>
                <a:cs typeface="Tahoma"/>
              </a:rPr>
              <a:t> </a:t>
            </a:r>
            <a:r>
              <a:rPr dirty="0" sz="1950" spc="90">
                <a:latin typeface="Tahoma"/>
                <a:cs typeface="Tahoma"/>
              </a:rPr>
              <a:t>be </a:t>
            </a:r>
            <a:r>
              <a:rPr dirty="0" sz="1950">
                <a:latin typeface="Tahoma"/>
                <a:cs typeface="Tahoma"/>
              </a:rPr>
              <a:t>used</a:t>
            </a:r>
            <a:r>
              <a:rPr dirty="0" sz="1950" spc="-150">
                <a:latin typeface="Tahoma"/>
                <a:cs typeface="Tahoma"/>
              </a:rPr>
              <a:t> </a:t>
            </a:r>
            <a:r>
              <a:rPr dirty="0" sz="1950" spc="-40">
                <a:latin typeface="Tahoma"/>
                <a:cs typeface="Tahoma"/>
              </a:rPr>
              <a:t>sparingly</a:t>
            </a:r>
            <a:r>
              <a:rPr dirty="0" sz="1950" spc="-145">
                <a:latin typeface="Tahoma"/>
                <a:cs typeface="Tahoma"/>
              </a:rPr>
              <a:t> </a:t>
            </a:r>
            <a:r>
              <a:rPr dirty="0" sz="1950" spc="-40">
                <a:latin typeface="Tahoma"/>
                <a:cs typeface="Tahoma"/>
              </a:rPr>
              <a:t>for</a:t>
            </a:r>
            <a:r>
              <a:rPr dirty="0" sz="1950" spc="-145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moments</a:t>
            </a:r>
            <a:r>
              <a:rPr dirty="0" sz="1950" spc="-145">
                <a:latin typeface="Tahoma"/>
                <a:cs typeface="Tahoma"/>
              </a:rPr>
              <a:t> </a:t>
            </a:r>
            <a:r>
              <a:rPr dirty="0" sz="1950" spc="-25">
                <a:latin typeface="Tahoma"/>
                <a:cs typeface="Tahoma"/>
              </a:rPr>
              <a:t>of </a:t>
            </a:r>
            <a:r>
              <a:rPr dirty="0" sz="1950" spc="-20">
                <a:latin typeface="Tahoma"/>
                <a:cs typeface="Tahoma"/>
              </a:rPr>
              <a:t>support,</a:t>
            </a:r>
            <a:r>
              <a:rPr dirty="0" sz="1950" spc="-170">
                <a:latin typeface="Tahoma"/>
                <a:cs typeface="Tahoma"/>
              </a:rPr>
              <a:t> </a:t>
            </a:r>
            <a:r>
              <a:rPr dirty="0" sz="1950" spc="-65">
                <a:latin typeface="Tahoma"/>
                <a:cs typeface="Tahoma"/>
              </a:rPr>
              <a:t>assurance,</a:t>
            </a:r>
            <a:r>
              <a:rPr dirty="0" sz="1950" spc="-165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and</a:t>
            </a:r>
            <a:r>
              <a:rPr dirty="0" sz="1950" spc="-165">
                <a:latin typeface="Tahoma"/>
                <a:cs typeface="Tahoma"/>
              </a:rPr>
              <a:t> </a:t>
            </a:r>
            <a:r>
              <a:rPr dirty="0" sz="1950" spc="-10">
                <a:latin typeface="Tahoma"/>
                <a:cs typeface="Tahoma"/>
              </a:rPr>
              <a:t>delight</a:t>
            </a:r>
            <a:endParaRPr sz="1950">
              <a:latin typeface="Tahoma"/>
              <a:cs typeface="Tahoma"/>
            </a:endParaRPr>
          </a:p>
          <a:p>
            <a:pPr marL="12700" marR="127000">
              <a:lnSpc>
                <a:spcPct val="102200"/>
              </a:lnSpc>
            </a:pPr>
            <a:r>
              <a:rPr dirty="0" sz="1950" spc="-70">
                <a:latin typeface="Tahoma"/>
                <a:cs typeface="Tahoma"/>
              </a:rPr>
              <a:t>at</a:t>
            </a:r>
            <a:r>
              <a:rPr dirty="0" sz="1950" spc="-160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moments</a:t>
            </a:r>
            <a:r>
              <a:rPr dirty="0" sz="1950" spc="-155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of</a:t>
            </a:r>
            <a:r>
              <a:rPr dirty="0" sz="1950" spc="-155">
                <a:latin typeface="Tahoma"/>
                <a:cs typeface="Tahoma"/>
              </a:rPr>
              <a:t> </a:t>
            </a:r>
            <a:r>
              <a:rPr dirty="0" sz="1950" spc="-45">
                <a:latin typeface="Tahoma"/>
                <a:cs typeface="Tahoma"/>
              </a:rPr>
              <a:t>interaction</a:t>
            </a:r>
            <a:r>
              <a:rPr dirty="0" sz="1950" spc="-155">
                <a:latin typeface="Tahoma"/>
                <a:cs typeface="Tahoma"/>
              </a:rPr>
              <a:t> </a:t>
            </a:r>
            <a:r>
              <a:rPr dirty="0" sz="1950" spc="-10">
                <a:latin typeface="Tahoma"/>
                <a:cs typeface="Tahoma"/>
              </a:rPr>
              <a:t>between </a:t>
            </a:r>
            <a:r>
              <a:rPr dirty="0" sz="1950" spc="-60">
                <a:latin typeface="Tahoma"/>
                <a:cs typeface="Tahoma"/>
              </a:rPr>
              <a:t>a</a:t>
            </a:r>
            <a:r>
              <a:rPr dirty="0" sz="1950" spc="-200">
                <a:latin typeface="Tahoma"/>
                <a:cs typeface="Tahoma"/>
              </a:rPr>
              <a:t> </a:t>
            </a:r>
            <a:r>
              <a:rPr dirty="0" sz="1950" spc="-35">
                <a:latin typeface="Tahoma"/>
                <a:cs typeface="Tahoma"/>
              </a:rPr>
              <a:t>user</a:t>
            </a:r>
            <a:r>
              <a:rPr dirty="0" sz="1950" spc="-195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and</a:t>
            </a:r>
            <a:r>
              <a:rPr dirty="0" sz="1950" spc="-200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the</a:t>
            </a:r>
            <a:r>
              <a:rPr dirty="0" sz="1950" spc="-195">
                <a:latin typeface="Tahoma"/>
                <a:cs typeface="Tahoma"/>
              </a:rPr>
              <a:t> </a:t>
            </a:r>
            <a:r>
              <a:rPr dirty="0" sz="1950" spc="-10">
                <a:latin typeface="Tahoma"/>
                <a:cs typeface="Tahoma"/>
              </a:rPr>
              <a:t>brand.</a:t>
            </a:r>
            <a:endParaRPr sz="195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0772312" y="1238570"/>
            <a:ext cx="1104265" cy="65405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>
                <a:latin typeface="Tahoma"/>
                <a:cs typeface="Tahoma"/>
              </a:rPr>
              <a:t>RGB</a:t>
            </a:r>
            <a:r>
              <a:rPr dirty="0" sz="1000" spc="-90">
                <a:latin typeface="Tahoma"/>
                <a:cs typeface="Tahoma"/>
              </a:rPr>
              <a:t> </a:t>
            </a:r>
            <a:r>
              <a:rPr dirty="0" sz="1000" spc="-145">
                <a:latin typeface="Tahoma"/>
                <a:cs typeface="Tahoma"/>
              </a:rPr>
              <a:t>—</a:t>
            </a:r>
            <a:r>
              <a:rPr dirty="0" sz="1000" spc="-9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255</a:t>
            </a:r>
            <a:r>
              <a:rPr dirty="0" sz="1000" spc="-9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255</a:t>
            </a:r>
            <a:r>
              <a:rPr dirty="0" sz="1000" spc="-8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255</a:t>
            </a:r>
            <a:endParaRPr sz="1000">
              <a:latin typeface="Tahoma"/>
              <a:cs typeface="Tahoma"/>
            </a:endParaRPr>
          </a:p>
          <a:p>
            <a:pPr marL="12700" marR="172085">
              <a:lnSpc>
                <a:spcPct val="103099"/>
              </a:lnSpc>
            </a:pPr>
            <a:r>
              <a:rPr dirty="0" sz="1000" spc="55">
                <a:latin typeface="Tahoma"/>
                <a:cs typeface="Tahoma"/>
              </a:rPr>
              <a:t>CMYK</a:t>
            </a:r>
            <a:r>
              <a:rPr dirty="0" sz="1000" spc="-105">
                <a:latin typeface="Tahoma"/>
                <a:cs typeface="Tahoma"/>
              </a:rPr>
              <a:t> </a:t>
            </a:r>
            <a:r>
              <a:rPr dirty="0" sz="1000" spc="-145">
                <a:latin typeface="Tahoma"/>
                <a:cs typeface="Tahoma"/>
              </a:rPr>
              <a:t>—</a:t>
            </a:r>
            <a:r>
              <a:rPr dirty="0" sz="1000" spc="-105">
                <a:latin typeface="Tahoma"/>
                <a:cs typeface="Tahoma"/>
              </a:rPr>
              <a:t> </a:t>
            </a:r>
            <a:r>
              <a:rPr dirty="0" sz="1000" spc="90">
                <a:latin typeface="Tahoma"/>
                <a:cs typeface="Tahoma"/>
              </a:rPr>
              <a:t>0</a:t>
            </a:r>
            <a:r>
              <a:rPr dirty="0" sz="1000" spc="-105">
                <a:latin typeface="Tahoma"/>
                <a:cs typeface="Tahoma"/>
              </a:rPr>
              <a:t> </a:t>
            </a:r>
            <a:r>
              <a:rPr dirty="0" sz="1000" spc="90">
                <a:latin typeface="Tahoma"/>
                <a:cs typeface="Tahoma"/>
              </a:rPr>
              <a:t>0</a:t>
            </a:r>
            <a:r>
              <a:rPr dirty="0" sz="1000" spc="-105">
                <a:latin typeface="Tahoma"/>
                <a:cs typeface="Tahoma"/>
              </a:rPr>
              <a:t> </a:t>
            </a:r>
            <a:r>
              <a:rPr dirty="0" sz="1000" spc="90">
                <a:latin typeface="Tahoma"/>
                <a:cs typeface="Tahoma"/>
              </a:rPr>
              <a:t>0</a:t>
            </a:r>
            <a:r>
              <a:rPr dirty="0" sz="1000" spc="-105">
                <a:latin typeface="Tahoma"/>
                <a:cs typeface="Tahoma"/>
              </a:rPr>
              <a:t> </a:t>
            </a:r>
            <a:r>
              <a:rPr dirty="0" sz="1000" spc="40">
                <a:latin typeface="Tahoma"/>
                <a:cs typeface="Tahoma"/>
              </a:rPr>
              <a:t>0 </a:t>
            </a:r>
            <a:r>
              <a:rPr dirty="0" sz="1000" spc="-10">
                <a:latin typeface="Tahoma"/>
                <a:cs typeface="Tahoma"/>
              </a:rPr>
              <a:t>HEX</a:t>
            </a:r>
            <a:r>
              <a:rPr dirty="0" sz="1000" spc="-110">
                <a:latin typeface="Tahoma"/>
                <a:cs typeface="Tahoma"/>
              </a:rPr>
              <a:t> </a:t>
            </a:r>
            <a:r>
              <a:rPr dirty="0" sz="1000" spc="-145">
                <a:latin typeface="Tahoma"/>
                <a:cs typeface="Tahoma"/>
              </a:rPr>
              <a:t>—</a:t>
            </a:r>
            <a:r>
              <a:rPr dirty="0" sz="1000" spc="-10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FFFFFF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000">
                <a:latin typeface="Tahoma"/>
                <a:cs typeface="Tahoma"/>
              </a:rPr>
              <a:t>PMS</a:t>
            </a:r>
            <a:r>
              <a:rPr dirty="0" sz="1000" spc="-60">
                <a:latin typeface="Tahoma"/>
                <a:cs typeface="Tahoma"/>
              </a:rPr>
              <a:t> </a:t>
            </a:r>
            <a:r>
              <a:rPr dirty="0" sz="1000" spc="-145">
                <a:latin typeface="Tahoma"/>
                <a:cs typeface="Tahoma"/>
              </a:rPr>
              <a:t>—</a:t>
            </a:r>
            <a:r>
              <a:rPr dirty="0" sz="1000" spc="-6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White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0772312" y="720261"/>
            <a:ext cx="521334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45">
                <a:latin typeface="Calibri"/>
                <a:cs typeface="Calibri"/>
              </a:rPr>
              <a:t>White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5641273" y="1238570"/>
            <a:ext cx="1274445" cy="65405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>
                <a:solidFill>
                  <a:srgbClr val="FFFFFF"/>
                </a:solidFill>
                <a:latin typeface="Tahoma"/>
                <a:cs typeface="Tahoma"/>
              </a:rPr>
              <a:t>RGB</a:t>
            </a:r>
            <a:r>
              <a:rPr dirty="0" sz="100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145">
                <a:solidFill>
                  <a:srgbClr val="FFFFFF"/>
                </a:solidFill>
                <a:latin typeface="Tahoma"/>
                <a:cs typeface="Tahoma"/>
              </a:rPr>
              <a:t>—</a:t>
            </a:r>
            <a:r>
              <a:rPr dirty="0" sz="100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9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r>
              <a:rPr dirty="0" sz="100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9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r>
              <a:rPr dirty="0" sz="100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4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000" spc="55">
                <a:solidFill>
                  <a:srgbClr val="FFFFFF"/>
                </a:solidFill>
                <a:latin typeface="Tahoma"/>
                <a:cs typeface="Tahoma"/>
              </a:rPr>
              <a:t>CMYK</a:t>
            </a:r>
            <a:r>
              <a:rPr dirty="0" sz="100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145">
                <a:solidFill>
                  <a:srgbClr val="FFFFFF"/>
                </a:solidFill>
                <a:latin typeface="Tahoma"/>
                <a:cs typeface="Tahoma"/>
              </a:rPr>
              <a:t>—</a:t>
            </a:r>
            <a:r>
              <a:rPr dirty="0" sz="100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FFFFFF"/>
                </a:solidFill>
                <a:latin typeface="Tahoma"/>
                <a:cs typeface="Tahoma"/>
              </a:rPr>
              <a:t>70</a:t>
            </a:r>
            <a:r>
              <a:rPr dirty="0" sz="1000" spc="-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FFFFFF"/>
                </a:solidFill>
                <a:latin typeface="Tahoma"/>
                <a:cs typeface="Tahoma"/>
              </a:rPr>
              <a:t>35</a:t>
            </a:r>
            <a:r>
              <a:rPr dirty="0" sz="100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65">
                <a:solidFill>
                  <a:srgbClr val="FFFFFF"/>
                </a:solidFill>
                <a:latin typeface="Tahoma"/>
                <a:cs typeface="Tahoma"/>
              </a:rPr>
              <a:t>40</a:t>
            </a:r>
            <a:r>
              <a:rPr dirty="0" sz="1000" spc="-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FFFFFF"/>
                </a:solidFill>
                <a:latin typeface="Tahoma"/>
                <a:cs typeface="Tahoma"/>
              </a:rPr>
              <a:t>100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1000" spc="-10">
                <a:solidFill>
                  <a:srgbClr val="FFFFFF"/>
                </a:solidFill>
                <a:latin typeface="Tahoma"/>
                <a:cs typeface="Tahoma"/>
              </a:rPr>
              <a:t>HEX</a:t>
            </a:r>
            <a:r>
              <a:rPr dirty="0" sz="10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145">
                <a:solidFill>
                  <a:srgbClr val="FFFFFF"/>
                </a:solidFill>
                <a:latin typeface="Tahoma"/>
                <a:cs typeface="Tahoma"/>
              </a:rPr>
              <a:t>—</a:t>
            </a:r>
            <a:r>
              <a:rPr dirty="0" sz="10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80">
                <a:solidFill>
                  <a:srgbClr val="FFFFFF"/>
                </a:solidFill>
                <a:latin typeface="Tahoma"/>
                <a:cs typeface="Tahoma"/>
              </a:rPr>
              <a:t>000000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000">
                <a:solidFill>
                  <a:srgbClr val="FFFFFF"/>
                </a:solidFill>
                <a:latin typeface="Tahoma"/>
                <a:cs typeface="Tahoma"/>
              </a:rPr>
              <a:t>PMS</a:t>
            </a:r>
            <a:r>
              <a:rPr dirty="0" sz="1000" spc="-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145">
                <a:solidFill>
                  <a:srgbClr val="FFFFFF"/>
                </a:solidFill>
                <a:latin typeface="Tahoma"/>
                <a:cs typeface="Tahoma"/>
              </a:rPr>
              <a:t>—</a:t>
            </a:r>
            <a:r>
              <a:rPr dirty="0" sz="1000" spc="-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20">
                <a:solidFill>
                  <a:srgbClr val="FFFFFF"/>
                </a:solidFill>
                <a:latin typeface="Tahoma"/>
                <a:cs typeface="Tahoma"/>
              </a:rPr>
              <a:t>Black</a:t>
            </a:r>
            <a:r>
              <a:rPr dirty="0" sz="1000" spc="-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60">
                <a:solidFill>
                  <a:srgbClr val="FFFFFF"/>
                </a:solidFill>
                <a:latin typeface="Tahoma"/>
                <a:cs typeface="Tahoma"/>
              </a:rPr>
              <a:t>6</a:t>
            </a:r>
            <a:r>
              <a:rPr dirty="0" sz="1000" spc="-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11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5672686" y="720261"/>
            <a:ext cx="461645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50">
                <a:solidFill>
                  <a:srgbClr val="FFFFFF"/>
                </a:solidFill>
                <a:latin typeface="Calibri"/>
                <a:cs typeface="Calibri"/>
              </a:rPr>
              <a:t>Black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0772312" y="8981790"/>
            <a:ext cx="1111250" cy="12141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75">
                <a:solidFill>
                  <a:srgbClr val="FFFFFF"/>
                </a:solidFill>
                <a:latin typeface="Calibri"/>
                <a:cs typeface="Calibri"/>
              </a:rPr>
              <a:t>Safety</a:t>
            </a:r>
            <a:r>
              <a:rPr dirty="0" sz="145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 spc="30">
                <a:solidFill>
                  <a:srgbClr val="FFFFFF"/>
                </a:solidFill>
                <a:latin typeface="Calibri"/>
                <a:cs typeface="Calibri"/>
              </a:rPr>
              <a:t>Blue</a:t>
            </a:r>
            <a:endParaRPr sz="1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1450">
              <a:latin typeface="Calibri"/>
              <a:cs typeface="Calibri"/>
            </a:endParaRPr>
          </a:p>
          <a:p>
            <a:pPr marL="53975">
              <a:lnSpc>
                <a:spcPct val="100000"/>
              </a:lnSpc>
            </a:pPr>
            <a:r>
              <a:rPr dirty="0" sz="1000">
                <a:solidFill>
                  <a:srgbClr val="FFFFFF"/>
                </a:solidFill>
                <a:latin typeface="Tahoma"/>
                <a:cs typeface="Tahoma"/>
              </a:rPr>
              <a:t>RGB</a:t>
            </a:r>
            <a:r>
              <a:rPr dirty="0" sz="10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145">
                <a:solidFill>
                  <a:srgbClr val="FFFFFF"/>
                </a:solidFill>
                <a:latin typeface="Tahoma"/>
                <a:cs typeface="Tahoma"/>
              </a:rPr>
              <a:t>—</a:t>
            </a:r>
            <a:r>
              <a:rPr dirty="0" sz="10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FFFFFF"/>
                </a:solidFill>
                <a:latin typeface="Tahoma"/>
                <a:cs typeface="Tahoma"/>
              </a:rPr>
              <a:t>39</a:t>
            </a:r>
            <a:r>
              <a:rPr dirty="0" sz="10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50">
                <a:solidFill>
                  <a:srgbClr val="FFFFFF"/>
                </a:solidFill>
                <a:latin typeface="Tahoma"/>
                <a:cs typeface="Tahoma"/>
              </a:rPr>
              <a:t>110</a:t>
            </a:r>
            <a:r>
              <a:rPr dirty="0" sz="10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25">
                <a:solidFill>
                  <a:srgbClr val="FFFFFF"/>
                </a:solidFill>
                <a:latin typeface="Tahoma"/>
                <a:cs typeface="Tahoma"/>
              </a:rPr>
              <a:t>241</a:t>
            </a:r>
            <a:endParaRPr sz="1000">
              <a:latin typeface="Tahoma"/>
              <a:cs typeface="Tahoma"/>
            </a:endParaRPr>
          </a:p>
          <a:p>
            <a:pPr marL="53975" marR="5080">
              <a:lnSpc>
                <a:spcPct val="103099"/>
              </a:lnSpc>
            </a:pPr>
            <a:r>
              <a:rPr dirty="0" sz="1000" spc="55">
                <a:solidFill>
                  <a:srgbClr val="FFFFFF"/>
                </a:solidFill>
                <a:latin typeface="Tahoma"/>
                <a:cs typeface="Tahoma"/>
              </a:rPr>
              <a:t>CMYK</a:t>
            </a:r>
            <a:r>
              <a:rPr dirty="0" sz="10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145">
                <a:solidFill>
                  <a:srgbClr val="FFFFFF"/>
                </a:solidFill>
                <a:latin typeface="Tahoma"/>
                <a:cs typeface="Tahoma"/>
              </a:rPr>
              <a:t>—</a:t>
            </a:r>
            <a:r>
              <a:rPr dirty="0" sz="1000" spc="-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FFFFFF"/>
                </a:solidFill>
                <a:latin typeface="Tahoma"/>
                <a:cs typeface="Tahoma"/>
              </a:rPr>
              <a:t>84</a:t>
            </a:r>
            <a:r>
              <a:rPr dirty="0" sz="10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FFFFFF"/>
                </a:solidFill>
                <a:latin typeface="Tahoma"/>
                <a:cs typeface="Tahoma"/>
              </a:rPr>
              <a:t>54</a:t>
            </a:r>
            <a:r>
              <a:rPr dirty="0" sz="1000" spc="-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9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r>
              <a:rPr dirty="0" sz="1000" spc="-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40">
                <a:solidFill>
                  <a:srgbClr val="FFFFFF"/>
                </a:solidFill>
                <a:latin typeface="Tahoma"/>
                <a:cs typeface="Tahoma"/>
              </a:rPr>
              <a:t>0 </a:t>
            </a:r>
            <a:r>
              <a:rPr dirty="0" sz="1000" spc="-10">
                <a:solidFill>
                  <a:srgbClr val="FFFFFF"/>
                </a:solidFill>
                <a:latin typeface="Tahoma"/>
                <a:cs typeface="Tahoma"/>
              </a:rPr>
              <a:t>HEX</a:t>
            </a:r>
            <a:r>
              <a:rPr dirty="0" sz="10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145">
                <a:solidFill>
                  <a:srgbClr val="FFFFFF"/>
                </a:solidFill>
                <a:latin typeface="Tahoma"/>
                <a:cs typeface="Tahoma"/>
              </a:rPr>
              <a:t>—</a:t>
            </a:r>
            <a:r>
              <a:rPr dirty="0" sz="10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Tahoma"/>
                <a:cs typeface="Tahoma"/>
              </a:rPr>
              <a:t>276EF1</a:t>
            </a:r>
            <a:r>
              <a:rPr dirty="0" sz="1000" spc="5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>
                <a:solidFill>
                  <a:srgbClr val="FFFFFF"/>
                </a:solidFill>
                <a:latin typeface="Tahoma"/>
                <a:cs typeface="Tahoma"/>
              </a:rPr>
              <a:t>PMS</a:t>
            </a:r>
            <a:r>
              <a:rPr dirty="0" sz="1000" spc="-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145">
                <a:solidFill>
                  <a:srgbClr val="FFFFFF"/>
                </a:solidFill>
                <a:latin typeface="Tahoma"/>
                <a:cs typeface="Tahoma"/>
              </a:rPr>
              <a:t>—</a:t>
            </a:r>
            <a:r>
              <a:rPr dirty="0" sz="1000" spc="-65">
                <a:solidFill>
                  <a:srgbClr val="FFFFFF"/>
                </a:solidFill>
                <a:latin typeface="Tahoma"/>
                <a:cs typeface="Tahoma"/>
              </a:rPr>
              <a:t> 2174 </a:t>
            </a:r>
            <a:r>
              <a:rPr dirty="0" sz="1000" spc="10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10048563" y="10470"/>
            <a:ext cx="10056495" cy="11298555"/>
            <a:chOff x="10048563" y="10470"/>
            <a:chExt cx="10056495" cy="11298555"/>
          </a:xfrm>
        </p:grpSpPr>
        <p:sp>
          <p:nvSpPr>
            <p:cNvPr id="15" name="object 15" descr=""/>
            <p:cNvSpPr/>
            <p:nvPr/>
          </p:nvSpPr>
          <p:spPr>
            <a:xfrm>
              <a:off x="10052489" y="10470"/>
              <a:ext cx="0" cy="11298555"/>
            </a:xfrm>
            <a:custGeom>
              <a:avLst/>
              <a:gdLst/>
              <a:ahLst/>
              <a:cxnLst/>
              <a:rect l="l" t="t" r="r" b="b"/>
              <a:pathLst>
                <a:path w="0" h="11298555">
                  <a:moveTo>
                    <a:pt x="0" y="11298085"/>
                  </a:moveTo>
                  <a:lnTo>
                    <a:pt x="0" y="0"/>
                  </a:lnTo>
                </a:path>
              </a:pathLst>
            </a:custGeom>
            <a:ln w="78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0062248" y="8497238"/>
              <a:ext cx="10043160" cy="0"/>
            </a:xfrm>
            <a:custGeom>
              <a:avLst/>
              <a:gdLst/>
              <a:ahLst/>
              <a:cxnLst/>
              <a:rect l="l" t="t" r="r" b="b"/>
              <a:pathLst>
                <a:path w="10043160" h="0">
                  <a:moveTo>
                    <a:pt x="0" y="0"/>
                  </a:moveTo>
                  <a:lnTo>
                    <a:pt x="10042783" y="0"/>
                  </a:lnTo>
                </a:path>
              </a:pathLst>
            </a:custGeom>
            <a:ln w="78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4127" y="0"/>
            <a:ext cx="20112355" cy="5658485"/>
            <a:chOff x="-4127" y="0"/>
            <a:chExt cx="20112355" cy="5658485"/>
          </a:xfrm>
        </p:grpSpPr>
        <p:sp>
          <p:nvSpPr>
            <p:cNvPr id="3" name="object 3" descr=""/>
            <p:cNvSpPr/>
            <p:nvPr/>
          </p:nvSpPr>
          <p:spPr>
            <a:xfrm>
              <a:off x="11727706" y="0"/>
              <a:ext cx="1675764" cy="5654675"/>
            </a:xfrm>
            <a:custGeom>
              <a:avLst/>
              <a:gdLst/>
              <a:ahLst/>
              <a:cxnLst/>
              <a:rect l="l" t="t" r="r" b="b"/>
              <a:pathLst>
                <a:path w="1675765" h="5654675">
                  <a:moveTo>
                    <a:pt x="0" y="0"/>
                  </a:moveTo>
                  <a:lnTo>
                    <a:pt x="1675341" y="0"/>
                  </a:lnTo>
                  <a:lnTo>
                    <a:pt x="1675341" y="5654278"/>
                  </a:lnTo>
                  <a:lnTo>
                    <a:pt x="0" y="56542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4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13403257" y="0"/>
              <a:ext cx="1675764" cy="5654675"/>
            </a:xfrm>
            <a:custGeom>
              <a:avLst/>
              <a:gdLst/>
              <a:ahLst/>
              <a:cxnLst/>
              <a:rect l="l" t="t" r="r" b="b"/>
              <a:pathLst>
                <a:path w="1675765" h="5654675">
                  <a:moveTo>
                    <a:pt x="0" y="0"/>
                  </a:moveTo>
                  <a:lnTo>
                    <a:pt x="1675341" y="0"/>
                  </a:lnTo>
                  <a:lnTo>
                    <a:pt x="1675341" y="5654278"/>
                  </a:lnTo>
                  <a:lnTo>
                    <a:pt x="0" y="56542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52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5078913" y="0"/>
              <a:ext cx="1675764" cy="5654675"/>
            </a:xfrm>
            <a:custGeom>
              <a:avLst/>
              <a:gdLst/>
              <a:ahLst/>
              <a:cxnLst/>
              <a:rect l="l" t="t" r="r" b="b"/>
              <a:pathLst>
                <a:path w="1675765" h="5654675">
                  <a:moveTo>
                    <a:pt x="0" y="0"/>
                  </a:moveTo>
                  <a:lnTo>
                    <a:pt x="1675341" y="0"/>
                  </a:lnTo>
                  <a:lnTo>
                    <a:pt x="1675341" y="5654278"/>
                  </a:lnTo>
                  <a:lnTo>
                    <a:pt x="0" y="56542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864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6754463" y="0"/>
              <a:ext cx="1675764" cy="5654675"/>
            </a:xfrm>
            <a:custGeom>
              <a:avLst/>
              <a:gdLst/>
              <a:ahLst/>
              <a:cxnLst/>
              <a:rect l="l" t="t" r="r" b="b"/>
              <a:pathLst>
                <a:path w="1675765" h="5654675">
                  <a:moveTo>
                    <a:pt x="0" y="0"/>
                  </a:moveTo>
                  <a:lnTo>
                    <a:pt x="1675341" y="0"/>
                  </a:lnTo>
                  <a:lnTo>
                    <a:pt x="1675341" y="5654278"/>
                  </a:lnTo>
                  <a:lnTo>
                    <a:pt x="0" y="56542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7D4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8430119" y="0"/>
              <a:ext cx="1675764" cy="5654675"/>
            </a:xfrm>
            <a:custGeom>
              <a:avLst/>
              <a:gdLst/>
              <a:ahLst/>
              <a:cxnLst/>
              <a:rect l="l" t="t" r="r" b="b"/>
              <a:pathLst>
                <a:path w="1675765" h="5654675">
                  <a:moveTo>
                    <a:pt x="0" y="0"/>
                  </a:moveTo>
                  <a:lnTo>
                    <a:pt x="1675341" y="0"/>
                  </a:lnTo>
                  <a:lnTo>
                    <a:pt x="1675341" y="5654278"/>
                  </a:lnTo>
                  <a:lnTo>
                    <a:pt x="0" y="56542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356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0052050" y="0"/>
              <a:ext cx="1675764" cy="5654675"/>
            </a:xfrm>
            <a:custGeom>
              <a:avLst/>
              <a:gdLst/>
              <a:ahLst/>
              <a:cxnLst/>
              <a:rect l="l" t="t" r="r" b="b"/>
              <a:pathLst>
                <a:path w="1675765" h="5654675">
                  <a:moveTo>
                    <a:pt x="0" y="0"/>
                  </a:moveTo>
                  <a:lnTo>
                    <a:pt x="1675341" y="0"/>
                  </a:lnTo>
                  <a:lnTo>
                    <a:pt x="1675341" y="5654278"/>
                  </a:lnTo>
                  <a:lnTo>
                    <a:pt x="0" y="56542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7B2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0" y="5654278"/>
              <a:ext cx="20104100" cy="0"/>
            </a:xfrm>
            <a:custGeom>
              <a:avLst/>
              <a:gdLst/>
              <a:ahLst/>
              <a:cxnLst/>
              <a:rect l="l" t="t" r="r" b="b"/>
              <a:pathLst>
                <a:path w="20104100" h="0">
                  <a:moveTo>
                    <a:pt x="0" y="0"/>
                  </a:moveTo>
                  <a:lnTo>
                    <a:pt x="20104099" y="0"/>
                  </a:lnTo>
                </a:path>
              </a:pathLst>
            </a:custGeom>
            <a:ln w="78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310"/>
              <a:t>Color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730732" y="1680964"/>
            <a:ext cx="4217670" cy="3136265"/>
          </a:xfrm>
          <a:prstGeom prst="rect">
            <a:avLst/>
          </a:prstGeom>
        </p:spPr>
        <p:txBody>
          <a:bodyPr wrap="square" lIns="0" tIns="1854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dirty="0" sz="2450" spc="165">
                <a:latin typeface="Calibri"/>
                <a:cs typeface="Calibri"/>
              </a:rPr>
              <a:t>Secondary</a:t>
            </a:r>
            <a:r>
              <a:rPr dirty="0" sz="2450" spc="-60">
                <a:latin typeface="Calibri"/>
                <a:cs typeface="Calibri"/>
              </a:rPr>
              <a:t> </a:t>
            </a:r>
            <a:r>
              <a:rPr dirty="0" sz="2450" spc="100">
                <a:latin typeface="Calibri"/>
                <a:cs typeface="Calibri"/>
              </a:rPr>
              <a:t>colors</a:t>
            </a:r>
            <a:endParaRPr sz="2450">
              <a:latin typeface="Calibri"/>
              <a:cs typeface="Calibri"/>
            </a:endParaRPr>
          </a:p>
          <a:p>
            <a:pPr marL="12700" marR="5080">
              <a:lnSpc>
                <a:spcPct val="102200"/>
              </a:lnSpc>
              <a:spcBef>
                <a:spcPts val="1055"/>
              </a:spcBef>
            </a:pPr>
            <a:r>
              <a:rPr dirty="0" sz="1950">
                <a:latin typeface="Tahoma"/>
                <a:cs typeface="Tahoma"/>
              </a:rPr>
              <a:t>Our</a:t>
            </a:r>
            <a:r>
              <a:rPr dirty="0" sz="1950" spc="-160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secondary</a:t>
            </a:r>
            <a:r>
              <a:rPr dirty="0" sz="1950" spc="-160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colors</a:t>
            </a:r>
            <a:r>
              <a:rPr dirty="0" sz="1950" spc="-155">
                <a:latin typeface="Tahoma"/>
                <a:cs typeface="Tahoma"/>
              </a:rPr>
              <a:t> </a:t>
            </a:r>
            <a:r>
              <a:rPr dirty="0" sz="1950" spc="-40">
                <a:latin typeface="Tahoma"/>
                <a:cs typeface="Tahoma"/>
              </a:rPr>
              <a:t>pull</a:t>
            </a:r>
            <a:r>
              <a:rPr dirty="0" sz="1950" spc="-160">
                <a:latin typeface="Tahoma"/>
                <a:cs typeface="Tahoma"/>
              </a:rPr>
              <a:t> </a:t>
            </a:r>
            <a:r>
              <a:rPr dirty="0" sz="1950" spc="-25">
                <a:latin typeface="Tahoma"/>
                <a:cs typeface="Tahoma"/>
              </a:rPr>
              <a:t>from</a:t>
            </a:r>
            <a:r>
              <a:rPr dirty="0" sz="1950" spc="-160">
                <a:latin typeface="Tahoma"/>
                <a:cs typeface="Tahoma"/>
              </a:rPr>
              <a:t> </a:t>
            </a:r>
            <a:r>
              <a:rPr dirty="0" sz="1950" spc="-25">
                <a:latin typeface="Tahoma"/>
                <a:cs typeface="Tahoma"/>
              </a:rPr>
              <a:t>the </a:t>
            </a:r>
            <a:r>
              <a:rPr dirty="0" sz="1950">
                <a:latin typeface="Tahoma"/>
                <a:cs typeface="Tahoma"/>
              </a:rPr>
              <a:t>colors</a:t>
            </a:r>
            <a:r>
              <a:rPr dirty="0" sz="1950" spc="-175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of</a:t>
            </a:r>
            <a:r>
              <a:rPr dirty="0" sz="1950" spc="-170">
                <a:latin typeface="Tahoma"/>
                <a:cs typeface="Tahoma"/>
              </a:rPr>
              <a:t> </a:t>
            </a:r>
            <a:r>
              <a:rPr dirty="0" sz="1950" spc="-55">
                <a:latin typeface="Tahoma"/>
                <a:cs typeface="Tahoma"/>
              </a:rPr>
              <a:t>transportation.</a:t>
            </a:r>
            <a:r>
              <a:rPr dirty="0" sz="1950" spc="-170">
                <a:latin typeface="Tahoma"/>
                <a:cs typeface="Tahoma"/>
              </a:rPr>
              <a:t> </a:t>
            </a:r>
            <a:r>
              <a:rPr dirty="0" sz="1950" spc="-35">
                <a:latin typeface="Tahoma"/>
                <a:cs typeface="Tahoma"/>
              </a:rPr>
              <a:t>They</a:t>
            </a:r>
            <a:r>
              <a:rPr dirty="0" sz="1950" spc="-170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should</a:t>
            </a:r>
            <a:r>
              <a:rPr dirty="0" sz="1950" spc="-175">
                <a:latin typeface="Tahoma"/>
                <a:cs typeface="Tahoma"/>
              </a:rPr>
              <a:t> </a:t>
            </a:r>
            <a:r>
              <a:rPr dirty="0" sz="1950" spc="90">
                <a:latin typeface="Tahoma"/>
                <a:cs typeface="Tahoma"/>
              </a:rPr>
              <a:t>be </a:t>
            </a:r>
            <a:r>
              <a:rPr dirty="0" sz="1950">
                <a:latin typeface="Tahoma"/>
                <a:cs typeface="Tahoma"/>
              </a:rPr>
              <a:t>used</a:t>
            </a:r>
            <a:r>
              <a:rPr dirty="0" sz="1950" spc="-135">
                <a:latin typeface="Tahoma"/>
                <a:cs typeface="Tahoma"/>
              </a:rPr>
              <a:t> </a:t>
            </a:r>
            <a:r>
              <a:rPr dirty="0" sz="1950" spc="-40">
                <a:latin typeface="Tahoma"/>
                <a:cs typeface="Tahoma"/>
              </a:rPr>
              <a:t>sparingly</a:t>
            </a:r>
            <a:r>
              <a:rPr dirty="0" sz="1950" spc="-135">
                <a:latin typeface="Tahoma"/>
                <a:cs typeface="Tahoma"/>
              </a:rPr>
              <a:t> </a:t>
            </a:r>
            <a:r>
              <a:rPr dirty="0" sz="1950" spc="-20">
                <a:latin typeface="Tahoma"/>
                <a:cs typeface="Tahoma"/>
              </a:rPr>
              <a:t>throughout</a:t>
            </a:r>
            <a:r>
              <a:rPr dirty="0" sz="1950" spc="-130">
                <a:latin typeface="Tahoma"/>
                <a:cs typeface="Tahoma"/>
              </a:rPr>
              <a:t> </a:t>
            </a:r>
            <a:r>
              <a:rPr dirty="0" sz="1950" spc="-10">
                <a:latin typeface="Tahoma"/>
                <a:cs typeface="Tahoma"/>
              </a:rPr>
              <a:t>illustration, </a:t>
            </a:r>
            <a:r>
              <a:rPr dirty="0" sz="1950" spc="-35">
                <a:latin typeface="Tahoma"/>
                <a:cs typeface="Tahoma"/>
              </a:rPr>
              <a:t>photography,</a:t>
            </a:r>
            <a:r>
              <a:rPr dirty="0" sz="1950" spc="-125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and</a:t>
            </a:r>
            <a:r>
              <a:rPr dirty="0" sz="1950" spc="-125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product</a:t>
            </a:r>
            <a:r>
              <a:rPr dirty="0" sz="1950" spc="-125">
                <a:latin typeface="Tahoma"/>
                <a:cs typeface="Tahoma"/>
              </a:rPr>
              <a:t> </a:t>
            </a:r>
            <a:r>
              <a:rPr dirty="0" sz="1950" spc="-85">
                <a:latin typeface="Tahoma"/>
                <a:cs typeface="Tahoma"/>
              </a:rPr>
              <a:t>in</a:t>
            </a:r>
            <a:r>
              <a:rPr dirty="0" sz="1950" spc="-125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order</a:t>
            </a:r>
            <a:r>
              <a:rPr dirty="0" sz="1950" spc="-125">
                <a:latin typeface="Tahoma"/>
                <a:cs typeface="Tahoma"/>
              </a:rPr>
              <a:t> </a:t>
            </a:r>
            <a:r>
              <a:rPr dirty="0" sz="1950" spc="-25">
                <a:latin typeface="Tahoma"/>
                <a:cs typeface="Tahoma"/>
              </a:rPr>
              <a:t>to </a:t>
            </a:r>
            <a:r>
              <a:rPr dirty="0" sz="1950" spc="-70">
                <a:latin typeface="Tahoma"/>
                <a:cs typeface="Tahoma"/>
              </a:rPr>
              <a:t>maintain</a:t>
            </a:r>
            <a:r>
              <a:rPr dirty="0" sz="1950" spc="-175">
                <a:latin typeface="Tahoma"/>
                <a:cs typeface="Tahoma"/>
              </a:rPr>
              <a:t> </a:t>
            </a:r>
            <a:r>
              <a:rPr dirty="0" sz="1950" spc="-10">
                <a:latin typeface="Tahoma"/>
                <a:cs typeface="Tahoma"/>
              </a:rPr>
              <a:t>meaning</a:t>
            </a:r>
            <a:r>
              <a:rPr dirty="0" sz="1950" spc="-170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and</a:t>
            </a:r>
            <a:r>
              <a:rPr dirty="0" sz="1950" spc="-175">
                <a:latin typeface="Tahoma"/>
                <a:cs typeface="Tahoma"/>
              </a:rPr>
              <a:t> </a:t>
            </a:r>
            <a:r>
              <a:rPr dirty="0" sz="1950" spc="-10">
                <a:latin typeface="Tahoma"/>
                <a:cs typeface="Tahoma"/>
              </a:rPr>
              <a:t>potency.</a:t>
            </a:r>
            <a:endParaRPr sz="1950">
              <a:latin typeface="Tahoma"/>
              <a:cs typeface="Tahoma"/>
            </a:endParaRPr>
          </a:p>
          <a:p>
            <a:pPr algn="just" marL="12700" marR="384175">
              <a:lnSpc>
                <a:spcPct val="102200"/>
              </a:lnSpc>
            </a:pPr>
            <a:r>
              <a:rPr dirty="0" sz="1950" spc="-40">
                <a:latin typeface="Tahoma"/>
                <a:cs typeface="Tahoma"/>
              </a:rPr>
              <a:t>The</a:t>
            </a:r>
            <a:r>
              <a:rPr dirty="0" sz="1950" spc="-114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secondary</a:t>
            </a:r>
            <a:r>
              <a:rPr dirty="0" sz="1950" spc="-85">
                <a:latin typeface="Tahoma"/>
                <a:cs typeface="Tahoma"/>
              </a:rPr>
              <a:t> </a:t>
            </a:r>
            <a:r>
              <a:rPr dirty="0" sz="1950" spc="-10">
                <a:latin typeface="Tahoma"/>
                <a:cs typeface="Tahoma"/>
              </a:rPr>
              <a:t>colors</a:t>
            </a:r>
            <a:r>
              <a:rPr dirty="0" sz="1950" spc="-85">
                <a:latin typeface="Tahoma"/>
                <a:cs typeface="Tahoma"/>
              </a:rPr>
              <a:t> </a:t>
            </a:r>
            <a:r>
              <a:rPr dirty="0" sz="1950" spc="-100">
                <a:latin typeface="Tahoma"/>
                <a:cs typeface="Tahoma"/>
              </a:rPr>
              <a:t>are</a:t>
            </a:r>
            <a:r>
              <a:rPr dirty="0" sz="1950" spc="-50">
                <a:latin typeface="Tahoma"/>
                <a:cs typeface="Tahoma"/>
              </a:rPr>
              <a:t> </a:t>
            </a:r>
            <a:r>
              <a:rPr dirty="0" sz="1950" spc="-60">
                <a:latin typeface="Tahoma"/>
                <a:cs typeface="Tahoma"/>
              </a:rPr>
              <a:t>only</a:t>
            </a:r>
            <a:r>
              <a:rPr dirty="0" sz="1950" spc="-85">
                <a:latin typeface="Tahoma"/>
                <a:cs typeface="Tahoma"/>
              </a:rPr>
              <a:t> </a:t>
            </a:r>
            <a:r>
              <a:rPr dirty="0" sz="1950" spc="-20">
                <a:latin typeface="Tahoma"/>
                <a:cs typeface="Tahoma"/>
              </a:rPr>
              <a:t>used </a:t>
            </a:r>
            <a:r>
              <a:rPr dirty="0" sz="1950" spc="-35">
                <a:latin typeface="Tahoma"/>
                <a:cs typeface="Tahoma"/>
              </a:rPr>
              <a:t>reasonably</a:t>
            </a:r>
            <a:r>
              <a:rPr dirty="0" sz="1950" spc="-80">
                <a:latin typeface="Tahoma"/>
                <a:cs typeface="Tahoma"/>
              </a:rPr>
              <a:t> </a:t>
            </a:r>
            <a:r>
              <a:rPr dirty="0" sz="1950" spc="-90">
                <a:latin typeface="Tahoma"/>
                <a:cs typeface="Tahoma"/>
              </a:rPr>
              <a:t>for</a:t>
            </a:r>
            <a:r>
              <a:rPr dirty="0" sz="1950" spc="-65">
                <a:latin typeface="Tahoma"/>
                <a:cs typeface="Tahoma"/>
              </a:rPr>
              <a:t> </a:t>
            </a:r>
            <a:r>
              <a:rPr dirty="0" sz="1950" spc="-80">
                <a:latin typeface="Tahoma"/>
                <a:cs typeface="Tahoma"/>
              </a:rPr>
              <a:t>illustrations</a:t>
            </a:r>
            <a:r>
              <a:rPr dirty="0" sz="1950" spc="-70">
                <a:latin typeface="Tahoma"/>
                <a:cs typeface="Tahoma"/>
              </a:rPr>
              <a:t> </a:t>
            </a:r>
            <a:r>
              <a:rPr dirty="0" sz="1950" spc="-20">
                <a:latin typeface="Tahoma"/>
                <a:cs typeface="Tahoma"/>
              </a:rPr>
              <a:t>and</a:t>
            </a:r>
            <a:r>
              <a:rPr dirty="0" sz="1950" spc="-70">
                <a:latin typeface="Tahoma"/>
                <a:cs typeface="Tahoma"/>
              </a:rPr>
              <a:t> </a:t>
            </a:r>
            <a:r>
              <a:rPr dirty="0" sz="1950" spc="-60">
                <a:latin typeface="Tahoma"/>
                <a:cs typeface="Tahoma"/>
              </a:rPr>
              <a:t>within </a:t>
            </a:r>
            <a:r>
              <a:rPr dirty="0" sz="1950" spc="-10">
                <a:latin typeface="Tahoma"/>
                <a:cs typeface="Tahoma"/>
              </a:rPr>
              <a:t>product.</a:t>
            </a:r>
            <a:endParaRPr sz="195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41203" y="5981882"/>
            <a:ext cx="4365625" cy="4363720"/>
          </a:xfrm>
          <a:prstGeom prst="rect">
            <a:avLst/>
          </a:prstGeom>
        </p:spPr>
        <p:txBody>
          <a:bodyPr wrap="square" lIns="0" tIns="1987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65"/>
              </a:spcBef>
            </a:pPr>
            <a:r>
              <a:rPr dirty="0" sz="2450" spc="165">
                <a:latin typeface="Calibri"/>
                <a:cs typeface="Calibri"/>
              </a:rPr>
              <a:t>Usage</a:t>
            </a:r>
            <a:r>
              <a:rPr dirty="0" sz="2450" spc="-45">
                <a:latin typeface="Calibri"/>
                <a:cs typeface="Calibri"/>
              </a:rPr>
              <a:t> </a:t>
            </a:r>
            <a:r>
              <a:rPr dirty="0" sz="2450" spc="90">
                <a:latin typeface="Calibri"/>
                <a:cs typeface="Calibri"/>
              </a:rPr>
              <a:t>proportions</a:t>
            </a:r>
            <a:endParaRPr sz="2450">
              <a:latin typeface="Calibri"/>
              <a:cs typeface="Calibri"/>
            </a:endParaRPr>
          </a:p>
          <a:p>
            <a:pPr marL="12700" marR="5080">
              <a:lnSpc>
                <a:spcPct val="102200"/>
              </a:lnSpc>
              <a:spcBef>
                <a:spcPts val="1135"/>
              </a:spcBef>
            </a:pPr>
            <a:r>
              <a:rPr dirty="0" sz="1950" spc="-200">
                <a:latin typeface="Tahoma"/>
                <a:cs typeface="Tahoma"/>
              </a:rPr>
              <a:t>It</a:t>
            </a:r>
            <a:r>
              <a:rPr dirty="0" sz="1950" spc="-185">
                <a:latin typeface="Tahoma"/>
                <a:cs typeface="Tahoma"/>
              </a:rPr>
              <a:t> </a:t>
            </a:r>
            <a:r>
              <a:rPr dirty="0" sz="1950" spc="-80">
                <a:latin typeface="Tahoma"/>
                <a:cs typeface="Tahoma"/>
              </a:rPr>
              <a:t>is</a:t>
            </a:r>
            <a:r>
              <a:rPr dirty="0" sz="1950" spc="-180">
                <a:latin typeface="Tahoma"/>
                <a:cs typeface="Tahoma"/>
              </a:rPr>
              <a:t> </a:t>
            </a:r>
            <a:r>
              <a:rPr dirty="0" sz="1950" spc="-20">
                <a:latin typeface="Tahoma"/>
                <a:cs typeface="Tahoma"/>
              </a:rPr>
              <a:t>important</a:t>
            </a:r>
            <a:r>
              <a:rPr dirty="0" sz="1950" spc="-185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to</a:t>
            </a:r>
            <a:r>
              <a:rPr dirty="0" sz="1950" spc="-180">
                <a:latin typeface="Tahoma"/>
                <a:cs typeface="Tahoma"/>
              </a:rPr>
              <a:t> </a:t>
            </a:r>
            <a:r>
              <a:rPr dirty="0" sz="1950" spc="-35">
                <a:latin typeface="Tahoma"/>
                <a:cs typeface="Tahoma"/>
              </a:rPr>
              <a:t>follow</a:t>
            </a:r>
            <a:r>
              <a:rPr dirty="0" sz="1950" spc="-185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the</a:t>
            </a:r>
            <a:r>
              <a:rPr dirty="0" sz="1950" spc="-180">
                <a:latin typeface="Tahoma"/>
                <a:cs typeface="Tahoma"/>
              </a:rPr>
              <a:t> </a:t>
            </a:r>
            <a:r>
              <a:rPr dirty="0" sz="1950" spc="-50">
                <a:latin typeface="Tahoma"/>
                <a:cs typeface="Tahoma"/>
              </a:rPr>
              <a:t>rules</a:t>
            </a:r>
            <a:r>
              <a:rPr dirty="0" sz="1950" spc="-185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of</a:t>
            </a:r>
            <a:r>
              <a:rPr dirty="0" sz="1950" spc="-180">
                <a:latin typeface="Tahoma"/>
                <a:cs typeface="Tahoma"/>
              </a:rPr>
              <a:t> </a:t>
            </a:r>
            <a:r>
              <a:rPr dirty="0" sz="1950" spc="-10">
                <a:latin typeface="Tahoma"/>
                <a:cs typeface="Tahoma"/>
              </a:rPr>
              <a:t>these </a:t>
            </a:r>
            <a:r>
              <a:rPr dirty="0" sz="1950">
                <a:latin typeface="Tahoma"/>
                <a:cs typeface="Tahoma"/>
              </a:rPr>
              <a:t>proportions</a:t>
            </a:r>
            <a:r>
              <a:rPr dirty="0" sz="1950" spc="-170">
                <a:latin typeface="Tahoma"/>
                <a:cs typeface="Tahoma"/>
              </a:rPr>
              <a:t> </a:t>
            </a:r>
            <a:r>
              <a:rPr dirty="0" sz="1950" spc="-30">
                <a:latin typeface="Tahoma"/>
                <a:cs typeface="Tahoma"/>
              </a:rPr>
              <a:t>when</a:t>
            </a:r>
            <a:r>
              <a:rPr dirty="0" sz="1950" spc="-165">
                <a:latin typeface="Tahoma"/>
                <a:cs typeface="Tahoma"/>
              </a:rPr>
              <a:t> </a:t>
            </a:r>
            <a:r>
              <a:rPr dirty="0" sz="1950" spc="-20">
                <a:latin typeface="Tahoma"/>
                <a:cs typeface="Tahoma"/>
              </a:rPr>
              <a:t>creating</a:t>
            </a:r>
            <a:r>
              <a:rPr dirty="0" sz="1950" spc="-170">
                <a:latin typeface="Tahoma"/>
                <a:cs typeface="Tahoma"/>
              </a:rPr>
              <a:t> </a:t>
            </a:r>
            <a:r>
              <a:rPr dirty="0" sz="1950" spc="-75">
                <a:latin typeface="Tahoma"/>
                <a:cs typeface="Tahoma"/>
              </a:rPr>
              <a:t>any</a:t>
            </a:r>
            <a:r>
              <a:rPr dirty="0" sz="1950" spc="-165">
                <a:latin typeface="Tahoma"/>
                <a:cs typeface="Tahoma"/>
              </a:rPr>
              <a:t> </a:t>
            </a:r>
            <a:r>
              <a:rPr dirty="0" sz="1950" spc="-10">
                <a:latin typeface="Tahoma"/>
                <a:cs typeface="Tahoma"/>
              </a:rPr>
              <a:t>brand communication</a:t>
            </a:r>
            <a:r>
              <a:rPr dirty="0" sz="1950" spc="-165">
                <a:latin typeface="Tahoma"/>
                <a:cs typeface="Tahoma"/>
              </a:rPr>
              <a:t> </a:t>
            </a:r>
            <a:r>
              <a:rPr dirty="0" sz="1950" spc="-85">
                <a:latin typeface="Tahoma"/>
                <a:cs typeface="Tahoma"/>
              </a:rPr>
              <a:t>in</a:t>
            </a:r>
            <a:r>
              <a:rPr dirty="0" sz="1950" spc="-165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order</a:t>
            </a:r>
            <a:r>
              <a:rPr dirty="0" sz="1950" spc="-160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to</a:t>
            </a:r>
            <a:r>
              <a:rPr dirty="0" sz="1950" spc="-165">
                <a:latin typeface="Tahoma"/>
                <a:cs typeface="Tahoma"/>
              </a:rPr>
              <a:t> </a:t>
            </a:r>
            <a:r>
              <a:rPr dirty="0" sz="1950" spc="-10">
                <a:latin typeface="Tahoma"/>
                <a:cs typeface="Tahoma"/>
              </a:rPr>
              <a:t>maintain brand</a:t>
            </a:r>
            <a:r>
              <a:rPr dirty="0" sz="1950" spc="-165">
                <a:latin typeface="Tahoma"/>
                <a:cs typeface="Tahoma"/>
              </a:rPr>
              <a:t> </a:t>
            </a:r>
            <a:r>
              <a:rPr dirty="0" sz="1950" spc="-10">
                <a:latin typeface="Tahoma"/>
                <a:cs typeface="Tahoma"/>
              </a:rPr>
              <a:t>consistency</a:t>
            </a:r>
            <a:r>
              <a:rPr dirty="0" sz="1950" spc="-160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and</a:t>
            </a:r>
            <a:r>
              <a:rPr dirty="0" sz="1950" spc="-160">
                <a:latin typeface="Tahoma"/>
                <a:cs typeface="Tahoma"/>
              </a:rPr>
              <a:t> </a:t>
            </a:r>
            <a:r>
              <a:rPr dirty="0" sz="1950" spc="-55">
                <a:latin typeface="Tahoma"/>
                <a:cs typeface="Tahoma"/>
              </a:rPr>
              <a:t>remain</a:t>
            </a:r>
            <a:r>
              <a:rPr dirty="0" sz="1950" spc="-165">
                <a:latin typeface="Tahoma"/>
                <a:cs typeface="Tahoma"/>
              </a:rPr>
              <a:t> </a:t>
            </a:r>
            <a:r>
              <a:rPr dirty="0" sz="1950" spc="-10">
                <a:latin typeface="Tahoma"/>
                <a:cs typeface="Tahoma"/>
              </a:rPr>
              <a:t>accessible </a:t>
            </a:r>
            <a:r>
              <a:rPr dirty="0" sz="1950" spc="-40">
                <a:latin typeface="Tahoma"/>
                <a:cs typeface="Tahoma"/>
              </a:rPr>
              <a:t>for</a:t>
            </a:r>
            <a:r>
              <a:rPr dirty="0" sz="1950" spc="-195">
                <a:latin typeface="Tahoma"/>
                <a:cs typeface="Tahoma"/>
              </a:rPr>
              <a:t> </a:t>
            </a:r>
            <a:r>
              <a:rPr dirty="0" sz="1950" spc="-90">
                <a:latin typeface="Tahoma"/>
                <a:cs typeface="Tahoma"/>
              </a:rPr>
              <a:t>all</a:t>
            </a:r>
            <a:r>
              <a:rPr dirty="0" sz="1950" spc="-195">
                <a:latin typeface="Tahoma"/>
                <a:cs typeface="Tahoma"/>
              </a:rPr>
              <a:t> </a:t>
            </a:r>
            <a:r>
              <a:rPr dirty="0" sz="1950" spc="-10">
                <a:latin typeface="Tahoma"/>
                <a:cs typeface="Tahoma"/>
              </a:rPr>
              <a:t>people.</a:t>
            </a:r>
            <a:endParaRPr sz="1950">
              <a:latin typeface="Tahoma"/>
              <a:cs typeface="Tahoma"/>
            </a:endParaRPr>
          </a:p>
          <a:p>
            <a:pPr marL="12700" marR="412115">
              <a:lnSpc>
                <a:spcPct val="102200"/>
              </a:lnSpc>
              <a:spcBef>
                <a:spcPts val="1155"/>
              </a:spcBef>
            </a:pPr>
            <a:r>
              <a:rPr dirty="0" sz="1950" spc="-20">
                <a:latin typeface="Tahoma"/>
                <a:cs typeface="Tahoma"/>
              </a:rPr>
              <a:t>White</a:t>
            </a:r>
            <a:r>
              <a:rPr dirty="0" sz="1950" spc="-185">
                <a:latin typeface="Tahoma"/>
                <a:cs typeface="Tahoma"/>
              </a:rPr>
              <a:t> </a:t>
            </a:r>
            <a:r>
              <a:rPr dirty="0" sz="1950" spc="-45">
                <a:latin typeface="Tahoma"/>
                <a:cs typeface="Tahoma"/>
              </a:rPr>
              <a:t>plays</a:t>
            </a:r>
            <a:r>
              <a:rPr dirty="0" sz="1950" spc="-185">
                <a:latin typeface="Tahoma"/>
                <a:cs typeface="Tahoma"/>
              </a:rPr>
              <a:t> </a:t>
            </a:r>
            <a:r>
              <a:rPr dirty="0" sz="1950" spc="-60">
                <a:latin typeface="Tahoma"/>
                <a:cs typeface="Tahoma"/>
              </a:rPr>
              <a:t>a</a:t>
            </a:r>
            <a:r>
              <a:rPr dirty="0" sz="1950" spc="-185">
                <a:latin typeface="Tahoma"/>
                <a:cs typeface="Tahoma"/>
              </a:rPr>
              <a:t> </a:t>
            </a:r>
            <a:r>
              <a:rPr dirty="0" sz="1950" spc="-55">
                <a:latin typeface="Tahoma"/>
                <a:cs typeface="Tahoma"/>
              </a:rPr>
              <a:t>very</a:t>
            </a:r>
            <a:r>
              <a:rPr dirty="0" sz="1950" spc="-180">
                <a:latin typeface="Tahoma"/>
                <a:cs typeface="Tahoma"/>
              </a:rPr>
              <a:t> </a:t>
            </a:r>
            <a:r>
              <a:rPr dirty="0" sz="1950" spc="-20">
                <a:latin typeface="Tahoma"/>
                <a:cs typeface="Tahoma"/>
              </a:rPr>
              <a:t>important</a:t>
            </a:r>
            <a:r>
              <a:rPr dirty="0" sz="1950" spc="-185">
                <a:latin typeface="Tahoma"/>
                <a:cs typeface="Tahoma"/>
              </a:rPr>
              <a:t> </a:t>
            </a:r>
            <a:r>
              <a:rPr dirty="0" sz="1950" spc="-25">
                <a:latin typeface="Tahoma"/>
                <a:cs typeface="Tahoma"/>
              </a:rPr>
              <a:t>role</a:t>
            </a:r>
            <a:r>
              <a:rPr dirty="0" sz="1950" spc="-185">
                <a:latin typeface="Tahoma"/>
                <a:cs typeface="Tahoma"/>
              </a:rPr>
              <a:t> </a:t>
            </a:r>
            <a:r>
              <a:rPr dirty="0" sz="1950" spc="-85">
                <a:latin typeface="Tahoma"/>
                <a:cs typeface="Tahoma"/>
              </a:rPr>
              <a:t>in</a:t>
            </a:r>
            <a:r>
              <a:rPr dirty="0" sz="1950" spc="-180">
                <a:latin typeface="Tahoma"/>
                <a:cs typeface="Tahoma"/>
              </a:rPr>
              <a:t> </a:t>
            </a:r>
            <a:r>
              <a:rPr dirty="0" sz="1950" spc="-50">
                <a:latin typeface="Tahoma"/>
                <a:cs typeface="Tahoma"/>
              </a:rPr>
              <a:t>all </a:t>
            </a:r>
            <a:r>
              <a:rPr dirty="0" sz="1950" spc="-10">
                <a:latin typeface="Tahoma"/>
                <a:cs typeface="Tahoma"/>
              </a:rPr>
              <a:t>brand</a:t>
            </a:r>
            <a:r>
              <a:rPr dirty="0" sz="1950" spc="-165">
                <a:latin typeface="Tahoma"/>
                <a:cs typeface="Tahoma"/>
              </a:rPr>
              <a:t> </a:t>
            </a:r>
            <a:r>
              <a:rPr dirty="0" sz="1950" spc="-10">
                <a:latin typeface="Tahoma"/>
                <a:cs typeface="Tahoma"/>
              </a:rPr>
              <a:t>communications</a:t>
            </a:r>
            <a:r>
              <a:rPr dirty="0" sz="1950" spc="-165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and</a:t>
            </a:r>
            <a:r>
              <a:rPr dirty="0" sz="1950" spc="-165">
                <a:latin typeface="Tahoma"/>
                <a:cs typeface="Tahoma"/>
              </a:rPr>
              <a:t> </a:t>
            </a:r>
            <a:r>
              <a:rPr dirty="0" sz="1950" spc="-10">
                <a:latin typeface="Tahoma"/>
                <a:cs typeface="Tahoma"/>
              </a:rPr>
              <a:t>should </a:t>
            </a:r>
            <a:r>
              <a:rPr dirty="0" sz="1950">
                <a:latin typeface="Tahoma"/>
                <a:cs typeface="Tahoma"/>
              </a:rPr>
              <a:t>provide</a:t>
            </a:r>
            <a:r>
              <a:rPr dirty="0" sz="1950" spc="-160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balance</a:t>
            </a:r>
            <a:r>
              <a:rPr dirty="0" sz="1950" spc="-155">
                <a:latin typeface="Tahoma"/>
                <a:cs typeface="Tahoma"/>
              </a:rPr>
              <a:t> </a:t>
            </a:r>
            <a:r>
              <a:rPr dirty="0" sz="1950" spc="-70">
                <a:latin typeface="Tahoma"/>
                <a:cs typeface="Tahoma"/>
              </a:rPr>
              <a:t>with</a:t>
            </a:r>
            <a:r>
              <a:rPr dirty="0" sz="1950" spc="-155">
                <a:latin typeface="Tahoma"/>
                <a:cs typeface="Tahoma"/>
              </a:rPr>
              <a:t> </a:t>
            </a:r>
            <a:r>
              <a:rPr dirty="0" sz="1950" spc="-10">
                <a:latin typeface="Tahoma"/>
                <a:cs typeface="Tahoma"/>
              </a:rPr>
              <a:t>black.</a:t>
            </a:r>
            <a:endParaRPr sz="1950">
              <a:latin typeface="Tahoma"/>
              <a:cs typeface="Tahoma"/>
            </a:endParaRPr>
          </a:p>
          <a:p>
            <a:pPr marL="12700" marR="509270">
              <a:lnSpc>
                <a:spcPct val="102200"/>
              </a:lnSpc>
              <a:spcBef>
                <a:spcPts val="1155"/>
              </a:spcBef>
            </a:pPr>
            <a:r>
              <a:rPr dirty="0" sz="1950" spc="-40">
                <a:latin typeface="Tahoma"/>
                <a:cs typeface="Tahoma"/>
              </a:rPr>
              <a:t>Safety</a:t>
            </a:r>
            <a:r>
              <a:rPr dirty="0" sz="1950" spc="-175">
                <a:latin typeface="Tahoma"/>
                <a:cs typeface="Tahoma"/>
              </a:rPr>
              <a:t> </a:t>
            </a:r>
            <a:r>
              <a:rPr dirty="0" sz="1950" spc="-25">
                <a:latin typeface="Tahoma"/>
                <a:cs typeface="Tahoma"/>
              </a:rPr>
              <a:t>Blue</a:t>
            </a:r>
            <a:r>
              <a:rPr dirty="0" sz="1950" spc="-170">
                <a:latin typeface="Tahoma"/>
                <a:cs typeface="Tahoma"/>
              </a:rPr>
              <a:t> </a:t>
            </a:r>
            <a:r>
              <a:rPr dirty="0" sz="1950" spc="-80">
                <a:latin typeface="Tahoma"/>
                <a:cs typeface="Tahoma"/>
              </a:rPr>
              <a:t>is</a:t>
            </a:r>
            <a:r>
              <a:rPr dirty="0" sz="1950" spc="-170">
                <a:latin typeface="Tahoma"/>
                <a:cs typeface="Tahoma"/>
              </a:rPr>
              <a:t> </a:t>
            </a:r>
            <a:r>
              <a:rPr dirty="0" sz="1950" spc="-35">
                <a:latin typeface="Tahoma"/>
                <a:cs typeface="Tahoma"/>
              </a:rPr>
              <a:t>only</a:t>
            </a:r>
            <a:r>
              <a:rPr dirty="0" sz="1950" spc="-170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used</a:t>
            </a:r>
            <a:r>
              <a:rPr dirty="0" sz="1950" spc="-175">
                <a:latin typeface="Tahoma"/>
                <a:cs typeface="Tahoma"/>
              </a:rPr>
              <a:t> </a:t>
            </a:r>
            <a:r>
              <a:rPr dirty="0" sz="1950" spc="-40">
                <a:latin typeface="Tahoma"/>
                <a:cs typeface="Tahoma"/>
              </a:rPr>
              <a:t>for</a:t>
            </a:r>
            <a:r>
              <a:rPr dirty="0" sz="1950" spc="-170">
                <a:latin typeface="Tahoma"/>
                <a:cs typeface="Tahoma"/>
              </a:rPr>
              <a:t> </a:t>
            </a:r>
            <a:r>
              <a:rPr dirty="0" sz="1950" spc="-10">
                <a:latin typeface="Tahoma"/>
                <a:cs typeface="Tahoma"/>
              </a:rPr>
              <a:t>critical </a:t>
            </a:r>
            <a:r>
              <a:rPr dirty="0" sz="1950">
                <a:latin typeface="Tahoma"/>
                <a:cs typeface="Tahoma"/>
              </a:rPr>
              <a:t>moments</a:t>
            </a:r>
            <a:r>
              <a:rPr dirty="0" sz="1950" spc="-175">
                <a:latin typeface="Tahoma"/>
                <a:cs typeface="Tahoma"/>
              </a:rPr>
              <a:t> </a:t>
            </a:r>
            <a:r>
              <a:rPr dirty="0" sz="1950" spc="-60">
                <a:latin typeface="Tahoma"/>
                <a:cs typeface="Tahoma"/>
              </a:rPr>
              <a:t>that</a:t>
            </a:r>
            <a:r>
              <a:rPr dirty="0" sz="1950" spc="-170">
                <a:latin typeface="Tahoma"/>
                <a:cs typeface="Tahoma"/>
              </a:rPr>
              <a:t> </a:t>
            </a:r>
            <a:r>
              <a:rPr dirty="0" sz="1950" spc="-90">
                <a:latin typeface="Tahoma"/>
                <a:cs typeface="Tahoma"/>
              </a:rPr>
              <a:t>warrant</a:t>
            </a:r>
            <a:r>
              <a:rPr dirty="0" sz="1950" spc="-170">
                <a:latin typeface="Tahoma"/>
                <a:cs typeface="Tahoma"/>
              </a:rPr>
              <a:t> </a:t>
            </a:r>
            <a:r>
              <a:rPr dirty="0" sz="1950" spc="-10">
                <a:latin typeface="Tahoma"/>
                <a:cs typeface="Tahoma"/>
              </a:rPr>
              <a:t>care</a:t>
            </a:r>
            <a:r>
              <a:rPr dirty="0" sz="1950" spc="-170">
                <a:latin typeface="Tahoma"/>
                <a:cs typeface="Tahoma"/>
              </a:rPr>
              <a:t> </a:t>
            </a:r>
            <a:r>
              <a:rPr dirty="0" sz="1950" spc="-10">
                <a:latin typeface="Tahoma"/>
                <a:cs typeface="Tahoma"/>
              </a:rPr>
              <a:t>between </a:t>
            </a:r>
            <a:r>
              <a:rPr dirty="0" sz="1950">
                <a:latin typeface="Tahoma"/>
                <a:cs typeface="Tahoma"/>
              </a:rPr>
              <a:t>Uber</a:t>
            </a:r>
            <a:r>
              <a:rPr dirty="0" sz="1950" spc="-180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and</a:t>
            </a:r>
            <a:r>
              <a:rPr dirty="0" sz="1950" spc="-175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the</a:t>
            </a:r>
            <a:r>
              <a:rPr dirty="0" sz="1950" spc="-180">
                <a:latin typeface="Tahoma"/>
                <a:cs typeface="Tahoma"/>
              </a:rPr>
              <a:t> </a:t>
            </a:r>
            <a:r>
              <a:rPr dirty="0" sz="1950" spc="-20">
                <a:latin typeface="Tahoma"/>
                <a:cs typeface="Tahoma"/>
              </a:rPr>
              <a:t>user.</a:t>
            </a:r>
            <a:endParaRPr sz="195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0227826" y="709790"/>
            <a:ext cx="99949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80">
                <a:latin typeface="Calibri"/>
                <a:cs typeface="Calibri"/>
              </a:rPr>
              <a:t>Uber</a:t>
            </a:r>
            <a:r>
              <a:rPr dirty="0" sz="1450" spc="-35">
                <a:latin typeface="Calibri"/>
                <a:cs typeface="Calibri"/>
              </a:rPr>
              <a:t> </a:t>
            </a:r>
            <a:r>
              <a:rPr dirty="0" sz="1450" spc="80">
                <a:latin typeface="Calibri"/>
                <a:cs typeface="Calibri"/>
              </a:rPr>
              <a:t>Green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0227826" y="1217629"/>
            <a:ext cx="1066800" cy="65405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>
                <a:latin typeface="Tahoma"/>
                <a:cs typeface="Tahoma"/>
              </a:rPr>
              <a:t>RGB</a:t>
            </a:r>
            <a:r>
              <a:rPr dirty="0" sz="1000" spc="-90">
                <a:latin typeface="Tahoma"/>
                <a:cs typeface="Tahoma"/>
              </a:rPr>
              <a:t> </a:t>
            </a:r>
            <a:r>
              <a:rPr dirty="0" sz="1000" spc="-145">
                <a:latin typeface="Tahoma"/>
                <a:cs typeface="Tahoma"/>
              </a:rPr>
              <a:t>—</a:t>
            </a:r>
            <a:r>
              <a:rPr dirty="0" sz="1000" spc="-85">
                <a:latin typeface="Tahoma"/>
                <a:cs typeface="Tahoma"/>
              </a:rPr>
              <a:t> </a:t>
            </a:r>
            <a:r>
              <a:rPr dirty="0" sz="1000" spc="-65">
                <a:latin typeface="Tahoma"/>
                <a:cs typeface="Tahoma"/>
              </a:rPr>
              <a:t>71</a:t>
            </a:r>
            <a:r>
              <a:rPr dirty="0" sz="1000" spc="-9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179</a:t>
            </a:r>
            <a:r>
              <a:rPr dirty="0" sz="1000" spc="-8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117</a:t>
            </a:r>
            <a:endParaRPr sz="1000">
              <a:latin typeface="Tahoma"/>
              <a:cs typeface="Tahoma"/>
            </a:endParaRPr>
          </a:p>
          <a:p>
            <a:pPr marL="12700" marR="5080">
              <a:lnSpc>
                <a:spcPct val="103099"/>
              </a:lnSpc>
            </a:pPr>
            <a:r>
              <a:rPr dirty="0" sz="1000" spc="55">
                <a:latin typeface="Tahoma"/>
                <a:cs typeface="Tahoma"/>
              </a:rPr>
              <a:t>CMYK</a:t>
            </a:r>
            <a:r>
              <a:rPr dirty="0" sz="1000" spc="-90">
                <a:latin typeface="Tahoma"/>
                <a:cs typeface="Tahoma"/>
              </a:rPr>
              <a:t> </a:t>
            </a:r>
            <a:r>
              <a:rPr dirty="0" sz="1000" spc="-145">
                <a:latin typeface="Tahoma"/>
                <a:cs typeface="Tahoma"/>
              </a:rPr>
              <a:t>—</a:t>
            </a:r>
            <a:r>
              <a:rPr dirty="0" sz="1000" spc="-8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93</a:t>
            </a:r>
            <a:r>
              <a:rPr dirty="0" sz="1000" spc="-85">
                <a:latin typeface="Tahoma"/>
                <a:cs typeface="Tahoma"/>
              </a:rPr>
              <a:t> </a:t>
            </a:r>
            <a:r>
              <a:rPr dirty="0" sz="1000" spc="90">
                <a:latin typeface="Tahoma"/>
                <a:cs typeface="Tahoma"/>
              </a:rPr>
              <a:t>0</a:t>
            </a:r>
            <a:r>
              <a:rPr dirty="0" sz="1000" spc="-8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63</a:t>
            </a:r>
            <a:r>
              <a:rPr dirty="0" sz="1000" spc="-85">
                <a:latin typeface="Tahoma"/>
                <a:cs typeface="Tahoma"/>
              </a:rPr>
              <a:t> </a:t>
            </a:r>
            <a:r>
              <a:rPr dirty="0" sz="1000" spc="40">
                <a:latin typeface="Tahoma"/>
                <a:cs typeface="Tahoma"/>
              </a:rPr>
              <a:t>0 </a:t>
            </a:r>
            <a:r>
              <a:rPr dirty="0" sz="1000" spc="-10">
                <a:latin typeface="Tahoma"/>
                <a:cs typeface="Tahoma"/>
              </a:rPr>
              <a:t>HEX</a:t>
            </a:r>
            <a:r>
              <a:rPr dirty="0" sz="1000" spc="-110">
                <a:latin typeface="Tahoma"/>
                <a:cs typeface="Tahoma"/>
              </a:rPr>
              <a:t> </a:t>
            </a:r>
            <a:r>
              <a:rPr dirty="0" sz="1000" spc="-145">
                <a:latin typeface="Tahoma"/>
                <a:cs typeface="Tahoma"/>
              </a:rPr>
              <a:t>—</a:t>
            </a:r>
            <a:r>
              <a:rPr dirty="0" sz="1000" spc="-10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47B275 </a:t>
            </a:r>
            <a:r>
              <a:rPr dirty="0" sz="1000">
                <a:latin typeface="Tahoma"/>
                <a:cs typeface="Tahoma"/>
              </a:rPr>
              <a:t>PMS</a:t>
            </a:r>
            <a:r>
              <a:rPr dirty="0" sz="1000" spc="-70">
                <a:latin typeface="Tahoma"/>
                <a:cs typeface="Tahoma"/>
              </a:rPr>
              <a:t> </a:t>
            </a:r>
            <a:r>
              <a:rPr dirty="0" sz="1000" spc="-145">
                <a:latin typeface="Tahoma"/>
                <a:cs typeface="Tahoma"/>
              </a:rPr>
              <a:t>—</a:t>
            </a:r>
            <a:r>
              <a:rPr dirty="0" sz="1000" spc="-7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2416</a:t>
            </a:r>
            <a:r>
              <a:rPr dirty="0" sz="1000" spc="-70">
                <a:latin typeface="Tahoma"/>
                <a:cs typeface="Tahoma"/>
              </a:rPr>
              <a:t> </a:t>
            </a:r>
            <a:r>
              <a:rPr dirty="0" sz="1000" spc="100">
                <a:latin typeface="Tahoma"/>
                <a:cs typeface="Tahoma"/>
              </a:rPr>
              <a:t>C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1903167" y="709790"/>
            <a:ext cx="1010285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80">
                <a:latin typeface="Calibri"/>
                <a:cs typeface="Calibri"/>
              </a:rPr>
              <a:t>Uber</a:t>
            </a:r>
            <a:r>
              <a:rPr dirty="0" sz="1450" spc="-35">
                <a:latin typeface="Calibri"/>
                <a:cs typeface="Calibri"/>
              </a:rPr>
              <a:t> </a:t>
            </a:r>
            <a:r>
              <a:rPr dirty="0" sz="1450" spc="-10">
                <a:latin typeface="Calibri"/>
                <a:cs typeface="Calibri"/>
              </a:rPr>
              <a:t>Yellow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1903167" y="1217629"/>
            <a:ext cx="1042669" cy="65405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>
                <a:latin typeface="Tahoma"/>
                <a:cs typeface="Tahoma"/>
              </a:rPr>
              <a:t>RGB</a:t>
            </a:r>
            <a:r>
              <a:rPr dirty="0" sz="1000" spc="-90">
                <a:latin typeface="Tahoma"/>
                <a:cs typeface="Tahoma"/>
              </a:rPr>
              <a:t> </a:t>
            </a:r>
            <a:r>
              <a:rPr dirty="0" sz="1000" spc="-145">
                <a:latin typeface="Tahoma"/>
                <a:cs typeface="Tahoma"/>
              </a:rPr>
              <a:t>—</a:t>
            </a:r>
            <a:r>
              <a:rPr dirty="0" sz="1000" spc="-8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255</a:t>
            </a:r>
            <a:r>
              <a:rPr dirty="0" sz="1000" spc="-8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192</a:t>
            </a:r>
            <a:r>
              <a:rPr dirty="0" sz="1000" spc="-8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67</a:t>
            </a:r>
            <a:endParaRPr sz="1000">
              <a:latin typeface="Tahoma"/>
              <a:cs typeface="Tahoma"/>
            </a:endParaRPr>
          </a:p>
          <a:p>
            <a:pPr marL="12700" marR="5080">
              <a:lnSpc>
                <a:spcPct val="103099"/>
              </a:lnSpc>
            </a:pPr>
            <a:r>
              <a:rPr dirty="0" sz="1000" spc="55">
                <a:latin typeface="Tahoma"/>
                <a:cs typeface="Tahoma"/>
              </a:rPr>
              <a:t>CMYK</a:t>
            </a:r>
            <a:r>
              <a:rPr dirty="0" sz="1000" spc="-100">
                <a:latin typeface="Tahoma"/>
                <a:cs typeface="Tahoma"/>
              </a:rPr>
              <a:t> </a:t>
            </a:r>
            <a:r>
              <a:rPr dirty="0" sz="1000" spc="-145">
                <a:latin typeface="Tahoma"/>
                <a:cs typeface="Tahoma"/>
              </a:rPr>
              <a:t>—</a:t>
            </a:r>
            <a:r>
              <a:rPr dirty="0" sz="1000" spc="-95">
                <a:latin typeface="Tahoma"/>
                <a:cs typeface="Tahoma"/>
              </a:rPr>
              <a:t> </a:t>
            </a:r>
            <a:r>
              <a:rPr dirty="0" sz="1000" spc="90">
                <a:latin typeface="Tahoma"/>
                <a:cs typeface="Tahoma"/>
              </a:rPr>
              <a:t>0</a:t>
            </a:r>
            <a:r>
              <a:rPr dirty="0" sz="1000" spc="-95">
                <a:latin typeface="Tahoma"/>
                <a:cs typeface="Tahoma"/>
              </a:rPr>
              <a:t> </a:t>
            </a:r>
            <a:r>
              <a:rPr dirty="0" sz="1000" spc="-75">
                <a:latin typeface="Tahoma"/>
                <a:cs typeface="Tahoma"/>
              </a:rPr>
              <a:t>21</a:t>
            </a:r>
            <a:r>
              <a:rPr dirty="0" sz="1000" spc="-9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76</a:t>
            </a:r>
            <a:r>
              <a:rPr dirty="0" sz="1000" spc="-95">
                <a:latin typeface="Tahoma"/>
                <a:cs typeface="Tahoma"/>
              </a:rPr>
              <a:t> </a:t>
            </a:r>
            <a:r>
              <a:rPr dirty="0" sz="1000" spc="40">
                <a:latin typeface="Tahoma"/>
                <a:cs typeface="Tahoma"/>
              </a:rPr>
              <a:t>0 </a:t>
            </a:r>
            <a:r>
              <a:rPr dirty="0" sz="1000" spc="-10">
                <a:latin typeface="Tahoma"/>
                <a:cs typeface="Tahoma"/>
              </a:rPr>
              <a:t>HEX</a:t>
            </a:r>
            <a:r>
              <a:rPr dirty="0" sz="1000" spc="-110">
                <a:latin typeface="Tahoma"/>
                <a:cs typeface="Tahoma"/>
              </a:rPr>
              <a:t> </a:t>
            </a:r>
            <a:r>
              <a:rPr dirty="0" sz="1000" spc="-145">
                <a:latin typeface="Tahoma"/>
                <a:cs typeface="Tahoma"/>
              </a:rPr>
              <a:t>—</a:t>
            </a:r>
            <a:r>
              <a:rPr dirty="0" sz="1000" spc="-10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FFC043 </a:t>
            </a:r>
            <a:r>
              <a:rPr dirty="0" sz="1000">
                <a:latin typeface="Tahoma"/>
                <a:cs typeface="Tahoma"/>
              </a:rPr>
              <a:t>PMS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 spc="-145">
                <a:latin typeface="Tahoma"/>
                <a:cs typeface="Tahoma"/>
              </a:rPr>
              <a:t>—</a:t>
            </a:r>
            <a:r>
              <a:rPr dirty="0" sz="1000" spc="-7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135</a:t>
            </a:r>
            <a:r>
              <a:rPr dirty="0" sz="1000" spc="-70">
                <a:latin typeface="Tahoma"/>
                <a:cs typeface="Tahoma"/>
              </a:rPr>
              <a:t> </a:t>
            </a:r>
            <a:r>
              <a:rPr dirty="0" sz="1000" spc="110">
                <a:latin typeface="Tahoma"/>
                <a:cs typeface="Tahoma"/>
              </a:rPr>
              <a:t>C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3578509" y="709790"/>
            <a:ext cx="80518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80">
                <a:latin typeface="Calibri"/>
                <a:cs typeface="Calibri"/>
              </a:rPr>
              <a:t>Uber</a:t>
            </a:r>
            <a:r>
              <a:rPr dirty="0" sz="1450" spc="-35">
                <a:latin typeface="Calibri"/>
                <a:cs typeface="Calibri"/>
              </a:rPr>
              <a:t> </a:t>
            </a:r>
            <a:r>
              <a:rPr dirty="0" sz="1450" spc="75">
                <a:latin typeface="Calibri"/>
                <a:cs typeface="Calibri"/>
              </a:rPr>
              <a:t>Red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3578509" y="1217629"/>
            <a:ext cx="1068705" cy="65405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>
                <a:latin typeface="Tahoma"/>
                <a:cs typeface="Tahoma"/>
              </a:rPr>
              <a:t>RGB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 spc="-145">
                <a:latin typeface="Tahoma"/>
                <a:cs typeface="Tahoma"/>
              </a:rPr>
              <a:t>—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230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76</a:t>
            </a:r>
            <a:r>
              <a:rPr dirty="0" sz="1000" spc="-7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53</a:t>
            </a:r>
            <a:endParaRPr sz="1000">
              <a:latin typeface="Tahoma"/>
              <a:cs typeface="Tahoma"/>
            </a:endParaRPr>
          </a:p>
          <a:p>
            <a:pPr marL="12700" marR="5080">
              <a:lnSpc>
                <a:spcPct val="103099"/>
              </a:lnSpc>
            </a:pPr>
            <a:r>
              <a:rPr dirty="0" sz="1000" spc="55">
                <a:latin typeface="Tahoma"/>
                <a:cs typeface="Tahoma"/>
              </a:rPr>
              <a:t>CMYK</a:t>
            </a:r>
            <a:r>
              <a:rPr dirty="0" sz="1000" spc="-105">
                <a:latin typeface="Tahoma"/>
                <a:cs typeface="Tahoma"/>
              </a:rPr>
              <a:t> </a:t>
            </a:r>
            <a:r>
              <a:rPr dirty="0" sz="1000" spc="-145">
                <a:latin typeface="Tahoma"/>
                <a:cs typeface="Tahoma"/>
              </a:rPr>
              <a:t>—</a:t>
            </a:r>
            <a:r>
              <a:rPr dirty="0" sz="1000" spc="-105">
                <a:latin typeface="Tahoma"/>
                <a:cs typeface="Tahoma"/>
              </a:rPr>
              <a:t> </a:t>
            </a:r>
            <a:r>
              <a:rPr dirty="0" sz="1000" spc="90">
                <a:latin typeface="Tahoma"/>
                <a:cs typeface="Tahoma"/>
              </a:rPr>
              <a:t>0</a:t>
            </a:r>
            <a:r>
              <a:rPr dirty="0" sz="1000" spc="-10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82</a:t>
            </a:r>
            <a:r>
              <a:rPr dirty="0" sz="1000" spc="-105">
                <a:latin typeface="Tahoma"/>
                <a:cs typeface="Tahoma"/>
              </a:rPr>
              <a:t> </a:t>
            </a:r>
            <a:r>
              <a:rPr dirty="0" sz="1000" spc="60">
                <a:latin typeface="Tahoma"/>
                <a:cs typeface="Tahoma"/>
              </a:rPr>
              <a:t>80</a:t>
            </a:r>
            <a:r>
              <a:rPr dirty="0" sz="1000" spc="-100">
                <a:latin typeface="Tahoma"/>
                <a:cs typeface="Tahoma"/>
              </a:rPr>
              <a:t> </a:t>
            </a:r>
            <a:r>
              <a:rPr dirty="0" sz="1000" spc="40">
                <a:latin typeface="Tahoma"/>
                <a:cs typeface="Tahoma"/>
              </a:rPr>
              <a:t>0 </a:t>
            </a:r>
            <a:r>
              <a:rPr dirty="0" sz="1000" spc="-10">
                <a:latin typeface="Tahoma"/>
                <a:cs typeface="Tahoma"/>
              </a:rPr>
              <a:t>HEX</a:t>
            </a:r>
            <a:r>
              <a:rPr dirty="0" sz="1000" spc="-110">
                <a:latin typeface="Tahoma"/>
                <a:cs typeface="Tahoma"/>
              </a:rPr>
              <a:t> </a:t>
            </a:r>
            <a:r>
              <a:rPr dirty="0" sz="1000" spc="-145">
                <a:latin typeface="Tahoma"/>
                <a:cs typeface="Tahoma"/>
              </a:rPr>
              <a:t>—</a:t>
            </a:r>
            <a:r>
              <a:rPr dirty="0" sz="1000" spc="-10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F25138</a:t>
            </a:r>
            <a:r>
              <a:rPr dirty="0" sz="1000" spc="50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PMS</a:t>
            </a:r>
            <a:r>
              <a:rPr dirty="0" sz="1000" spc="-65">
                <a:latin typeface="Tahoma"/>
                <a:cs typeface="Tahoma"/>
              </a:rPr>
              <a:t> </a:t>
            </a:r>
            <a:r>
              <a:rPr dirty="0" sz="1000" spc="-145">
                <a:latin typeface="Tahoma"/>
                <a:cs typeface="Tahoma"/>
              </a:rPr>
              <a:t>—</a:t>
            </a:r>
            <a:r>
              <a:rPr dirty="0" sz="1000" spc="-65">
                <a:latin typeface="Tahoma"/>
                <a:cs typeface="Tahoma"/>
              </a:rPr>
              <a:t> 7417 </a:t>
            </a:r>
            <a:r>
              <a:rPr dirty="0" sz="1000" spc="100">
                <a:latin typeface="Tahoma"/>
                <a:cs typeface="Tahoma"/>
              </a:rPr>
              <a:t>C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5264322" y="709790"/>
            <a:ext cx="99949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80">
                <a:latin typeface="Calibri"/>
                <a:cs typeface="Calibri"/>
              </a:rPr>
              <a:t>Uber</a:t>
            </a:r>
            <a:r>
              <a:rPr dirty="0" sz="1450" spc="-35">
                <a:latin typeface="Calibri"/>
                <a:cs typeface="Calibri"/>
              </a:rPr>
              <a:t> </a:t>
            </a:r>
            <a:r>
              <a:rPr dirty="0" sz="1450" spc="40">
                <a:latin typeface="Calibri"/>
                <a:cs typeface="Calibri"/>
              </a:rPr>
              <a:t>Brown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5253850" y="1217629"/>
            <a:ext cx="1151890" cy="65405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>
                <a:latin typeface="Tahoma"/>
                <a:cs typeface="Tahoma"/>
              </a:rPr>
              <a:t>RGB</a:t>
            </a:r>
            <a:r>
              <a:rPr dirty="0" sz="1000" spc="-80">
                <a:latin typeface="Tahoma"/>
                <a:cs typeface="Tahoma"/>
              </a:rPr>
              <a:t> </a:t>
            </a:r>
            <a:r>
              <a:rPr dirty="0" sz="1000" spc="-145">
                <a:latin typeface="Tahoma"/>
                <a:cs typeface="Tahoma"/>
              </a:rPr>
              <a:t>—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153</a:t>
            </a:r>
            <a:r>
              <a:rPr dirty="0" sz="1000" spc="-8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100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77</a:t>
            </a:r>
            <a:endParaRPr sz="1000">
              <a:latin typeface="Tahoma"/>
              <a:cs typeface="Tahoma"/>
            </a:endParaRPr>
          </a:p>
          <a:p>
            <a:pPr marL="12700" marR="5080">
              <a:lnSpc>
                <a:spcPct val="103099"/>
              </a:lnSpc>
            </a:pPr>
            <a:r>
              <a:rPr dirty="0" sz="1000" spc="55">
                <a:latin typeface="Tahoma"/>
                <a:cs typeface="Tahoma"/>
              </a:rPr>
              <a:t>CMYK</a:t>
            </a:r>
            <a:r>
              <a:rPr dirty="0" sz="1000" spc="-90">
                <a:latin typeface="Tahoma"/>
                <a:cs typeface="Tahoma"/>
              </a:rPr>
              <a:t> </a:t>
            </a:r>
            <a:r>
              <a:rPr dirty="0" sz="1000" spc="-145">
                <a:latin typeface="Tahoma"/>
                <a:cs typeface="Tahoma"/>
              </a:rPr>
              <a:t>—</a:t>
            </a:r>
            <a:r>
              <a:rPr dirty="0" sz="1000" spc="-90">
                <a:latin typeface="Tahoma"/>
                <a:cs typeface="Tahoma"/>
              </a:rPr>
              <a:t> </a:t>
            </a:r>
            <a:r>
              <a:rPr dirty="0" sz="1000" spc="-70">
                <a:latin typeface="Tahoma"/>
                <a:cs typeface="Tahoma"/>
              </a:rPr>
              <a:t>13</a:t>
            </a:r>
            <a:r>
              <a:rPr dirty="0" sz="1000" spc="-8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56</a:t>
            </a:r>
            <a:r>
              <a:rPr dirty="0" sz="1000" spc="-9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61</a:t>
            </a:r>
            <a:r>
              <a:rPr dirty="0" sz="1000" spc="-9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32 </a:t>
            </a:r>
            <a:r>
              <a:rPr dirty="0" sz="1000" spc="-10">
                <a:latin typeface="Tahoma"/>
                <a:cs typeface="Tahoma"/>
              </a:rPr>
              <a:t>HEX</a:t>
            </a:r>
            <a:r>
              <a:rPr dirty="0" sz="1000" spc="-100">
                <a:latin typeface="Tahoma"/>
                <a:cs typeface="Tahoma"/>
              </a:rPr>
              <a:t> </a:t>
            </a:r>
            <a:r>
              <a:rPr dirty="0" sz="1000" spc="-145">
                <a:latin typeface="Tahoma"/>
                <a:cs typeface="Tahoma"/>
              </a:rPr>
              <a:t>—</a:t>
            </a:r>
            <a:r>
              <a:rPr dirty="0" sz="1000" spc="-100">
                <a:latin typeface="Tahoma"/>
                <a:cs typeface="Tahoma"/>
              </a:rPr>
              <a:t> </a:t>
            </a:r>
            <a:r>
              <a:rPr dirty="0" sz="1000" spc="55">
                <a:latin typeface="Tahoma"/>
                <a:cs typeface="Tahoma"/>
              </a:rPr>
              <a:t>99644C</a:t>
            </a:r>
            <a:r>
              <a:rPr dirty="0" sz="1000" spc="50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PMS</a:t>
            </a:r>
            <a:r>
              <a:rPr dirty="0" sz="1000" spc="-65">
                <a:latin typeface="Tahoma"/>
                <a:cs typeface="Tahoma"/>
              </a:rPr>
              <a:t> </a:t>
            </a:r>
            <a:r>
              <a:rPr dirty="0" sz="1000" spc="-145">
                <a:latin typeface="Tahoma"/>
                <a:cs typeface="Tahoma"/>
              </a:rPr>
              <a:t>—</a:t>
            </a:r>
            <a:r>
              <a:rPr dirty="0" sz="1000" spc="-6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7525</a:t>
            </a:r>
            <a:r>
              <a:rPr dirty="0" sz="1000" spc="-65">
                <a:latin typeface="Tahoma"/>
                <a:cs typeface="Tahoma"/>
              </a:rPr>
              <a:t> </a:t>
            </a:r>
            <a:r>
              <a:rPr dirty="0" sz="1000" spc="100">
                <a:latin typeface="Tahoma"/>
                <a:cs typeface="Tahoma"/>
              </a:rPr>
              <a:t>C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6929193" y="709790"/>
            <a:ext cx="1109345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80">
                <a:latin typeface="Calibri"/>
                <a:cs typeface="Calibri"/>
              </a:rPr>
              <a:t>Uber</a:t>
            </a:r>
            <a:r>
              <a:rPr dirty="0" sz="1450" spc="-35">
                <a:latin typeface="Calibri"/>
                <a:cs typeface="Calibri"/>
              </a:rPr>
              <a:t> </a:t>
            </a:r>
            <a:r>
              <a:rPr dirty="0" sz="1450" spc="90">
                <a:latin typeface="Calibri"/>
                <a:cs typeface="Calibri"/>
              </a:rPr>
              <a:t>Orange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6918722" y="1217629"/>
            <a:ext cx="1062990" cy="65405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>
                <a:latin typeface="Tahoma"/>
                <a:cs typeface="Tahoma"/>
              </a:rPr>
              <a:t>RGB</a:t>
            </a:r>
            <a:r>
              <a:rPr dirty="0" sz="1000" spc="-90">
                <a:latin typeface="Tahoma"/>
                <a:cs typeface="Tahoma"/>
              </a:rPr>
              <a:t> </a:t>
            </a:r>
            <a:r>
              <a:rPr dirty="0" sz="1000" spc="-145">
                <a:latin typeface="Tahoma"/>
                <a:cs typeface="Tahoma"/>
              </a:rPr>
              <a:t>—</a:t>
            </a:r>
            <a:r>
              <a:rPr dirty="0" sz="1000" spc="-8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255</a:t>
            </a:r>
            <a:r>
              <a:rPr dirty="0" sz="1000" spc="-85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125</a:t>
            </a:r>
            <a:r>
              <a:rPr dirty="0" sz="1000" spc="-8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73</a:t>
            </a:r>
            <a:endParaRPr sz="1000">
              <a:latin typeface="Tahoma"/>
              <a:cs typeface="Tahoma"/>
            </a:endParaRPr>
          </a:p>
          <a:p>
            <a:pPr marL="12700" marR="5080">
              <a:lnSpc>
                <a:spcPct val="103099"/>
              </a:lnSpc>
            </a:pPr>
            <a:r>
              <a:rPr dirty="0" sz="1000" spc="55">
                <a:latin typeface="Tahoma"/>
                <a:cs typeface="Tahoma"/>
              </a:rPr>
              <a:t>CMYK</a:t>
            </a:r>
            <a:r>
              <a:rPr dirty="0" sz="1000" spc="-95">
                <a:latin typeface="Tahoma"/>
                <a:cs typeface="Tahoma"/>
              </a:rPr>
              <a:t> </a:t>
            </a:r>
            <a:r>
              <a:rPr dirty="0" sz="1000" spc="-145">
                <a:latin typeface="Tahoma"/>
                <a:cs typeface="Tahoma"/>
              </a:rPr>
              <a:t>—</a:t>
            </a:r>
            <a:r>
              <a:rPr dirty="0" sz="1000" spc="-9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79</a:t>
            </a:r>
            <a:r>
              <a:rPr dirty="0" sz="1000" spc="-9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59</a:t>
            </a:r>
            <a:r>
              <a:rPr dirty="0" sz="1000" spc="-95">
                <a:latin typeface="Tahoma"/>
                <a:cs typeface="Tahoma"/>
              </a:rPr>
              <a:t> </a:t>
            </a:r>
            <a:r>
              <a:rPr dirty="0" sz="1000" spc="90">
                <a:latin typeface="Tahoma"/>
                <a:cs typeface="Tahoma"/>
              </a:rPr>
              <a:t>0</a:t>
            </a:r>
            <a:r>
              <a:rPr dirty="0" sz="1000" spc="-90">
                <a:latin typeface="Tahoma"/>
                <a:cs typeface="Tahoma"/>
              </a:rPr>
              <a:t> </a:t>
            </a:r>
            <a:r>
              <a:rPr dirty="0" sz="1000" spc="40">
                <a:latin typeface="Tahoma"/>
                <a:cs typeface="Tahoma"/>
              </a:rPr>
              <a:t>0 </a:t>
            </a:r>
            <a:r>
              <a:rPr dirty="0" sz="1000" spc="-10">
                <a:latin typeface="Tahoma"/>
                <a:cs typeface="Tahoma"/>
              </a:rPr>
              <a:t>HEX</a:t>
            </a:r>
            <a:r>
              <a:rPr dirty="0" sz="1000" spc="-110">
                <a:latin typeface="Tahoma"/>
                <a:cs typeface="Tahoma"/>
              </a:rPr>
              <a:t> </a:t>
            </a:r>
            <a:r>
              <a:rPr dirty="0" sz="1000" spc="-145">
                <a:latin typeface="Tahoma"/>
                <a:cs typeface="Tahoma"/>
              </a:rPr>
              <a:t>—</a:t>
            </a:r>
            <a:r>
              <a:rPr dirty="0" sz="1000" spc="-10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FF7D49 </a:t>
            </a:r>
            <a:r>
              <a:rPr dirty="0" sz="1000">
                <a:latin typeface="Tahoma"/>
                <a:cs typeface="Tahoma"/>
              </a:rPr>
              <a:t>PMS</a:t>
            </a:r>
            <a:r>
              <a:rPr dirty="0" sz="1000" spc="-80">
                <a:latin typeface="Tahoma"/>
                <a:cs typeface="Tahoma"/>
              </a:rPr>
              <a:t> </a:t>
            </a:r>
            <a:r>
              <a:rPr dirty="0" sz="1000" spc="-145">
                <a:latin typeface="Tahoma"/>
                <a:cs typeface="Tahoma"/>
              </a:rPr>
              <a:t>—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164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 spc="110">
                <a:latin typeface="Tahoma"/>
                <a:cs typeface="Tahoma"/>
              </a:rPr>
              <a:t>C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8594063" y="709790"/>
            <a:ext cx="1009015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80">
                <a:latin typeface="Calibri"/>
                <a:cs typeface="Calibri"/>
              </a:rPr>
              <a:t>Uber</a:t>
            </a:r>
            <a:r>
              <a:rPr dirty="0" sz="1450" spc="-35">
                <a:latin typeface="Calibri"/>
                <a:cs typeface="Calibri"/>
              </a:rPr>
              <a:t> </a:t>
            </a:r>
            <a:r>
              <a:rPr dirty="0" sz="1450" spc="45">
                <a:latin typeface="Calibri"/>
                <a:cs typeface="Calibri"/>
              </a:rPr>
              <a:t>Purple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8604534" y="1217629"/>
            <a:ext cx="1061720" cy="65405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>
                <a:latin typeface="Tahoma"/>
                <a:cs typeface="Tahoma"/>
              </a:rPr>
              <a:t>RGB</a:t>
            </a:r>
            <a:r>
              <a:rPr dirty="0" sz="1000" spc="-70">
                <a:latin typeface="Tahoma"/>
                <a:cs typeface="Tahoma"/>
              </a:rPr>
              <a:t> </a:t>
            </a:r>
            <a:r>
              <a:rPr dirty="0" sz="1000" spc="-145">
                <a:latin typeface="Tahoma"/>
                <a:cs typeface="Tahoma"/>
              </a:rPr>
              <a:t>—</a:t>
            </a:r>
            <a:r>
              <a:rPr dirty="0" sz="1000" spc="-70">
                <a:latin typeface="Tahoma"/>
                <a:cs typeface="Tahoma"/>
              </a:rPr>
              <a:t> </a:t>
            </a:r>
            <a:r>
              <a:rPr dirty="0" sz="1000" spc="-75">
                <a:latin typeface="Tahoma"/>
                <a:cs typeface="Tahoma"/>
              </a:rPr>
              <a:t>115</a:t>
            </a:r>
            <a:r>
              <a:rPr dirty="0" sz="1000" spc="-7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86</a:t>
            </a:r>
            <a:r>
              <a:rPr dirty="0" sz="1000" spc="-7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191</a:t>
            </a:r>
            <a:endParaRPr sz="1000">
              <a:latin typeface="Tahoma"/>
              <a:cs typeface="Tahoma"/>
            </a:endParaRPr>
          </a:p>
          <a:p>
            <a:pPr marL="12700" marR="5080">
              <a:lnSpc>
                <a:spcPct val="103099"/>
              </a:lnSpc>
            </a:pPr>
            <a:r>
              <a:rPr dirty="0" sz="1000" spc="55">
                <a:latin typeface="Tahoma"/>
                <a:cs typeface="Tahoma"/>
              </a:rPr>
              <a:t>CMYK</a:t>
            </a:r>
            <a:r>
              <a:rPr dirty="0" sz="1000" spc="-105">
                <a:latin typeface="Tahoma"/>
                <a:cs typeface="Tahoma"/>
              </a:rPr>
              <a:t> </a:t>
            </a:r>
            <a:r>
              <a:rPr dirty="0" sz="1000" spc="-145">
                <a:latin typeface="Tahoma"/>
                <a:cs typeface="Tahoma"/>
              </a:rPr>
              <a:t>—</a:t>
            </a:r>
            <a:r>
              <a:rPr dirty="0" sz="1000" spc="-105">
                <a:latin typeface="Tahoma"/>
                <a:cs typeface="Tahoma"/>
              </a:rPr>
              <a:t> </a:t>
            </a:r>
            <a:r>
              <a:rPr dirty="0" sz="1000" spc="60">
                <a:latin typeface="Tahoma"/>
                <a:cs typeface="Tahoma"/>
              </a:rPr>
              <a:t>80</a:t>
            </a:r>
            <a:r>
              <a:rPr dirty="0" sz="1000" spc="-10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74</a:t>
            </a:r>
            <a:r>
              <a:rPr dirty="0" sz="1000" spc="-100">
                <a:latin typeface="Tahoma"/>
                <a:cs typeface="Tahoma"/>
              </a:rPr>
              <a:t> </a:t>
            </a:r>
            <a:r>
              <a:rPr dirty="0" sz="1000" spc="90">
                <a:latin typeface="Tahoma"/>
                <a:cs typeface="Tahoma"/>
              </a:rPr>
              <a:t>0</a:t>
            </a:r>
            <a:r>
              <a:rPr dirty="0" sz="1000" spc="-105">
                <a:latin typeface="Tahoma"/>
                <a:cs typeface="Tahoma"/>
              </a:rPr>
              <a:t> </a:t>
            </a:r>
            <a:r>
              <a:rPr dirty="0" sz="1000" spc="40">
                <a:latin typeface="Tahoma"/>
                <a:cs typeface="Tahoma"/>
              </a:rPr>
              <a:t>0 </a:t>
            </a:r>
            <a:r>
              <a:rPr dirty="0" sz="1000" spc="-10">
                <a:latin typeface="Tahoma"/>
                <a:cs typeface="Tahoma"/>
              </a:rPr>
              <a:t>HEX</a:t>
            </a:r>
            <a:r>
              <a:rPr dirty="0" sz="1000" spc="-100">
                <a:latin typeface="Tahoma"/>
                <a:cs typeface="Tahoma"/>
              </a:rPr>
              <a:t> </a:t>
            </a:r>
            <a:r>
              <a:rPr dirty="0" sz="1000" spc="-145">
                <a:latin typeface="Tahoma"/>
                <a:cs typeface="Tahoma"/>
              </a:rPr>
              <a:t>—</a:t>
            </a:r>
            <a:r>
              <a:rPr dirty="0" sz="1000" spc="-10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7356BF </a:t>
            </a:r>
            <a:r>
              <a:rPr dirty="0" sz="1000">
                <a:latin typeface="Tahoma"/>
                <a:cs typeface="Tahoma"/>
              </a:rPr>
              <a:t>PMS</a:t>
            </a:r>
            <a:r>
              <a:rPr dirty="0" sz="1000" spc="-65">
                <a:latin typeface="Tahoma"/>
                <a:cs typeface="Tahoma"/>
              </a:rPr>
              <a:t> </a:t>
            </a:r>
            <a:r>
              <a:rPr dirty="0" sz="1000" spc="-145">
                <a:latin typeface="Tahoma"/>
                <a:cs typeface="Tahoma"/>
              </a:rPr>
              <a:t>—</a:t>
            </a:r>
            <a:r>
              <a:rPr dirty="0" sz="1000" spc="-6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2102</a:t>
            </a:r>
            <a:r>
              <a:rPr dirty="0" sz="1000" spc="-60">
                <a:latin typeface="Tahoma"/>
                <a:cs typeface="Tahoma"/>
              </a:rPr>
              <a:t> </a:t>
            </a:r>
            <a:r>
              <a:rPr dirty="0" sz="1000" spc="100">
                <a:latin typeface="Tahoma"/>
                <a:cs typeface="Tahoma"/>
              </a:rPr>
              <a:t>C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10052050" y="5654278"/>
            <a:ext cx="10053320" cy="5652135"/>
            <a:chOff x="10052050" y="5654278"/>
            <a:chExt cx="10053320" cy="5652135"/>
          </a:xfrm>
        </p:grpSpPr>
        <p:sp>
          <p:nvSpPr>
            <p:cNvPr id="26" name="object 26" descr=""/>
            <p:cNvSpPr/>
            <p:nvPr/>
          </p:nvSpPr>
          <p:spPr>
            <a:xfrm>
              <a:off x="16759594" y="5654278"/>
              <a:ext cx="3344545" cy="2517140"/>
            </a:xfrm>
            <a:custGeom>
              <a:avLst/>
              <a:gdLst/>
              <a:ahLst/>
              <a:cxnLst/>
              <a:rect l="l" t="t" r="r" b="b"/>
              <a:pathLst>
                <a:path w="3344544" h="2517140">
                  <a:moveTo>
                    <a:pt x="3344505" y="0"/>
                  </a:moveTo>
                  <a:lnTo>
                    <a:pt x="0" y="0"/>
                  </a:lnTo>
                  <a:lnTo>
                    <a:pt x="0" y="2516635"/>
                  </a:lnTo>
                  <a:lnTo>
                    <a:pt x="3344505" y="2516635"/>
                  </a:lnTo>
                  <a:lnTo>
                    <a:pt x="3344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0052050" y="9219269"/>
              <a:ext cx="3350895" cy="1047115"/>
            </a:xfrm>
            <a:custGeom>
              <a:avLst/>
              <a:gdLst/>
              <a:ahLst/>
              <a:cxnLst/>
              <a:rect l="l" t="t" r="r" b="b"/>
              <a:pathLst>
                <a:path w="3350894" h="1047115">
                  <a:moveTo>
                    <a:pt x="0" y="0"/>
                  </a:moveTo>
                  <a:lnTo>
                    <a:pt x="3350683" y="0"/>
                  </a:lnTo>
                  <a:lnTo>
                    <a:pt x="3350683" y="1047093"/>
                  </a:lnTo>
                  <a:lnTo>
                    <a:pt x="0" y="10470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7B2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3399696" y="9219269"/>
              <a:ext cx="3350895" cy="1047115"/>
            </a:xfrm>
            <a:custGeom>
              <a:avLst/>
              <a:gdLst/>
              <a:ahLst/>
              <a:cxnLst/>
              <a:rect l="l" t="t" r="r" b="b"/>
              <a:pathLst>
                <a:path w="3350894" h="1047115">
                  <a:moveTo>
                    <a:pt x="0" y="0"/>
                  </a:moveTo>
                  <a:lnTo>
                    <a:pt x="3350683" y="0"/>
                  </a:lnTo>
                  <a:lnTo>
                    <a:pt x="3350683" y="1047093"/>
                  </a:lnTo>
                  <a:lnTo>
                    <a:pt x="0" y="10470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4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6754358" y="9219269"/>
              <a:ext cx="3350895" cy="1047115"/>
            </a:xfrm>
            <a:custGeom>
              <a:avLst/>
              <a:gdLst/>
              <a:ahLst/>
              <a:cxnLst/>
              <a:rect l="l" t="t" r="r" b="b"/>
              <a:pathLst>
                <a:path w="3350894" h="1047115">
                  <a:moveTo>
                    <a:pt x="0" y="0"/>
                  </a:moveTo>
                  <a:lnTo>
                    <a:pt x="3350683" y="0"/>
                  </a:lnTo>
                  <a:lnTo>
                    <a:pt x="3350683" y="1047093"/>
                  </a:lnTo>
                  <a:lnTo>
                    <a:pt x="0" y="10470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51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0052050" y="10259268"/>
              <a:ext cx="3350895" cy="1047115"/>
            </a:xfrm>
            <a:custGeom>
              <a:avLst/>
              <a:gdLst/>
              <a:ahLst/>
              <a:cxnLst/>
              <a:rect l="l" t="t" r="r" b="b"/>
              <a:pathLst>
                <a:path w="3350894" h="1047115">
                  <a:moveTo>
                    <a:pt x="0" y="0"/>
                  </a:moveTo>
                  <a:lnTo>
                    <a:pt x="3350683" y="0"/>
                  </a:lnTo>
                  <a:lnTo>
                    <a:pt x="3350683" y="1047090"/>
                  </a:lnTo>
                  <a:lnTo>
                    <a:pt x="0" y="10470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644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3399696" y="10259268"/>
              <a:ext cx="3350895" cy="1047115"/>
            </a:xfrm>
            <a:custGeom>
              <a:avLst/>
              <a:gdLst/>
              <a:ahLst/>
              <a:cxnLst/>
              <a:rect l="l" t="t" r="r" b="b"/>
              <a:pathLst>
                <a:path w="3350894" h="1047115">
                  <a:moveTo>
                    <a:pt x="0" y="0"/>
                  </a:moveTo>
                  <a:lnTo>
                    <a:pt x="3350683" y="0"/>
                  </a:lnTo>
                  <a:lnTo>
                    <a:pt x="3350683" y="1047090"/>
                  </a:lnTo>
                  <a:lnTo>
                    <a:pt x="0" y="10470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7D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6754358" y="10259268"/>
              <a:ext cx="3350895" cy="1047115"/>
            </a:xfrm>
            <a:custGeom>
              <a:avLst/>
              <a:gdLst/>
              <a:ahLst/>
              <a:cxnLst/>
              <a:rect l="l" t="t" r="r" b="b"/>
              <a:pathLst>
                <a:path w="3350894" h="1047115">
                  <a:moveTo>
                    <a:pt x="0" y="0"/>
                  </a:moveTo>
                  <a:lnTo>
                    <a:pt x="3350683" y="0"/>
                  </a:lnTo>
                  <a:lnTo>
                    <a:pt x="3350683" y="1047090"/>
                  </a:lnTo>
                  <a:lnTo>
                    <a:pt x="0" y="10470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356B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0052050" y="8170913"/>
              <a:ext cx="10052050" cy="1047115"/>
            </a:xfrm>
            <a:custGeom>
              <a:avLst/>
              <a:gdLst/>
              <a:ahLst/>
              <a:cxnLst/>
              <a:rect l="l" t="t" r="r" b="b"/>
              <a:pathLst>
                <a:path w="10052050" h="1047115">
                  <a:moveTo>
                    <a:pt x="0" y="0"/>
                  </a:moveTo>
                  <a:lnTo>
                    <a:pt x="10052049" y="0"/>
                  </a:lnTo>
                  <a:lnTo>
                    <a:pt x="10052049" y="1047088"/>
                  </a:lnTo>
                  <a:lnTo>
                    <a:pt x="0" y="10470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76E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10772312" y="6364068"/>
            <a:ext cx="119888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>
                <a:latin typeface="Calibri"/>
                <a:cs typeface="Calibri"/>
              </a:rPr>
              <a:t>Primary</a:t>
            </a:r>
            <a:r>
              <a:rPr dirty="0" sz="1450" spc="245">
                <a:latin typeface="Calibri"/>
                <a:cs typeface="Calibri"/>
              </a:rPr>
              <a:t> </a:t>
            </a:r>
            <a:r>
              <a:rPr dirty="0" sz="1450" spc="65">
                <a:latin typeface="Calibri"/>
                <a:cs typeface="Calibri"/>
              </a:rPr>
              <a:t>colors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10772312" y="8542013"/>
            <a:ext cx="1017269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75">
                <a:solidFill>
                  <a:srgbClr val="FFFFFF"/>
                </a:solidFill>
                <a:latin typeface="Calibri"/>
                <a:cs typeface="Calibri"/>
              </a:rPr>
              <a:t>Safety</a:t>
            </a:r>
            <a:r>
              <a:rPr dirty="0" sz="145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 spc="60">
                <a:solidFill>
                  <a:srgbClr val="FFFFFF"/>
                </a:solidFill>
                <a:latin typeface="Calibri"/>
                <a:cs typeface="Calibri"/>
              </a:rPr>
              <a:t>color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10772312" y="9589102"/>
            <a:ext cx="148082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105">
                <a:latin typeface="Calibri"/>
                <a:cs typeface="Calibri"/>
              </a:rPr>
              <a:t>Secondary</a:t>
            </a:r>
            <a:r>
              <a:rPr dirty="0" sz="1450" spc="-25">
                <a:latin typeface="Calibri"/>
                <a:cs typeface="Calibri"/>
              </a:rPr>
              <a:t> </a:t>
            </a:r>
            <a:r>
              <a:rPr dirty="0" sz="1450" spc="65">
                <a:latin typeface="Calibri"/>
                <a:cs typeface="Calibri"/>
              </a:rPr>
              <a:t>colors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37" name="object 37" descr=""/>
          <p:cNvSpPr/>
          <p:nvPr/>
        </p:nvSpPr>
        <p:spPr>
          <a:xfrm>
            <a:off x="10052489" y="10470"/>
            <a:ext cx="0" cy="11298555"/>
          </a:xfrm>
          <a:custGeom>
            <a:avLst/>
            <a:gdLst/>
            <a:ahLst/>
            <a:cxnLst/>
            <a:rect l="l" t="t" r="r" b="b"/>
            <a:pathLst>
              <a:path w="0" h="11298555">
                <a:moveTo>
                  <a:pt x="0" y="11298085"/>
                </a:moveTo>
                <a:lnTo>
                  <a:pt x="0" y="0"/>
                </a:lnTo>
              </a:path>
            </a:pathLst>
          </a:custGeom>
          <a:ln w="785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30732" y="322368"/>
            <a:ext cx="3629025" cy="82994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250" spc="295">
                <a:latin typeface="Calibri"/>
                <a:cs typeface="Calibri"/>
              </a:rPr>
              <a:t>Typography</a:t>
            </a:r>
            <a:endParaRPr sz="525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30732" y="1680964"/>
            <a:ext cx="4283075" cy="3199130"/>
          </a:xfrm>
          <a:prstGeom prst="rect">
            <a:avLst/>
          </a:prstGeom>
        </p:spPr>
        <p:txBody>
          <a:bodyPr wrap="square" lIns="0" tIns="1854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dirty="0" sz="2450" spc="110">
                <a:latin typeface="Calibri"/>
                <a:cs typeface="Calibri"/>
              </a:rPr>
              <a:t>Uber</a:t>
            </a:r>
            <a:r>
              <a:rPr dirty="0" sz="2450" spc="-60">
                <a:latin typeface="Calibri"/>
                <a:cs typeface="Calibri"/>
              </a:rPr>
              <a:t> </a:t>
            </a:r>
            <a:r>
              <a:rPr dirty="0" sz="2450" spc="80">
                <a:latin typeface="Calibri"/>
                <a:cs typeface="Calibri"/>
              </a:rPr>
              <a:t>Move</a:t>
            </a:r>
            <a:endParaRPr sz="2450">
              <a:latin typeface="Calibri"/>
              <a:cs typeface="Calibri"/>
            </a:endParaRPr>
          </a:p>
          <a:p>
            <a:pPr marL="12700" marR="5080">
              <a:lnSpc>
                <a:spcPct val="102200"/>
              </a:lnSpc>
              <a:spcBef>
                <a:spcPts val="1055"/>
              </a:spcBef>
            </a:pPr>
            <a:r>
              <a:rPr dirty="0" sz="1950">
                <a:latin typeface="Tahoma"/>
                <a:cs typeface="Tahoma"/>
              </a:rPr>
              <a:t>Uber</a:t>
            </a:r>
            <a:r>
              <a:rPr dirty="0" sz="1950" spc="-165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Move</a:t>
            </a:r>
            <a:r>
              <a:rPr dirty="0" sz="1950" spc="-165">
                <a:latin typeface="Tahoma"/>
                <a:cs typeface="Tahoma"/>
              </a:rPr>
              <a:t> </a:t>
            </a:r>
            <a:r>
              <a:rPr dirty="0" sz="1950" spc="-80">
                <a:latin typeface="Tahoma"/>
                <a:cs typeface="Tahoma"/>
              </a:rPr>
              <a:t>is</a:t>
            </a:r>
            <a:r>
              <a:rPr dirty="0" sz="1950" spc="-165">
                <a:latin typeface="Tahoma"/>
                <a:cs typeface="Tahoma"/>
              </a:rPr>
              <a:t> </a:t>
            </a:r>
            <a:r>
              <a:rPr dirty="0" sz="1950" spc="-60">
                <a:latin typeface="Tahoma"/>
                <a:cs typeface="Tahoma"/>
              </a:rPr>
              <a:t>a</a:t>
            </a:r>
            <a:r>
              <a:rPr dirty="0" sz="1950" spc="-165">
                <a:latin typeface="Tahoma"/>
                <a:cs typeface="Tahoma"/>
              </a:rPr>
              <a:t> </a:t>
            </a:r>
            <a:r>
              <a:rPr dirty="0" sz="1950" spc="-90">
                <a:latin typeface="Tahoma"/>
                <a:cs typeface="Tahoma"/>
              </a:rPr>
              <a:t>key</a:t>
            </a:r>
            <a:r>
              <a:rPr dirty="0" sz="1950" spc="-165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element</a:t>
            </a:r>
            <a:r>
              <a:rPr dirty="0" sz="1950" spc="-165">
                <a:latin typeface="Tahoma"/>
                <a:cs typeface="Tahoma"/>
              </a:rPr>
              <a:t> </a:t>
            </a:r>
            <a:r>
              <a:rPr dirty="0" sz="1950" spc="-85">
                <a:latin typeface="Tahoma"/>
                <a:cs typeface="Tahoma"/>
              </a:rPr>
              <a:t>in</a:t>
            </a:r>
            <a:r>
              <a:rPr dirty="0" sz="1950" spc="-165">
                <a:latin typeface="Tahoma"/>
                <a:cs typeface="Tahoma"/>
              </a:rPr>
              <a:t> </a:t>
            </a:r>
            <a:r>
              <a:rPr dirty="0" sz="1950" spc="-25">
                <a:latin typeface="Tahoma"/>
                <a:cs typeface="Tahoma"/>
              </a:rPr>
              <a:t>our</a:t>
            </a:r>
            <a:r>
              <a:rPr dirty="0" sz="1950" spc="-165">
                <a:latin typeface="Tahoma"/>
                <a:cs typeface="Tahoma"/>
              </a:rPr>
              <a:t> </a:t>
            </a:r>
            <a:r>
              <a:rPr dirty="0" sz="1950" spc="-35">
                <a:latin typeface="Tahoma"/>
                <a:cs typeface="Tahoma"/>
              </a:rPr>
              <a:t>brand. </a:t>
            </a:r>
            <a:r>
              <a:rPr dirty="0" sz="1950" spc="-200">
                <a:latin typeface="Tahoma"/>
                <a:cs typeface="Tahoma"/>
              </a:rPr>
              <a:t>It</a:t>
            </a:r>
            <a:r>
              <a:rPr dirty="0" sz="1950" spc="-170">
                <a:latin typeface="Tahoma"/>
                <a:cs typeface="Tahoma"/>
              </a:rPr>
              <a:t> </a:t>
            </a:r>
            <a:r>
              <a:rPr dirty="0" sz="1950" spc="-60">
                <a:latin typeface="Tahoma"/>
                <a:cs typeface="Tahoma"/>
              </a:rPr>
              <a:t>works</a:t>
            </a:r>
            <a:r>
              <a:rPr dirty="0" sz="1950" spc="-165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to</a:t>
            </a:r>
            <a:r>
              <a:rPr dirty="0" sz="1950" spc="-165">
                <a:latin typeface="Tahoma"/>
                <a:cs typeface="Tahoma"/>
              </a:rPr>
              <a:t> </a:t>
            </a:r>
            <a:r>
              <a:rPr dirty="0" sz="1950" spc="-70">
                <a:latin typeface="Tahoma"/>
                <a:cs typeface="Tahoma"/>
              </a:rPr>
              <a:t>maintain</a:t>
            </a:r>
            <a:r>
              <a:rPr dirty="0" sz="1950" spc="-165">
                <a:latin typeface="Tahoma"/>
                <a:cs typeface="Tahoma"/>
              </a:rPr>
              <a:t> </a:t>
            </a:r>
            <a:r>
              <a:rPr dirty="0" sz="1950" spc="-40">
                <a:latin typeface="Tahoma"/>
                <a:cs typeface="Tahoma"/>
              </a:rPr>
              <a:t>consistency,</a:t>
            </a:r>
            <a:r>
              <a:rPr dirty="0" sz="1950" spc="-165">
                <a:latin typeface="Tahoma"/>
                <a:cs typeface="Tahoma"/>
              </a:rPr>
              <a:t> </a:t>
            </a:r>
            <a:r>
              <a:rPr dirty="0" sz="1950" spc="-10">
                <a:latin typeface="Tahoma"/>
                <a:cs typeface="Tahoma"/>
              </a:rPr>
              <a:t>create </a:t>
            </a:r>
            <a:r>
              <a:rPr dirty="0" sz="1950" spc="-100">
                <a:latin typeface="Tahoma"/>
                <a:cs typeface="Tahoma"/>
              </a:rPr>
              <a:t>clarity,</a:t>
            </a:r>
            <a:r>
              <a:rPr dirty="0" sz="1950" spc="-170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and</a:t>
            </a:r>
            <a:r>
              <a:rPr dirty="0" sz="1950" spc="-165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provide</a:t>
            </a:r>
            <a:r>
              <a:rPr dirty="0" sz="1950" spc="-170">
                <a:latin typeface="Tahoma"/>
                <a:cs typeface="Tahoma"/>
              </a:rPr>
              <a:t> </a:t>
            </a:r>
            <a:r>
              <a:rPr dirty="0" sz="1950" spc="-10">
                <a:latin typeface="Tahoma"/>
                <a:cs typeface="Tahoma"/>
              </a:rPr>
              <a:t>equity</a:t>
            </a:r>
            <a:r>
              <a:rPr dirty="0" sz="1950" spc="-165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to</a:t>
            </a:r>
            <a:r>
              <a:rPr dirty="0" sz="1950" spc="-170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the</a:t>
            </a:r>
            <a:r>
              <a:rPr dirty="0" sz="1950" spc="-165">
                <a:latin typeface="Tahoma"/>
                <a:cs typeface="Tahoma"/>
              </a:rPr>
              <a:t> </a:t>
            </a:r>
            <a:r>
              <a:rPr dirty="0" sz="1950" spc="-10">
                <a:latin typeface="Tahoma"/>
                <a:cs typeface="Tahoma"/>
              </a:rPr>
              <a:t>brand </a:t>
            </a:r>
            <a:r>
              <a:rPr dirty="0" sz="1950" spc="-45">
                <a:latin typeface="Tahoma"/>
                <a:cs typeface="Tahoma"/>
              </a:rPr>
              <a:t>as</a:t>
            </a:r>
            <a:r>
              <a:rPr dirty="0" sz="1950" spc="-185">
                <a:latin typeface="Tahoma"/>
                <a:cs typeface="Tahoma"/>
              </a:rPr>
              <a:t> </a:t>
            </a:r>
            <a:r>
              <a:rPr dirty="0" sz="1950" spc="-60">
                <a:latin typeface="Tahoma"/>
                <a:cs typeface="Tahoma"/>
              </a:rPr>
              <a:t>a</a:t>
            </a:r>
            <a:r>
              <a:rPr dirty="0" sz="1950" spc="-185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global</a:t>
            </a:r>
            <a:r>
              <a:rPr dirty="0" sz="1950" spc="-185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leader</a:t>
            </a:r>
            <a:r>
              <a:rPr dirty="0" sz="1950" spc="-185">
                <a:latin typeface="Tahoma"/>
                <a:cs typeface="Tahoma"/>
              </a:rPr>
              <a:t> </a:t>
            </a:r>
            <a:r>
              <a:rPr dirty="0" sz="1950" spc="-85">
                <a:latin typeface="Tahoma"/>
                <a:cs typeface="Tahoma"/>
              </a:rPr>
              <a:t>in</a:t>
            </a:r>
            <a:r>
              <a:rPr dirty="0" sz="1950" spc="-185">
                <a:latin typeface="Tahoma"/>
                <a:cs typeface="Tahoma"/>
              </a:rPr>
              <a:t> </a:t>
            </a:r>
            <a:r>
              <a:rPr dirty="0" sz="1950" spc="-10">
                <a:latin typeface="Tahoma"/>
                <a:cs typeface="Tahoma"/>
              </a:rPr>
              <a:t>multi-modal transportation.</a:t>
            </a:r>
            <a:endParaRPr sz="1950">
              <a:latin typeface="Tahoma"/>
              <a:cs typeface="Tahoma"/>
            </a:endParaRPr>
          </a:p>
          <a:p>
            <a:pPr algn="just" marL="12700" marR="194945">
              <a:lnSpc>
                <a:spcPct val="102200"/>
              </a:lnSpc>
              <a:spcBef>
                <a:spcPts val="495"/>
              </a:spcBef>
            </a:pPr>
            <a:r>
              <a:rPr dirty="0" sz="1950" spc="15">
                <a:latin typeface="Tahoma"/>
                <a:cs typeface="Tahoma"/>
              </a:rPr>
              <a:t>We</a:t>
            </a:r>
            <a:r>
              <a:rPr dirty="0" sz="1950" spc="-155">
                <a:latin typeface="Tahoma"/>
                <a:cs typeface="Tahoma"/>
              </a:rPr>
              <a:t> </a:t>
            </a:r>
            <a:r>
              <a:rPr dirty="0" sz="1950" spc="-80">
                <a:latin typeface="Tahoma"/>
                <a:cs typeface="Tahoma"/>
              </a:rPr>
              <a:t>have</a:t>
            </a:r>
            <a:r>
              <a:rPr dirty="0" sz="1950" spc="-75">
                <a:latin typeface="Tahoma"/>
                <a:cs typeface="Tahoma"/>
              </a:rPr>
              <a:t> </a:t>
            </a:r>
            <a:r>
              <a:rPr dirty="0" sz="1950" spc="110" b="1">
                <a:latin typeface="Calibri"/>
                <a:cs typeface="Calibri"/>
              </a:rPr>
              <a:t>Uber</a:t>
            </a:r>
            <a:r>
              <a:rPr dirty="0" sz="1950" spc="-75" b="1">
                <a:latin typeface="Calibri"/>
                <a:cs typeface="Calibri"/>
              </a:rPr>
              <a:t> </a:t>
            </a:r>
            <a:r>
              <a:rPr dirty="0" sz="1950" spc="105" b="1">
                <a:latin typeface="Calibri"/>
                <a:cs typeface="Calibri"/>
              </a:rPr>
              <a:t>Move</a:t>
            </a:r>
            <a:r>
              <a:rPr dirty="0" sz="1950" spc="10" b="1">
                <a:latin typeface="Calibri"/>
                <a:cs typeface="Calibri"/>
              </a:rPr>
              <a:t> </a:t>
            </a:r>
            <a:r>
              <a:rPr dirty="0" sz="1950" spc="95" b="1">
                <a:latin typeface="Calibri"/>
                <a:cs typeface="Calibri"/>
              </a:rPr>
              <a:t>Display</a:t>
            </a:r>
            <a:r>
              <a:rPr dirty="0" sz="1950" spc="10" b="1">
                <a:latin typeface="Calibri"/>
                <a:cs typeface="Calibri"/>
              </a:rPr>
              <a:t> </a:t>
            </a:r>
            <a:r>
              <a:rPr dirty="0" sz="1950">
                <a:latin typeface="Tahoma"/>
                <a:cs typeface="Tahoma"/>
              </a:rPr>
              <a:t>used</a:t>
            </a:r>
            <a:r>
              <a:rPr dirty="0" sz="1950" spc="-155">
                <a:latin typeface="Tahoma"/>
                <a:cs typeface="Tahoma"/>
              </a:rPr>
              <a:t> </a:t>
            </a:r>
            <a:r>
              <a:rPr dirty="0" sz="1950" spc="-25">
                <a:latin typeface="Tahoma"/>
                <a:cs typeface="Tahoma"/>
              </a:rPr>
              <a:t>for </a:t>
            </a:r>
            <a:r>
              <a:rPr dirty="0" sz="1950" spc="-30">
                <a:latin typeface="Tahoma"/>
                <a:cs typeface="Tahoma"/>
              </a:rPr>
              <a:t>headlines</a:t>
            </a:r>
            <a:r>
              <a:rPr dirty="0" sz="1950" spc="-110">
                <a:latin typeface="Tahoma"/>
                <a:cs typeface="Tahoma"/>
              </a:rPr>
              <a:t> </a:t>
            </a:r>
            <a:r>
              <a:rPr dirty="0" sz="1950" spc="-20">
                <a:latin typeface="Tahoma"/>
                <a:cs typeface="Tahoma"/>
              </a:rPr>
              <a:t>and</a:t>
            </a:r>
            <a:r>
              <a:rPr dirty="0" sz="1950" spc="-105">
                <a:latin typeface="Tahoma"/>
                <a:cs typeface="Tahoma"/>
              </a:rPr>
              <a:t> </a:t>
            </a:r>
            <a:r>
              <a:rPr dirty="0" sz="1950" spc="-20">
                <a:latin typeface="Tahoma"/>
                <a:cs typeface="Tahoma"/>
              </a:rPr>
              <a:t>sub</a:t>
            </a:r>
            <a:r>
              <a:rPr dirty="0" sz="1950" spc="-110">
                <a:latin typeface="Tahoma"/>
                <a:cs typeface="Tahoma"/>
              </a:rPr>
              <a:t> </a:t>
            </a:r>
            <a:r>
              <a:rPr dirty="0" sz="1950" spc="-30">
                <a:latin typeface="Tahoma"/>
                <a:cs typeface="Tahoma"/>
              </a:rPr>
              <a:t>headlines</a:t>
            </a:r>
            <a:r>
              <a:rPr dirty="0" sz="1950" spc="-105">
                <a:latin typeface="Tahoma"/>
                <a:cs typeface="Tahoma"/>
              </a:rPr>
              <a:t> </a:t>
            </a:r>
            <a:r>
              <a:rPr dirty="0" sz="1950" spc="-20">
                <a:latin typeface="Tahoma"/>
                <a:cs typeface="Tahoma"/>
              </a:rPr>
              <a:t>and</a:t>
            </a:r>
            <a:r>
              <a:rPr dirty="0" sz="1950" spc="-110">
                <a:latin typeface="Tahoma"/>
                <a:cs typeface="Tahoma"/>
              </a:rPr>
              <a:t> </a:t>
            </a:r>
            <a:r>
              <a:rPr dirty="0" sz="1950" spc="90" b="1">
                <a:latin typeface="Calibri"/>
                <a:cs typeface="Calibri"/>
              </a:rPr>
              <a:t>Uber </a:t>
            </a:r>
            <a:r>
              <a:rPr dirty="0" sz="1950" spc="105" b="1">
                <a:latin typeface="Calibri"/>
                <a:cs typeface="Calibri"/>
              </a:rPr>
              <a:t>Move</a:t>
            </a:r>
            <a:r>
              <a:rPr dirty="0" sz="1950" spc="-15" b="1">
                <a:latin typeface="Calibri"/>
                <a:cs typeface="Calibri"/>
              </a:rPr>
              <a:t> </a:t>
            </a:r>
            <a:r>
              <a:rPr dirty="0" sz="1950" spc="60" b="1">
                <a:latin typeface="Calibri"/>
                <a:cs typeface="Calibri"/>
              </a:rPr>
              <a:t>Text</a:t>
            </a:r>
            <a:r>
              <a:rPr dirty="0" sz="1950" spc="-15" b="1">
                <a:latin typeface="Calibri"/>
                <a:cs typeface="Calibri"/>
              </a:rPr>
              <a:t> </a:t>
            </a:r>
            <a:r>
              <a:rPr dirty="0" sz="1950">
                <a:latin typeface="Tahoma"/>
                <a:cs typeface="Tahoma"/>
              </a:rPr>
              <a:t>used</a:t>
            </a:r>
            <a:r>
              <a:rPr dirty="0" sz="1950" spc="-180">
                <a:latin typeface="Tahoma"/>
                <a:cs typeface="Tahoma"/>
              </a:rPr>
              <a:t> </a:t>
            </a:r>
            <a:r>
              <a:rPr dirty="0" sz="1950" spc="-40">
                <a:latin typeface="Tahoma"/>
                <a:cs typeface="Tahoma"/>
              </a:rPr>
              <a:t>for</a:t>
            </a:r>
            <a:r>
              <a:rPr dirty="0" sz="1950" spc="-175">
                <a:latin typeface="Tahoma"/>
                <a:cs typeface="Tahoma"/>
              </a:rPr>
              <a:t> </a:t>
            </a:r>
            <a:r>
              <a:rPr dirty="0" sz="1950" spc="80">
                <a:latin typeface="Tahoma"/>
                <a:cs typeface="Tahoma"/>
              </a:rPr>
              <a:t>body</a:t>
            </a:r>
            <a:r>
              <a:rPr dirty="0" sz="1950" spc="-180">
                <a:latin typeface="Tahoma"/>
                <a:cs typeface="Tahoma"/>
              </a:rPr>
              <a:t> </a:t>
            </a:r>
            <a:r>
              <a:rPr dirty="0" sz="1950" spc="-10">
                <a:latin typeface="Tahoma"/>
                <a:cs typeface="Tahoma"/>
              </a:rPr>
              <a:t>copy.</a:t>
            </a:r>
            <a:endParaRPr sz="195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41203" y="5994970"/>
            <a:ext cx="4023360" cy="2978785"/>
          </a:xfrm>
          <a:prstGeom prst="rect">
            <a:avLst/>
          </a:prstGeom>
        </p:spPr>
        <p:txBody>
          <a:bodyPr wrap="square" lIns="0" tIns="1854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dirty="0" sz="2450" spc="60">
                <a:latin typeface="Calibri"/>
                <a:cs typeface="Calibri"/>
              </a:rPr>
              <a:t>Pairings</a:t>
            </a:r>
            <a:r>
              <a:rPr dirty="0" sz="2450" spc="-50">
                <a:latin typeface="Calibri"/>
                <a:cs typeface="Calibri"/>
              </a:rPr>
              <a:t> </a:t>
            </a:r>
            <a:r>
              <a:rPr dirty="0" sz="2450" spc="180">
                <a:latin typeface="Calibri"/>
                <a:cs typeface="Calibri"/>
              </a:rPr>
              <a:t>–</a:t>
            </a:r>
            <a:r>
              <a:rPr dirty="0" sz="2450" spc="-50">
                <a:latin typeface="Calibri"/>
                <a:cs typeface="Calibri"/>
              </a:rPr>
              <a:t> </a:t>
            </a:r>
            <a:r>
              <a:rPr dirty="0" sz="2450" spc="85">
                <a:latin typeface="Calibri"/>
                <a:cs typeface="Calibri"/>
              </a:rPr>
              <a:t>Display</a:t>
            </a:r>
            <a:endParaRPr sz="2450">
              <a:latin typeface="Calibri"/>
              <a:cs typeface="Calibri"/>
            </a:endParaRPr>
          </a:p>
          <a:p>
            <a:pPr marL="12700" marR="347345">
              <a:lnSpc>
                <a:spcPct val="102200"/>
              </a:lnSpc>
              <a:spcBef>
                <a:spcPts val="1055"/>
              </a:spcBef>
            </a:pPr>
            <a:r>
              <a:rPr dirty="0" sz="1950" spc="-200">
                <a:latin typeface="Tahoma"/>
                <a:cs typeface="Tahoma"/>
              </a:rPr>
              <a:t>It</a:t>
            </a:r>
            <a:r>
              <a:rPr dirty="0" sz="1950" spc="-180">
                <a:latin typeface="Tahoma"/>
                <a:cs typeface="Tahoma"/>
              </a:rPr>
              <a:t> </a:t>
            </a:r>
            <a:r>
              <a:rPr dirty="0" sz="1950" spc="-80">
                <a:latin typeface="Tahoma"/>
                <a:cs typeface="Tahoma"/>
              </a:rPr>
              <a:t>is</a:t>
            </a:r>
            <a:r>
              <a:rPr dirty="0" sz="1950" spc="-175">
                <a:latin typeface="Tahoma"/>
                <a:cs typeface="Tahoma"/>
              </a:rPr>
              <a:t> </a:t>
            </a:r>
            <a:r>
              <a:rPr dirty="0" sz="1950" spc="-20">
                <a:latin typeface="Tahoma"/>
                <a:cs typeface="Tahoma"/>
              </a:rPr>
              <a:t>important</a:t>
            </a:r>
            <a:r>
              <a:rPr dirty="0" sz="1950" spc="-175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to</a:t>
            </a:r>
            <a:r>
              <a:rPr dirty="0" sz="1950" spc="-175">
                <a:latin typeface="Tahoma"/>
                <a:cs typeface="Tahoma"/>
              </a:rPr>
              <a:t> </a:t>
            </a:r>
            <a:r>
              <a:rPr dirty="0" sz="1950" spc="-70">
                <a:latin typeface="Tahoma"/>
                <a:cs typeface="Tahoma"/>
              </a:rPr>
              <a:t>maintain</a:t>
            </a:r>
            <a:r>
              <a:rPr dirty="0" sz="1950" spc="-175">
                <a:latin typeface="Tahoma"/>
                <a:cs typeface="Tahoma"/>
              </a:rPr>
              <a:t> </a:t>
            </a:r>
            <a:r>
              <a:rPr dirty="0" sz="1950" spc="-20">
                <a:latin typeface="Tahoma"/>
                <a:cs typeface="Tahoma"/>
              </a:rPr>
              <a:t>these </a:t>
            </a:r>
            <a:r>
              <a:rPr dirty="0" sz="1950">
                <a:latin typeface="Tahoma"/>
                <a:cs typeface="Tahoma"/>
              </a:rPr>
              <a:t>type</a:t>
            </a:r>
            <a:r>
              <a:rPr dirty="0" sz="1950" spc="-155">
                <a:latin typeface="Tahoma"/>
                <a:cs typeface="Tahoma"/>
              </a:rPr>
              <a:t> </a:t>
            </a:r>
            <a:r>
              <a:rPr dirty="0" sz="1950" spc="-60">
                <a:latin typeface="Tahoma"/>
                <a:cs typeface="Tahoma"/>
              </a:rPr>
              <a:t>pairings.</a:t>
            </a:r>
            <a:r>
              <a:rPr dirty="0" sz="1950" spc="-155">
                <a:latin typeface="Tahoma"/>
                <a:cs typeface="Tahoma"/>
              </a:rPr>
              <a:t> </a:t>
            </a:r>
            <a:r>
              <a:rPr dirty="0" sz="1950" spc="-70">
                <a:latin typeface="Tahoma"/>
                <a:cs typeface="Tahoma"/>
              </a:rPr>
              <a:t>This</a:t>
            </a:r>
            <a:r>
              <a:rPr dirty="0" sz="1950" spc="-155">
                <a:latin typeface="Tahoma"/>
                <a:cs typeface="Tahoma"/>
              </a:rPr>
              <a:t> </a:t>
            </a:r>
            <a:r>
              <a:rPr dirty="0" sz="1950" spc="-50">
                <a:latin typeface="Tahoma"/>
                <a:cs typeface="Tahoma"/>
              </a:rPr>
              <a:t>allows</a:t>
            </a:r>
            <a:r>
              <a:rPr dirty="0" sz="1950" spc="-150">
                <a:latin typeface="Tahoma"/>
                <a:cs typeface="Tahoma"/>
              </a:rPr>
              <a:t> </a:t>
            </a:r>
            <a:r>
              <a:rPr dirty="0" sz="1950" spc="-40">
                <a:latin typeface="Tahoma"/>
                <a:cs typeface="Tahoma"/>
              </a:rPr>
              <a:t>for</a:t>
            </a:r>
            <a:r>
              <a:rPr dirty="0" sz="1950" spc="-155">
                <a:latin typeface="Tahoma"/>
                <a:cs typeface="Tahoma"/>
              </a:rPr>
              <a:t> </a:t>
            </a:r>
            <a:r>
              <a:rPr dirty="0" sz="1950" spc="-50">
                <a:latin typeface="Tahoma"/>
                <a:cs typeface="Tahoma"/>
              </a:rPr>
              <a:t>clarity, </a:t>
            </a:r>
            <a:r>
              <a:rPr dirty="0" sz="1950" spc="-40">
                <a:latin typeface="Tahoma"/>
                <a:cs typeface="Tahoma"/>
              </a:rPr>
              <a:t>consistency,</a:t>
            </a:r>
            <a:r>
              <a:rPr dirty="0" sz="1950" spc="-170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and</a:t>
            </a:r>
            <a:r>
              <a:rPr dirty="0" sz="1950" spc="-170">
                <a:latin typeface="Tahoma"/>
                <a:cs typeface="Tahoma"/>
              </a:rPr>
              <a:t> </a:t>
            </a:r>
            <a:r>
              <a:rPr dirty="0" sz="1950" spc="-60">
                <a:latin typeface="Tahoma"/>
                <a:cs typeface="Tahoma"/>
              </a:rPr>
              <a:t>a</a:t>
            </a:r>
            <a:r>
              <a:rPr dirty="0" sz="1950" spc="-170">
                <a:latin typeface="Tahoma"/>
                <a:cs typeface="Tahoma"/>
              </a:rPr>
              <a:t> </a:t>
            </a:r>
            <a:r>
              <a:rPr dirty="0" sz="1950" spc="-30">
                <a:latin typeface="Tahoma"/>
                <a:cs typeface="Tahoma"/>
              </a:rPr>
              <a:t>strong</a:t>
            </a:r>
            <a:r>
              <a:rPr dirty="0" sz="1950" spc="-170">
                <a:latin typeface="Tahoma"/>
                <a:cs typeface="Tahoma"/>
              </a:rPr>
              <a:t> </a:t>
            </a:r>
            <a:r>
              <a:rPr dirty="0" sz="1950" spc="-50">
                <a:latin typeface="Tahoma"/>
                <a:cs typeface="Tahoma"/>
              </a:rPr>
              <a:t>hierarchy </a:t>
            </a:r>
            <a:r>
              <a:rPr dirty="0" sz="1950" spc="-40">
                <a:latin typeface="Tahoma"/>
                <a:cs typeface="Tahoma"/>
              </a:rPr>
              <a:t>for</a:t>
            </a:r>
            <a:r>
              <a:rPr dirty="0" sz="1950" spc="-195">
                <a:latin typeface="Tahoma"/>
                <a:cs typeface="Tahoma"/>
              </a:rPr>
              <a:t> </a:t>
            </a:r>
            <a:r>
              <a:rPr dirty="0" sz="1950" spc="-90">
                <a:latin typeface="Tahoma"/>
                <a:cs typeface="Tahoma"/>
              </a:rPr>
              <a:t>all</a:t>
            </a:r>
            <a:r>
              <a:rPr dirty="0" sz="1950" spc="-195">
                <a:latin typeface="Tahoma"/>
                <a:cs typeface="Tahoma"/>
              </a:rPr>
              <a:t> </a:t>
            </a:r>
            <a:r>
              <a:rPr dirty="0" sz="1950" spc="-10">
                <a:latin typeface="Tahoma"/>
                <a:cs typeface="Tahoma"/>
              </a:rPr>
              <a:t>communications.</a:t>
            </a:r>
            <a:endParaRPr sz="1950">
              <a:latin typeface="Tahoma"/>
              <a:cs typeface="Tahoma"/>
            </a:endParaRPr>
          </a:p>
          <a:p>
            <a:pPr marL="12700" marR="5080">
              <a:lnSpc>
                <a:spcPct val="102200"/>
              </a:lnSpc>
              <a:spcBef>
                <a:spcPts val="1155"/>
              </a:spcBef>
            </a:pPr>
            <a:r>
              <a:rPr dirty="0" sz="1950">
                <a:latin typeface="Tahoma"/>
                <a:cs typeface="Tahoma"/>
              </a:rPr>
              <a:t>Medium</a:t>
            </a:r>
            <a:r>
              <a:rPr dirty="0" sz="1950" spc="-155">
                <a:latin typeface="Tahoma"/>
                <a:cs typeface="Tahoma"/>
              </a:rPr>
              <a:t> </a:t>
            </a:r>
            <a:r>
              <a:rPr dirty="0" sz="1950" spc="-25">
                <a:latin typeface="Tahoma"/>
                <a:cs typeface="Tahoma"/>
              </a:rPr>
              <a:t>weight</a:t>
            </a:r>
            <a:r>
              <a:rPr dirty="0" sz="1950" spc="-155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should</a:t>
            </a:r>
            <a:r>
              <a:rPr dirty="0" sz="1950" spc="-150">
                <a:latin typeface="Tahoma"/>
                <a:cs typeface="Tahoma"/>
              </a:rPr>
              <a:t> </a:t>
            </a:r>
            <a:r>
              <a:rPr dirty="0" sz="1950" spc="114">
                <a:latin typeface="Tahoma"/>
                <a:cs typeface="Tahoma"/>
              </a:rPr>
              <a:t>be</a:t>
            </a:r>
            <a:r>
              <a:rPr dirty="0" sz="1950" spc="-155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paired</a:t>
            </a:r>
            <a:r>
              <a:rPr dirty="0" sz="1950" spc="-150">
                <a:latin typeface="Tahoma"/>
                <a:cs typeface="Tahoma"/>
              </a:rPr>
              <a:t> </a:t>
            </a:r>
            <a:r>
              <a:rPr dirty="0" sz="1950" spc="-50">
                <a:latin typeface="Tahoma"/>
                <a:cs typeface="Tahoma"/>
              </a:rPr>
              <a:t>with </a:t>
            </a:r>
            <a:r>
              <a:rPr dirty="0" sz="1950" spc="-25">
                <a:latin typeface="Tahoma"/>
                <a:cs typeface="Tahoma"/>
              </a:rPr>
              <a:t>Light</a:t>
            </a:r>
            <a:r>
              <a:rPr dirty="0" sz="1950" spc="-160">
                <a:latin typeface="Tahoma"/>
                <a:cs typeface="Tahoma"/>
              </a:rPr>
              <a:t> </a:t>
            </a:r>
            <a:r>
              <a:rPr dirty="0" sz="1950" spc="-55">
                <a:latin typeface="Tahoma"/>
                <a:cs typeface="Tahoma"/>
              </a:rPr>
              <a:t>weight,</a:t>
            </a:r>
            <a:r>
              <a:rPr dirty="0" sz="1950" spc="-160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and</a:t>
            </a:r>
            <a:r>
              <a:rPr dirty="0" sz="1950" spc="-160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Bold</a:t>
            </a:r>
            <a:r>
              <a:rPr dirty="0" sz="1950" spc="-160">
                <a:latin typeface="Tahoma"/>
                <a:cs typeface="Tahoma"/>
              </a:rPr>
              <a:t> </a:t>
            </a:r>
            <a:r>
              <a:rPr dirty="0" sz="1950" spc="-25">
                <a:latin typeface="Tahoma"/>
                <a:cs typeface="Tahoma"/>
              </a:rPr>
              <a:t>weight</a:t>
            </a:r>
            <a:r>
              <a:rPr dirty="0" sz="1950" spc="-160">
                <a:latin typeface="Tahoma"/>
                <a:cs typeface="Tahoma"/>
              </a:rPr>
              <a:t> </a:t>
            </a:r>
            <a:r>
              <a:rPr dirty="0" sz="1950" spc="-10">
                <a:latin typeface="Tahoma"/>
                <a:cs typeface="Tahoma"/>
              </a:rPr>
              <a:t>should </a:t>
            </a:r>
            <a:r>
              <a:rPr dirty="0" sz="1950" spc="114">
                <a:latin typeface="Tahoma"/>
                <a:cs typeface="Tahoma"/>
              </a:rPr>
              <a:t>be</a:t>
            </a:r>
            <a:r>
              <a:rPr dirty="0" sz="1950" spc="-190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paired</a:t>
            </a:r>
            <a:r>
              <a:rPr dirty="0" sz="1950" spc="-185">
                <a:latin typeface="Tahoma"/>
                <a:cs typeface="Tahoma"/>
              </a:rPr>
              <a:t> </a:t>
            </a:r>
            <a:r>
              <a:rPr dirty="0" sz="1950" spc="-70">
                <a:latin typeface="Tahoma"/>
                <a:cs typeface="Tahoma"/>
              </a:rPr>
              <a:t>with</a:t>
            </a:r>
            <a:r>
              <a:rPr dirty="0" sz="1950" spc="-185">
                <a:latin typeface="Tahoma"/>
                <a:cs typeface="Tahoma"/>
              </a:rPr>
              <a:t> </a:t>
            </a:r>
            <a:r>
              <a:rPr dirty="0" sz="1950" spc="-50">
                <a:latin typeface="Tahoma"/>
                <a:cs typeface="Tahoma"/>
              </a:rPr>
              <a:t>Regular</a:t>
            </a:r>
            <a:r>
              <a:rPr dirty="0" sz="1950" spc="-185">
                <a:latin typeface="Tahoma"/>
                <a:cs typeface="Tahoma"/>
              </a:rPr>
              <a:t> </a:t>
            </a:r>
            <a:r>
              <a:rPr dirty="0" sz="1950" spc="-10">
                <a:latin typeface="Tahoma"/>
                <a:cs typeface="Tahoma"/>
              </a:rPr>
              <a:t>weight.</a:t>
            </a:r>
            <a:endParaRPr sz="195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782782" y="720261"/>
            <a:ext cx="158496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80">
                <a:solidFill>
                  <a:srgbClr val="FFFFFF"/>
                </a:solidFill>
                <a:latin typeface="Calibri"/>
                <a:cs typeface="Calibri"/>
              </a:rPr>
              <a:t>Uber</a:t>
            </a:r>
            <a:r>
              <a:rPr dirty="0" sz="14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 spc="75">
                <a:solidFill>
                  <a:srgbClr val="FFFFFF"/>
                </a:solidFill>
                <a:latin typeface="Calibri"/>
                <a:cs typeface="Calibri"/>
              </a:rPr>
              <a:t>Move</a:t>
            </a:r>
            <a:r>
              <a:rPr dirty="0" sz="14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 spc="55">
                <a:solidFill>
                  <a:srgbClr val="FFFFFF"/>
                </a:solidFill>
                <a:latin typeface="Calibri"/>
                <a:cs typeface="Calibri"/>
              </a:rPr>
              <a:t>Display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5086316" y="720261"/>
            <a:ext cx="1329055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80">
                <a:solidFill>
                  <a:srgbClr val="FFFFFF"/>
                </a:solidFill>
                <a:latin typeface="Calibri"/>
                <a:cs typeface="Calibri"/>
              </a:rPr>
              <a:t>Uber</a:t>
            </a:r>
            <a:r>
              <a:rPr dirty="0" sz="14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 spc="75">
                <a:solidFill>
                  <a:srgbClr val="FFFFFF"/>
                </a:solidFill>
                <a:latin typeface="Calibri"/>
                <a:cs typeface="Calibri"/>
              </a:rPr>
              <a:t>Move</a:t>
            </a:r>
            <a:r>
              <a:rPr dirty="0" sz="14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50" spc="-20">
                <a:solidFill>
                  <a:srgbClr val="FFFFFF"/>
                </a:solidFill>
                <a:latin typeface="Calibri"/>
                <a:cs typeface="Calibri"/>
              </a:rPr>
              <a:t>Text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5065375" y="1222864"/>
            <a:ext cx="2879090" cy="3282315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 marL="12700" marR="5080">
              <a:lnSpc>
                <a:spcPct val="90400"/>
              </a:lnSpc>
              <a:spcBef>
                <a:spcPts val="780"/>
              </a:spcBef>
            </a:pPr>
            <a:r>
              <a:rPr dirty="0" sz="5750" spc="210">
                <a:solidFill>
                  <a:srgbClr val="FFFFFF"/>
                </a:solidFill>
                <a:latin typeface="Tahoma"/>
                <a:cs typeface="Tahoma"/>
              </a:rPr>
              <a:t>Light </a:t>
            </a:r>
            <a:r>
              <a:rPr dirty="0" sz="5750" spc="345">
                <a:solidFill>
                  <a:srgbClr val="FFFFFF"/>
                </a:solidFill>
                <a:latin typeface="Calibri"/>
                <a:cs typeface="Calibri"/>
              </a:rPr>
              <a:t>Regular </a:t>
            </a:r>
            <a:r>
              <a:rPr dirty="0" sz="5750" spc="415">
                <a:solidFill>
                  <a:srgbClr val="FFFFFF"/>
                </a:solidFill>
                <a:latin typeface="Calibri"/>
                <a:cs typeface="Calibri"/>
              </a:rPr>
              <a:t>Medium </a:t>
            </a:r>
            <a:r>
              <a:rPr dirty="0" sz="5750" spc="355" b="1">
                <a:solidFill>
                  <a:srgbClr val="FFFFFF"/>
                </a:solidFill>
                <a:latin typeface="Calibri"/>
                <a:cs typeface="Calibri"/>
              </a:rPr>
              <a:t>Bold</a:t>
            </a:r>
            <a:endParaRPr sz="575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772312" y="1222864"/>
            <a:ext cx="2717165" cy="3282315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 marL="12700" marR="5080">
              <a:lnSpc>
                <a:spcPct val="90400"/>
              </a:lnSpc>
              <a:spcBef>
                <a:spcPts val="780"/>
              </a:spcBef>
            </a:pPr>
            <a:r>
              <a:rPr dirty="0" sz="5750" spc="-50">
                <a:solidFill>
                  <a:srgbClr val="FFFFFF"/>
                </a:solidFill>
                <a:latin typeface="Trebuchet MS"/>
                <a:cs typeface="Trebuchet MS"/>
              </a:rPr>
              <a:t>Light </a:t>
            </a:r>
            <a:r>
              <a:rPr dirty="0" sz="5750" spc="-10">
                <a:solidFill>
                  <a:srgbClr val="FFFFFF"/>
                </a:solidFill>
                <a:latin typeface="Tahoma"/>
                <a:cs typeface="Tahoma"/>
              </a:rPr>
              <a:t>Regular </a:t>
            </a:r>
            <a:r>
              <a:rPr dirty="0" sz="5750" spc="220">
                <a:solidFill>
                  <a:srgbClr val="FFFFFF"/>
                </a:solidFill>
                <a:latin typeface="Calibri"/>
                <a:cs typeface="Calibri"/>
              </a:rPr>
              <a:t>Medium </a:t>
            </a:r>
            <a:r>
              <a:rPr dirty="0" sz="5750" spc="275" b="1">
                <a:solidFill>
                  <a:srgbClr val="FFFFFF"/>
                </a:solidFill>
                <a:latin typeface="Calibri"/>
                <a:cs typeface="Calibri"/>
              </a:rPr>
              <a:t>Bold</a:t>
            </a:r>
            <a:endParaRPr sz="575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0761840" y="6364068"/>
            <a:ext cx="738505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85">
                <a:latin typeface="Calibri"/>
                <a:cs typeface="Calibri"/>
              </a:rPr>
              <a:t>Option</a:t>
            </a:r>
            <a:r>
              <a:rPr dirty="0" sz="1450" spc="-30">
                <a:latin typeface="Calibri"/>
                <a:cs typeface="Calibri"/>
              </a:rPr>
              <a:t> </a:t>
            </a:r>
            <a:r>
              <a:rPr dirty="0" sz="1450" spc="-50">
                <a:latin typeface="Calibri"/>
                <a:cs typeface="Calibri"/>
              </a:rPr>
              <a:t>1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0761840" y="6458308"/>
            <a:ext cx="3101340" cy="1770380"/>
          </a:xfrm>
          <a:prstGeom prst="rect">
            <a:avLst/>
          </a:prstGeom>
        </p:spPr>
        <p:txBody>
          <a:bodyPr wrap="square" lIns="0" tIns="4305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390"/>
              </a:spcBef>
            </a:pPr>
            <a:r>
              <a:rPr dirty="0" sz="6600" spc="215">
                <a:latin typeface="Calibri"/>
                <a:cs typeface="Calibri"/>
              </a:rPr>
              <a:t>Medium</a:t>
            </a:r>
            <a:endParaRPr sz="6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dirty="0" sz="1450" spc="75">
                <a:latin typeface="Calibri"/>
                <a:cs typeface="Calibri"/>
              </a:rPr>
              <a:t>Header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0761840" y="8866610"/>
            <a:ext cx="873125" cy="9740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300" spc="-140">
                <a:latin typeface="Trebuchet MS"/>
                <a:cs typeface="Trebuchet MS"/>
              </a:rPr>
              <a:t>Light</a:t>
            </a:r>
            <a:endParaRPr sz="3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764"/>
              </a:spcBef>
            </a:pPr>
            <a:r>
              <a:rPr dirty="0" sz="1450" spc="100">
                <a:latin typeface="Calibri"/>
                <a:cs typeface="Calibri"/>
              </a:rPr>
              <a:t>Subhead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5065375" y="6364068"/>
            <a:ext cx="749935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85">
                <a:latin typeface="Calibri"/>
                <a:cs typeface="Calibri"/>
              </a:rPr>
              <a:t>Option</a:t>
            </a:r>
            <a:r>
              <a:rPr dirty="0" sz="1450" spc="-30">
                <a:latin typeface="Calibri"/>
                <a:cs typeface="Calibri"/>
              </a:rPr>
              <a:t> </a:t>
            </a:r>
            <a:r>
              <a:rPr dirty="0" sz="1450" spc="-50">
                <a:latin typeface="Calibri"/>
                <a:cs typeface="Calibri"/>
              </a:rPr>
              <a:t>2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5065375" y="6458308"/>
            <a:ext cx="1782445" cy="1770380"/>
          </a:xfrm>
          <a:prstGeom prst="rect">
            <a:avLst/>
          </a:prstGeom>
        </p:spPr>
        <p:txBody>
          <a:bodyPr wrap="square" lIns="0" tIns="4305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390"/>
              </a:spcBef>
            </a:pPr>
            <a:r>
              <a:rPr dirty="0" sz="6600" spc="320" b="1">
                <a:latin typeface="Calibri"/>
                <a:cs typeface="Calibri"/>
              </a:rPr>
              <a:t>Bold</a:t>
            </a:r>
            <a:endParaRPr sz="6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dirty="0" sz="1450" spc="75">
                <a:latin typeface="Calibri"/>
                <a:cs typeface="Calibri"/>
              </a:rPr>
              <a:t>Header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5065375" y="8866610"/>
            <a:ext cx="1358265" cy="9740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300" spc="-90">
                <a:latin typeface="Tahoma"/>
                <a:cs typeface="Tahoma"/>
              </a:rPr>
              <a:t>Regular</a:t>
            </a:r>
            <a:endParaRPr sz="3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64"/>
              </a:spcBef>
            </a:pPr>
            <a:r>
              <a:rPr dirty="0" sz="1450" spc="100">
                <a:latin typeface="Calibri"/>
                <a:cs typeface="Calibri"/>
              </a:rPr>
              <a:t>Subhead</a:t>
            </a:r>
            <a:endParaRPr sz="1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295"/>
              <a:t>Typography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30732" y="1680964"/>
            <a:ext cx="4107815" cy="2225040"/>
          </a:xfrm>
          <a:prstGeom prst="rect">
            <a:avLst/>
          </a:prstGeom>
        </p:spPr>
        <p:txBody>
          <a:bodyPr wrap="square" lIns="0" tIns="1854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dirty="0" sz="2450" spc="55">
                <a:latin typeface="Calibri"/>
                <a:cs typeface="Calibri"/>
              </a:rPr>
              <a:t>Hierarchy</a:t>
            </a:r>
            <a:r>
              <a:rPr dirty="0" sz="2450" spc="-55">
                <a:latin typeface="Calibri"/>
                <a:cs typeface="Calibri"/>
              </a:rPr>
              <a:t> </a:t>
            </a:r>
            <a:r>
              <a:rPr dirty="0" sz="2450" spc="114">
                <a:latin typeface="Calibri"/>
                <a:cs typeface="Calibri"/>
              </a:rPr>
              <a:t>example</a:t>
            </a:r>
            <a:endParaRPr sz="2450">
              <a:latin typeface="Calibri"/>
              <a:cs typeface="Calibri"/>
            </a:endParaRPr>
          </a:p>
          <a:p>
            <a:pPr marL="12700" marR="5080">
              <a:lnSpc>
                <a:spcPct val="102200"/>
              </a:lnSpc>
              <a:spcBef>
                <a:spcPts val="1055"/>
              </a:spcBef>
            </a:pPr>
            <a:r>
              <a:rPr dirty="0" sz="1950" spc="-200">
                <a:latin typeface="Tahoma"/>
                <a:cs typeface="Tahoma"/>
              </a:rPr>
              <a:t>It</a:t>
            </a:r>
            <a:r>
              <a:rPr dirty="0" sz="1950" spc="-185">
                <a:latin typeface="Tahoma"/>
                <a:cs typeface="Tahoma"/>
              </a:rPr>
              <a:t> </a:t>
            </a:r>
            <a:r>
              <a:rPr dirty="0" sz="1950" spc="-80">
                <a:latin typeface="Tahoma"/>
                <a:cs typeface="Tahoma"/>
              </a:rPr>
              <a:t>is</a:t>
            </a:r>
            <a:r>
              <a:rPr dirty="0" sz="1950" spc="-180">
                <a:latin typeface="Tahoma"/>
                <a:cs typeface="Tahoma"/>
              </a:rPr>
              <a:t> </a:t>
            </a:r>
            <a:r>
              <a:rPr dirty="0" sz="1950" spc="-20">
                <a:latin typeface="Tahoma"/>
                <a:cs typeface="Tahoma"/>
              </a:rPr>
              <a:t>important</a:t>
            </a:r>
            <a:r>
              <a:rPr dirty="0" sz="1950" spc="-180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to</a:t>
            </a:r>
            <a:r>
              <a:rPr dirty="0" sz="1950" spc="-180">
                <a:latin typeface="Tahoma"/>
                <a:cs typeface="Tahoma"/>
              </a:rPr>
              <a:t> </a:t>
            </a:r>
            <a:r>
              <a:rPr dirty="0" sz="1950" spc="-20">
                <a:latin typeface="Tahoma"/>
                <a:cs typeface="Tahoma"/>
              </a:rPr>
              <a:t>organize</a:t>
            </a:r>
            <a:r>
              <a:rPr dirty="0" sz="1950" spc="-180">
                <a:latin typeface="Tahoma"/>
                <a:cs typeface="Tahoma"/>
              </a:rPr>
              <a:t> </a:t>
            </a:r>
            <a:r>
              <a:rPr dirty="0" sz="1950" spc="-10">
                <a:latin typeface="Tahoma"/>
                <a:cs typeface="Tahoma"/>
              </a:rPr>
              <a:t>typography </a:t>
            </a:r>
            <a:r>
              <a:rPr dirty="0" sz="1950" spc="-85">
                <a:latin typeface="Tahoma"/>
                <a:cs typeface="Tahoma"/>
              </a:rPr>
              <a:t>in</a:t>
            </a:r>
            <a:r>
              <a:rPr dirty="0" sz="1950" spc="-145">
                <a:latin typeface="Tahoma"/>
                <a:cs typeface="Tahoma"/>
              </a:rPr>
              <a:t> </a:t>
            </a:r>
            <a:r>
              <a:rPr dirty="0" sz="1950" spc="-60">
                <a:latin typeface="Tahoma"/>
                <a:cs typeface="Tahoma"/>
              </a:rPr>
              <a:t>a</a:t>
            </a:r>
            <a:r>
              <a:rPr dirty="0" sz="1950" spc="-145">
                <a:latin typeface="Tahoma"/>
                <a:cs typeface="Tahoma"/>
              </a:rPr>
              <a:t> </a:t>
            </a:r>
            <a:r>
              <a:rPr dirty="0" sz="1950" spc="-55">
                <a:latin typeface="Tahoma"/>
                <a:cs typeface="Tahoma"/>
              </a:rPr>
              <a:t>hierarchical</a:t>
            </a:r>
            <a:r>
              <a:rPr dirty="0" sz="1950" spc="-145">
                <a:latin typeface="Tahoma"/>
                <a:cs typeface="Tahoma"/>
              </a:rPr>
              <a:t> </a:t>
            </a:r>
            <a:r>
              <a:rPr dirty="0" sz="1950" spc="-40">
                <a:latin typeface="Tahoma"/>
                <a:cs typeface="Tahoma"/>
              </a:rPr>
              <a:t>system</a:t>
            </a:r>
            <a:r>
              <a:rPr dirty="0" sz="1950" spc="-145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according</a:t>
            </a:r>
            <a:r>
              <a:rPr dirty="0" sz="1950" spc="-145">
                <a:latin typeface="Tahoma"/>
                <a:cs typeface="Tahoma"/>
              </a:rPr>
              <a:t> </a:t>
            </a:r>
            <a:r>
              <a:rPr dirty="0" sz="1950" spc="-25">
                <a:latin typeface="Tahoma"/>
                <a:cs typeface="Tahoma"/>
              </a:rPr>
              <a:t>to </a:t>
            </a:r>
            <a:r>
              <a:rPr dirty="0" sz="1950" spc="-60">
                <a:latin typeface="Tahoma"/>
                <a:cs typeface="Tahoma"/>
              </a:rPr>
              <a:t>relative</a:t>
            </a:r>
            <a:r>
              <a:rPr dirty="0" sz="1950" spc="-160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importance</a:t>
            </a:r>
            <a:r>
              <a:rPr dirty="0" sz="1950" spc="-160">
                <a:latin typeface="Tahoma"/>
                <a:cs typeface="Tahoma"/>
              </a:rPr>
              <a:t> </a:t>
            </a:r>
            <a:r>
              <a:rPr dirty="0" sz="1950" spc="-10">
                <a:latin typeface="Tahoma"/>
                <a:cs typeface="Tahoma"/>
              </a:rPr>
              <a:t>or</a:t>
            </a:r>
            <a:r>
              <a:rPr dirty="0" sz="1950" spc="-155">
                <a:latin typeface="Tahoma"/>
                <a:cs typeface="Tahoma"/>
              </a:rPr>
              <a:t> </a:t>
            </a:r>
            <a:r>
              <a:rPr dirty="0" sz="1950" spc="-10">
                <a:latin typeface="Tahoma"/>
                <a:cs typeface="Tahoma"/>
              </a:rPr>
              <a:t>inclusiveness </a:t>
            </a:r>
            <a:r>
              <a:rPr dirty="0" sz="1950" spc="-20">
                <a:latin typeface="Tahoma"/>
                <a:cs typeface="Tahoma"/>
              </a:rPr>
              <a:t>through</a:t>
            </a:r>
            <a:r>
              <a:rPr dirty="0" sz="1950" spc="-195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scale</a:t>
            </a:r>
            <a:r>
              <a:rPr dirty="0" sz="1950" spc="-195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and</a:t>
            </a:r>
            <a:r>
              <a:rPr dirty="0" sz="1950" spc="-195">
                <a:latin typeface="Tahoma"/>
                <a:cs typeface="Tahoma"/>
              </a:rPr>
              <a:t> </a:t>
            </a:r>
            <a:r>
              <a:rPr dirty="0" sz="1950" spc="-20">
                <a:latin typeface="Tahoma"/>
                <a:cs typeface="Tahoma"/>
              </a:rPr>
              <a:t>function</a:t>
            </a:r>
            <a:r>
              <a:rPr dirty="0" sz="1950" spc="-195">
                <a:latin typeface="Tahoma"/>
                <a:cs typeface="Tahoma"/>
              </a:rPr>
              <a:t> </a:t>
            </a:r>
            <a:r>
              <a:rPr dirty="0" sz="1950" spc="-10">
                <a:latin typeface="Tahoma"/>
                <a:cs typeface="Tahoma"/>
              </a:rPr>
              <a:t>depending </a:t>
            </a:r>
            <a:r>
              <a:rPr dirty="0" sz="1950">
                <a:latin typeface="Tahoma"/>
                <a:cs typeface="Tahoma"/>
              </a:rPr>
              <a:t>on</a:t>
            </a:r>
            <a:r>
              <a:rPr dirty="0" sz="1950" spc="-175">
                <a:latin typeface="Tahoma"/>
                <a:cs typeface="Tahoma"/>
              </a:rPr>
              <a:t> </a:t>
            </a:r>
            <a:r>
              <a:rPr dirty="0" sz="1950" spc="-10">
                <a:latin typeface="Tahoma"/>
                <a:cs typeface="Tahoma"/>
              </a:rPr>
              <a:t>communication.</a:t>
            </a:r>
            <a:endParaRPr sz="195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41203" y="5994970"/>
            <a:ext cx="3528060" cy="2225040"/>
          </a:xfrm>
          <a:prstGeom prst="rect">
            <a:avLst/>
          </a:prstGeom>
        </p:spPr>
        <p:txBody>
          <a:bodyPr wrap="square" lIns="0" tIns="1854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60"/>
              </a:spcBef>
            </a:pPr>
            <a:r>
              <a:rPr dirty="0" sz="2450" spc="120">
                <a:latin typeface="Calibri"/>
                <a:cs typeface="Calibri"/>
              </a:rPr>
              <a:t>Calls</a:t>
            </a:r>
            <a:r>
              <a:rPr dirty="0" sz="2450" spc="-60">
                <a:latin typeface="Calibri"/>
                <a:cs typeface="Calibri"/>
              </a:rPr>
              <a:t> </a:t>
            </a:r>
            <a:r>
              <a:rPr dirty="0" sz="2450" spc="95">
                <a:latin typeface="Calibri"/>
                <a:cs typeface="Calibri"/>
              </a:rPr>
              <a:t>to</a:t>
            </a:r>
            <a:r>
              <a:rPr dirty="0" sz="2450" spc="-55">
                <a:latin typeface="Calibri"/>
                <a:cs typeface="Calibri"/>
              </a:rPr>
              <a:t> </a:t>
            </a:r>
            <a:r>
              <a:rPr dirty="0" sz="2450" spc="80">
                <a:latin typeface="Calibri"/>
                <a:cs typeface="Calibri"/>
              </a:rPr>
              <a:t>action</a:t>
            </a:r>
            <a:endParaRPr sz="2450">
              <a:latin typeface="Calibri"/>
              <a:cs typeface="Calibri"/>
            </a:endParaRPr>
          </a:p>
          <a:p>
            <a:pPr marL="12700" marR="5080">
              <a:lnSpc>
                <a:spcPct val="102200"/>
              </a:lnSpc>
              <a:spcBef>
                <a:spcPts val="1055"/>
              </a:spcBef>
            </a:pPr>
            <a:r>
              <a:rPr dirty="0" sz="1950" spc="-25">
                <a:latin typeface="Tahoma"/>
                <a:cs typeface="Tahoma"/>
              </a:rPr>
              <a:t>There</a:t>
            </a:r>
            <a:r>
              <a:rPr dirty="0" sz="1950" spc="-185">
                <a:latin typeface="Tahoma"/>
                <a:cs typeface="Tahoma"/>
              </a:rPr>
              <a:t> </a:t>
            </a:r>
            <a:r>
              <a:rPr dirty="0" sz="1950" spc="-50">
                <a:latin typeface="Tahoma"/>
                <a:cs typeface="Tahoma"/>
              </a:rPr>
              <a:t>are</a:t>
            </a:r>
            <a:r>
              <a:rPr dirty="0" sz="1950" spc="-185">
                <a:latin typeface="Tahoma"/>
                <a:cs typeface="Tahoma"/>
              </a:rPr>
              <a:t> </a:t>
            </a:r>
            <a:r>
              <a:rPr dirty="0" sz="1950" spc="-70">
                <a:latin typeface="Tahoma"/>
                <a:cs typeface="Tahoma"/>
              </a:rPr>
              <a:t>2</a:t>
            </a:r>
            <a:r>
              <a:rPr dirty="0" sz="1950" spc="-185">
                <a:latin typeface="Tahoma"/>
                <a:cs typeface="Tahoma"/>
              </a:rPr>
              <a:t> </a:t>
            </a:r>
            <a:r>
              <a:rPr dirty="0" sz="1950" spc="-80">
                <a:latin typeface="Tahoma"/>
                <a:cs typeface="Tahoma"/>
              </a:rPr>
              <a:t>ways</a:t>
            </a:r>
            <a:r>
              <a:rPr dirty="0" sz="1950" spc="-180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to</a:t>
            </a:r>
            <a:r>
              <a:rPr dirty="0" sz="1950" spc="-185">
                <a:latin typeface="Tahoma"/>
                <a:cs typeface="Tahoma"/>
              </a:rPr>
              <a:t> </a:t>
            </a:r>
            <a:r>
              <a:rPr dirty="0" sz="1950" spc="-10">
                <a:latin typeface="Tahoma"/>
                <a:cs typeface="Tahoma"/>
              </a:rPr>
              <a:t>create</a:t>
            </a:r>
            <a:r>
              <a:rPr dirty="0" sz="1950" spc="-185">
                <a:latin typeface="Tahoma"/>
                <a:cs typeface="Tahoma"/>
              </a:rPr>
              <a:t> </a:t>
            </a:r>
            <a:r>
              <a:rPr dirty="0" sz="1950" spc="-25">
                <a:latin typeface="Tahoma"/>
                <a:cs typeface="Tahoma"/>
              </a:rPr>
              <a:t>and </a:t>
            </a:r>
            <a:r>
              <a:rPr dirty="0" sz="1950" spc="-30">
                <a:latin typeface="Tahoma"/>
                <a:cs typeface="Tahoma"/>
              </a:rPr>
              <a:t>identify</a:t>
            </a:r>
            <a:r>
              <a:rPr dirty="0" sz="1950" spc="-135">
                <a:latin typeface="Tahoma"/>
                <a:cs typeface="Tahoma"/>
              </a:rPr>
              <a:t> </a:t>
            </a:r>
            <a:r>
              <a:rPr dirty="0" sz="1950" spc="-20">
                <a:latin typeface="Tahoma"/>
                <a:cs typeface="Tahoma"/>
              </a:rPr>
              <a:t>call-</a:t>
            </a:r>
            <a:r>
              <a:rPr dirty="0" sz="1950">
                <a:latin typeface="Tahoma"/>
                <a:cs typeface="Tahoma"/>
              </a:rPr>
              <a:t>to-</a:t>
            </a:r>
            <a:r>
              <a:rPr dirty="0" sz="1950" spc="-10">
                <a:latin typeface="Tahoma"/>
                <a:cs typeface="Tahoma"/>
              </a:rPr>
              <a:t>actions</a:t>
            </a:r>
            <a:r>
              <a:rPr dirty="0" sz="1950" spc="-135">
                <a:latin typeface="Tahoma"/>
                <a:cs typeface="Tahoma"/>
              </a:rPr>
              <a:t> </a:t>
            </a:r>
            <a:r>
              <a:rPr dirty="0" sz="1950" spc="-40">
                <a:latin typeface="Tahoma"/>
                <a:cs typeface="Tahoma"/>
              </a:rPr>
              <a:t>for</a:t>
            </a:r>
            <a:r>
              <a:rPr dirty="0" sz="1950" spc="-135">
                <a:latin typeface="Tahoma"/>
                <a:cs typeface="Tahoma"/>
              </a:rPr>
              <a:t> </a:t>
            </a:r>
            <a:r>
              <a:rPr dirty="0" sz="1950" spc="-10">
                <a:latin typeface="Tahoma"/>
                <a:cs typeface="Tahoma"/>
              </a:rPr>
              <a:t>brand </a:t>
            </a:r>
            <a:r>
              <a:rPr dirty="0" sz="1950" spc="-30">
                <a:latin typeface="Tahoma"/>
                <a:cs typeface="Tahoma"/>
              </a:rPr>
              <a:t>communications.</a:t>
            </a:r>
            <a:r>
              <a:rPr dirty="0" sz="1950" spc="-140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Use</a:t>
            </a:r>
            <a:r>
              <a:rPr dirty="0" sz="1950" spc="-135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Uber</a:t>
            </a:r>
            <a:r>
              <a:rPr dirty="0" sz="1950" spc="-140">
                <a:latin typeface="Tahoma"/>
                <a:cs typeface="Tahoma"/>
              </a:rPr>
              <a:t> </a:t>
            </a:r>
            <a:r>
              <a:rPr dirty="0" sz="1950" spc="-20">
                <a:latin typeface="Tahoma"/>
                <a:cs typeface="Tahoma"/>
              </a:rPr>
              <a:t>Move </a:t>
            </a:r>
            <a:r>
              <a:rPr dirty="0" sz="1950" spc="-95">
                <a:latin typeface="Tahoma"/>
                <a:cs typeface="Tahoma"/>
              </a:rPr>
              <a:t>Text</a:t>
            </a:r>
            <a:r>
              <a:rPr dirty="0" sz="1950" spc="-155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Bold</a:t>
            </a:r>
            <a:r>
              <a:rPr dirty="0" sz="1950" spc="-155">
                <a:latin typeface="Tahoma"/>
                <a:cs typeface="Tahoma"/>
              </a:rPr>
              <a:t> </a:t>
            </a:r>
            <a:r>
              <a:rPr dirty="0" sz="1950" spc="-40">
                <a:latin typeface="Tahoma"/>
                <a:cs typeface="Tahoma"/>
              </a:rPr>
              <a:t>for</a:t>
            </a:r>
            <a:r>
              <a:rPr dirty="0" sz="1950" spc="-150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Action</a:t>
            </a:r>
            <a:r>
              <a:rPr dirty="0" sz="1950" spc="-155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and</a:t>
            </a:r>
            <a:r>
              <a:rPr dirty="0" sz="1950" spc="-150">
                <a:latin typeface="Tahoma"/>
                <a:cs typeface="Tahoma"/>
              </a:rPr>
              <a:t> </a:t>
            </a:r>
            <a:r>
              <a:rPr dirty="0" sz="1950" spc="-20">
                <a:latin typeface="Tahoma"/>
                <a:cs typeface="Tahoma"/>
              </a:rPr>
              <a:t>Uber </a:t>
            </a:r>
            <a:r>
              <a:rPr dirty="0" sz="1950">
                <a:latin typeface="Tahoma"/>
                <a:cs typeface="Tahoma"/>
              </a:rPr>
              <a:t>Move</a:t>
            </a:r>
            <a:r>
              <a:rPr dirty="0" sz="1950" spc="-125">
                <a:latin typeface="Tahoma"/>
                <a:cs typeface="Tahoma"/>
              </a:rPr>
              <a:t> </a:t>
            </a:r>
            <a:r>
              <a:rPr dirty="0" sz="1950" spc="-40">
                <a:latin typeface="Tahoma"/>
                <a:cs typeface="Tahoma"/>
              </a:rPr>
              <a:t>Display</a:t>
            </a:r>
            <a:r>
              <a:rPr dirty="0" sz="1950" spc="-125">
                <a:latin typeface="Tahoma"/>
                <a:cs typeface="Tahoma"/>
              </a:rPr>
              <a:t> </a:t>
            </a:r>
            <a:r>
              <a:rPr dirty="0" sz="1950">
                <a:latin typeface="Tahoma"/>
                <a:cs typeface="Tahoma"/>
              </a:rPr>
              <a:t>Bold</a:t>
            </a:r>
            <a:r>
              <a:rPr dirty="0" sz="1950" spc="-125">
                <a:latin typeface="Tahoma"/>
                <a:cs typeface="Tahoma"/>
              </a:rPr>
              <a:t> </a:t>
            </a:r>
            <a:r>
              <a:rPr dirty="0" sz="1950" spc="-40">
                <a:latin typeface="Tahoma"/>
                <a:cs typeface="Tahoma"/>
              </a:rPr>
              <a:t>for</a:t>
            </a:r>
            <a:r>
              <a:rPr dirty="0" sz="1950" spc="-125">
                <a:latin typeface="Tahoma"/>
                <a:cs typeface="Tahoma"/>
              </a:rPr>
              <a:t> </a:t>
            </a:r>
            <a:r>
              <a:rPr dirty="0" sz="1950" spc="-10">
                <a:latin typeface="Tahoma"/>
                <a:cs typeface="Tahoma"/>
              </a:rPr>
              <a:t>Buttons.</a:t>
            </a:r>
            <a:endParaRPr sz="1950">
              <a:latin typeface="Tahoma"/>
              <a:cs typeface="Tahoma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0" y="10470"/>
            <a:ext cx="20104100" cy="11298555"/>
            <a:chOff x="0" y="10470"/>
            <a:chExt cx="20104100" cy="11298555"/>
          </a:xfrm>
        </p:grpSpPr>
        <p:sp>
          <p:nvSpPr>
            <p:cNvPr id="6" name="object 6" descr=""/>
            <p:cNvSpPr/>
            <p:nvPr/>
          </p:nvSpPr>
          <p:spPr>
            <a:xfrm>
              <a:off x="0" y="5654277"/>
              <a:ext cx="20104100" cy="0"/>
            </a:xfrm>
            <a:custGeom>
              <a:avLst/>
              <a:gdLst/>
              <a:ahLst/>
              <a:cxnLst/>
              <a:rect l="l" t="t" r="r" b="b"/>
              <a:pathLst>
                <a:path w="20104100" h="0">
                  <a:moveTo>
                    <a:pt x="0" y="0"/>
                  </a:moveTo>
                  <a:lnTo>
                    <a:pt x="20104099" y="0"/>
                  </a:lnTo>
                </a:path>
              </a:pathLst>
            </a:custGeom>
            <a:ln w="78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052489" y="10470"/>
              <a:ext cx="0" cy="11298555"/>
            </a:xfrm>
            <a:custGeom>
              <a:avLst/>
              <a:gdLst/>
              <a:ahLst/>
              <a:cxnLst/>
              <a:rect l="l" t="t" r="r" b="b"/>
              <a:pathLst>
                <a:path w="0" h="11298555">
                  <a:moveTo>
                    <a:pt x="0" y="11298085"/>
                  </a:moveTo>
                  <a:lnTo>
                    <a:pt x="0" y="0"/>
                  </a:lnTo>
                </a:path>
              </a:pathLst>
            </a:custGeom>
            <a:ln w="78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58246" y="4198824"/>
              <a:ext cx="1685812" cy="1036617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47836" y="7591391"/>
              <a:ext cx="1390852" cy="1639740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998620" y="7349967"/>
              <a:ext cx="2378519" cy="2043984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10782782" y="835441"/>
            <a:ext cx="1740535" cy="42164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ts val="1720"/>
              </a:lnSpc>
              <a:spcBef>
                <a:spcPts val="135"/>
              </a:spcBef>
            </a:pPr>
            <a:r>
              <a:rPr dirty="0" sz="1450" spc="50">
                <a:latin typeface="Calibri"/>
                <a:cs typeface="Calibri"/>
              </a:rPr>
              <a:t>Headline</a:t>
            </a:r>
            <a:endParaRPr sz="1450">
              <a:latin typeface="Calibri"/>
              <a:cs typeface="Calibri"/>
            </a:endParaRPr>
          </a:p>
          <a:p>
            <a:pPr marL="12700">
              <a:lnSpc>
                <a:spcPts val="1360"/>
              </a:lnSpc>
            </a:pPr>
            <a:r>
              <a:rPr dirty="0" sz="1150">
                <a:latin typeface="Tahoma"/>
                <a:cs typeface="Tahoma"/>
              </a:rPr>
              <a:t>Uber</a:t>
            </a:r>
            <a:r>
              <a:rPr dirty="0" sz="1150" spc="-90">
                <a:latin typeface="Tahoma"/>
                <a:cs typeface="Tahoma"/>
              </a:rPr>
              <a:t> </a:t>
            </a:r>
            <a:r>
              <a:rPr dirty="0" sz="1150">
                <a:latin typeface="Tahoma"/>
                <a:cs typeface="Tahoma"/>
              </a:rPr>
              <a:t>Move</a:t>
            </a:r>
            <a:r>
              <a:rPr dirty="0" sz="1150" spc="-90">
                <a:latin typeface="Tahoma"/>
                <a:cs typeface="Tahoma"/>
              </a:rPr>
              <a:t> </a:t>
            </a:r>
            <a:r>
              <a:rPr dirty="0" sz="1150" spc="-25">
                <a:latin typeface="Tahoma"/>
                <a:cs typeface="Tahoma"/>
              </a:rPr>
              <a:t>Display</a:t>
            </a:r>
            <a:r>
              <a:rPr dirty="0" sz="1150" spc="-85">
                <a:latin typeface="Tahoma"/>
                <a:cs typeface="Tahoma"/>
              </a:rPr>
              <a:t> </a:t>
            </a:r>
            <a:r>
              <a:rPr dirty="0" sz="1150" spc="-10">
                <a:latin typeface="Tahoma"/>
                <a:cs typeface="Tahoma"/>
              </a:rPr>
              <a:t>Medium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0782782" y="1390398"/>
            <a:ext cx="1897380" cy="7042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1350"/>
              </a:lnSpc>
              <a:spcBef>
                <a:spcPts val="105"/>
              </a:spcBef>
            </a:pPr>
            <a:r>
              <a:rPr dirty="0" sz="1150" spc="55">
                <a:latin typeface="Tahoma"/>
                <a:cs typeface="Tahoma"/>
              </a:rPr>
              <a:t>6</a:t>
            </a:r>
            <a:r>
              <a:rPr dirty="0" sz="1150" spc="-114">
                <a:latin typeface="Tahoma"/>
                <a:cs typeface="Tahoma"/>
              </a:rPr>
              <a:t> </a:t>
            </a:r>
            <a:r>
              <a:rPr dirty="0" sz="1150" spc="-20">
                <a:latin typeface="Tahoma"/>
                <a:cs typeface="Tahoma"/>
              </a:rPr>
              <a:t>words</a:t>
            </a:r>
            <a:r>
              <a:rPr dirty="0" sz="1150" spc="-110">
                <a:latin typeface="Tahoma"/>
                <a:cs typeface="Tahoma"/>
              </a:rPr>
              <a:t> </a:t>
            </a:r>
            <a:r>
              <a:rPr dirty="0" sz="1150" spc="-20">
                <a:latin typeface="Tahoma"/>
                <a:cs typeface="Tahoma"/>
              </a:rPr>
              <a:t>or</a:t>
            </a:r>
            <a:r>
              <a:rPr dirty="0" sz="1150" spc="-110">
                <a:latin typeface="Tahoma"/>
                <a:cs typeface="Tahoma"/>
              </a:rPr>
              <a:t> </a:t>
            </a:r>
            <a:r>
              <a:rPr dirty="0" sz="1150" spc="-20">
                <a:latin typeface="Tahoma"/>
                <a:cs typeface="Tahoma"/>
              </a:rPr>
              <a:t>more</a:t>
            </a:r>
            <a:endParaRPr sz="1150">
              <a:latin typeface="Tahoma"/>
              <a:cs typeface="Tahoma"/>
            </a:endParaRPr>
          </a:p>
          <a:p>
            <a:pPr marL="12700">
              <a:lnSpc>
                <a:spcPts val="1320"/>
              </a:lnSpc>
            </a:pPr>
            <a:r>
              <a:rPr dirty="0" sz="1150" spc="-100">
                <a:latin typeface="Tahoma"/>
                <a:cs typeface="Tahoma"/>
              </a:rPr>
              <a:t>1.5x</a:t>
            </a:r>
            <a:r>
              <a:rPr dirty="0" sz="1150" spc="-90">
                <a:latin typeface="Tahoma"/>
                <a:cs typeface="Tahoma"/>
              </a:rPr>
              <a:t> </a:t>
            </a:r>
            <a:r>
              <a:rPr dirty="0" sz="1150">
                <a:latin typeface="Tahoma"/>
                <a:cs typeface="Tahoma"/>
              </a:rPr>
              <a:t>logo</a:t>
            </a:r>
            <a:r>
              <a:rPr dirty="0" sz="1150" spc="-85">
                <a:latin typeface="Tahoma"/>
                <a:cs typeface="Tahoma"/>
              </a:rPr>
              <a:t> </a:t>
            </a:r>
            <a:r>
              <a:rPr dirty="0" sz="1150" spc="-10">
                <a:latin typeface="Tahoma"/>
                <a:cs typeface="Tahoma"/>
              </a:rPr>
              <a:t>point</a:t>
            </a:r>
            <a:r>
              <a:rPr dirty="0" sz="1150" spc="-85">
                <a:latin typeface="Tahoma"/>
                <a:cs typeface="Tahoma"/>
              </a:rPr>
              <a:t> </a:t>
            </a:r>
            <a:r>
              <a:rPr dirty="0" sz="1150" spc="-25">
                <a:latin typeface="Tahoma"/>
                <a:cs typeface="Tahoma"/>
              </a:rPr>
              <a:t>size</a:t>
            </a:r>
            <a:r>
              <a:rPr dirty="0" sz="1150" spc="-85">
                <a:latin typeface="Tahoma"/>
                <a:cs typeface="Tahoma"/>
              </a:rPr>
              <a:t> </a:t>
            </a:r>
            <a:r>
              <a:rPr dirty="0" sz="1150" spc="-20">
                <a:latin typeface="Tahoma"/>
                <a:cs typeface="Tahoma"/>
              </a:rPr>
              <a:t>(minimum)</a:t>
            </a:r>
            <a:endParaRPr sz="1150">
              <a:latin typeface="Tahoma"/>
              <a:cs typeface="Tahoma"/>
            </a:endParaRPr>
          </a:p>
          <a:p>
            <a:pPr marL="12700">
              <a:lnSpc>
                <a:spcPts val="1320"/>
              </a:lnSpc>
            </a:pPr>
            <a:r>
              <a:rPr dirty="0" sz="1150" spc="-90">
                <a:latin typeface="Tahoma"/>
                <a:cs typeface="Tahoma"/>
              </a:rPr>
              <a:t>1.0</a:t>
            </a:r>
            <a:r>
              <a:rPr dirty="0" sz="1150" spc="-110">
                <a:latin typeface="Tahoma"/>
                <a:cs typeface="Tahoma"/>
              </a:rPr>
              <a:t> </a:t>
            </a:r>
            <a:r>
              <a:rPr dirty="0" sz="1150" spc="-10">
                <a:latin typeface="Tahoma"/>
                <a:cs typeface="Tahoma"/>
              </a:rPr>
              <a:t>leading</a:t>
            </a:r>
            <a:endParaRPr sz="1150">
              <a:latin typeface="Tahoma"/>
              <a:cs typeface="Tahoma"/>
            </a:endParaRPr>
          </a:p>
          <a:p>
            <a:pPr marL="12700">
              <a:lnSpc>
                <a:spcPts val="1350"/>
              </a:lnSpc>
            </a:pPr>
            <a:r>
              <a:rPr dirty="0" sz="1150" spc="90">
                <a:latin typeface="Tahoma"/>
                <a:cs typeface="Tahoma"/>
              </a:rPr>
              <a:t>0</a:t>
            </a:r>
            <a:r>
              <a:rPr dirty="0" sz="1150" spc="-130">
                <a:latin typeface="Tahoma"/>
                <a:cs typeface="Tahoma"/>
              </a:rPr>
              <a:t> </a:t>
            </a:r>
            <a:r>
              <a:rPr dirty="0" sz="1150" spc="-10">
                <a:latin typeface="Tahoma"/>
                <a:cs typeface="Tahoma"/>
              </a:rPr>
              <a:t>tracking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0782782" y="2573608"/>
            <a:ext cx="1530350" cy="4108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ts val="1680"/>
              </a:lnSpc>
              <a:spcBef>
                <a:spcPts val="135"/>
              </a:spcBef>
            </a:pPr>
            <a:r>
              <a:rPr dirty="0" sz="1450" spc="100">
                <a:latin typeface="Calibri"/>
                <a:cs typeface="Calibri"/>
              </a:rPr>
              <a:t>Subhead</a:t>
            </a:r>
            <a:endParaRPr sz="1450">
              <a:latin typeface="Calibri"/>
              <a:cs typeface="Calibri"/>
            </a:endParaRPr>
          </a:p>
          <a:p>
            <a:pPr marL="12700">
              <a:lnSpc>
                <a:spcPts val="1320"/>
              </a:lnSpc>
            </a:pPr>
            <a:r>
              <a:rPr dirty="0" sz="1150">
                <a:latin typeface="Tahoma"/>
                <a:cs typeface="Tahoma"/>
              </a:rPr>
              <a:t>Uber</a:t>
            </a:r>
            <a:r>
              <a:rPr dirty="0" sz="1150" spc="-90">
                <a:latin typeface="Tahoma"/>
                <a:cs typeface="Tahoma"/>
              </a:rPr>
              <a:t> </a:t>
            </a:r>
            <a:r>
              <a:rPr dirty="0" sz="1150">
                <a:latin typeface="Tahoma"/>
                <a:cs typeface="Tahoma"/>
              </a:rPr>
              <a:t>Move</a:t>
            </a:r>
            <a:r>
              <a:rPr dirty="0" sz="1150" spc="-90">
                <a:latin typeface="Tahoma"/>
                <a:cs typeface="Tahoma"/>
              </a:rPr>
              <a:t> </a:t>
            </a:r>
            <a:r>
              <a:rPr dirty="0" sz="1150" spc="-25">
                <a:latin typeface="Tahoma"/>
                <a:cs typeface="Tahoma"/>
              </a:rPr>
              <a:t>Display</a:t>
            </a:r>
            <a:r>
              <a:rPr dirty="0" sz="1150" spc="-85">
                <a:latin typeface="Tahoma"/>
                <a:cs typeface="Tahoma"/>
              </a:rPr>
              <a:t> </a:t>
            </a:r>
            <a:r>
              <a:rPr dirty="0" sz="1150" spc="-20">
                <a:latin typeface="Tahoma"/>
                <a:cs typeface="Tahoma"/>
              </a:rPr>
              <a:t>Light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0782782" y="3118094"/>
            <a:ext cx="691515" cy="5365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1350"/>
              </a:lnSpc>
              <a:spcBef>
                <a:spcPts val="105"/>
              </a:spcBef>
            </a:pPr>
            <a:r>
              <a:rPr dirty="0" sz="1150" spc="-335">
                <a:latin typeface="Tahoma"/>
                <a:cs typeface="Tahoma"/>
              </a:rPr>
              <a:t>½</a:t>
            </a:r>
            <a:r>
              <a:rPr dirty="0" sz="1150" spc="-130">
                <a:latin typeface="Tahoma"/>
                <a:cs typeface="Tahoma"/>
              </a:rPr>
              <a:t> </a:t>
            </a:r>
            <a:r>
              <a:rPr dirty="0" sz="1150" spc="-10">
                <a:latin typeface="Tahoma"/>
                <a:cs typeface="Tahoma"/>
              </a:rPr>
              <a:t>headline</a:t>
            </a:r>
            <a:endParaRPr sz="1150">
              <a:latin typeface="Tahoma"/>
              <a:cs typeface="Tahoma"/>
            </a:endParaRPr>
          </a:p>
          <a:p>
            <a:pPr marL="12700">
              <a:lnSpc>
                <a:spcPts val="1320"/>
              </a:lnSpc>
            </a:pPr>
            <a:r>
              <a:rPr dirty="0" sz="1150" spc="-114">
                <a:latin typeface="Tahoma"/>
                <a:cs typeface="Tahoma"/>
              </a:rPr>
              <a:t>1.2 </a:t>
            </a:r>
            <a:r>
              <a:rPr dirty="0" sz="1150" spc="-10">
                <a:latin typeface="Tahoma"/>
                <a:cs typeface="Tahoma"/>
              </a:rPr>
              <a:t>leading</a:t>
            </a:r>
            <a:endParaRPr sz="1150">
              <a:latin typeface="Tahoma"/>
              <a:cs typeface="Tahoma"/>
            </a:endParaRPr>
          </a:p>
          <a:p>
            <a:pPr marL="12700">
              <a:lnSpc>
                <a:spcPts val="1350"/>
              </a:lnSpc>
            </a:pPr>
            <a:r>
              <a:rPr dirty="0" sz="1150" spc="90">
                <a:latin typeface="Tahoma"/>
                <a:cs typeface="Tahoma"/>
              </a:rPr>
              <a:t>0</a:t>
            </a:r>
            <a:r>
              <a:rPr dirty="0" sz="1150" spc="-130">
                <a:latin typeface="Tahoma"/>
                <a:cs typeface="Tahoma"/>
              </a:rPr>
              <a:t> </a:t>
            </a:r>
            <a:r>
              <a:rPr dirty="0" sz="1150" spc="-10">
                <a:latin typeface="Tahoma"/>
                <a:cs typeface="Tahoma"/>
              </a:rPr>
              <a:t>tracking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0782782" y="4238479"/>
            <a:ext cx="1638300" cy="8089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120">
                <a:latin typeface="Calibri"/>
                <a:cs typeface="Calibri"/>
              </a:rPr>
              <a:t>Logo</a:t>
            </a:r>
            <a:endParaRPr sz="1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50">
              <a:latin typeface="Calibri"/>
              <a:cs typeface="Calibri"/>
            </a:endParaRPr>
          </a:p>
          <a:p>
            <a:pPr marL="12700" marR="5080">
              <a:lnSpc>
                <a:spcPts val="1320"/>
              </a:lnSpc>
            </a:pPr>
            <a:r>
              <a:rPr dirty="0" sz="1150">
                <a:latin typeface="Tahoma"/>
                <a:cs typeface="Tahoma"/>
              </a:rPr>
              <a:t>Logo</a:t>
            </a:r>
            <a:r>
              <a:rPr dirty="0" sz="1150" spc="-50">
                <a:latin typeface="Tahoma"/>
                <a:cs typeface="Tahoma"/>
              </a:rPr>
              <a:t> </a:t>
            </a:r>
            <a:r>
              <a:rPr dirty="0" sz="1150" spc="-20">
                <a:latin typeface="Tahoma"/>
                <a:cs typeface="Tahoma"/>
              </a:rPr>
              <a:t>height</a:t>
            </a:r>
            <a:r>
              <a:rPr dirty="0" sz="1150" spc="-50">
                <a:latin typeface="Tahoma"/>
                <a:cs typeface="Tahoma"/>
              </a:rPr>
              <a:t> = </a:t>
            </a:r>
            <a:r>
              <a:rPr dirty="0" sz="1150">
                <a:latin typeface="Tahoma"/>
                <a:cs typeface="Tahoma"/>
              </a:rPr>
              <a:t>composition</a:t>
            </a:r>
            <a:r>
              <a:rPr dirty="0" sz="1150" spc="-50">
                <a:latin typeface="Tahoma"/>
                <a:cs typeface="Tahoma"/>
              </a:rPr>
              <a:t> </a:t>
            </a:r>
            <a:r>
              <a:rPr dirty="0" sz="1150" spc="-35">
                <a:latin typeface="Tahoma"/>
                <a:cs typeface="Tahoma"/>
              </a:rPr>
              <a:t>margin</a:t>
            </a:r>
            <a:r>
              <a:rPr dirty="0" sz="1150" spc="-50">
                <a:latin typeface="Tahoma"/>
                <a:cs typeface="Tahoma"/>
              </a:rPr>
              <a:t> </a:t>
            </a:r>
            <a:r>
              <a:rPr dirty="0" sz="1150" spc="-30">
                <a:latin typeface="Tahoma"/>
                <a:cs typeface="Tahoma"/>
              </a:rPr>
              <a:t>width</a:t>
            </a:r>
            <a:endParaRPr sz="1150">
              <a:latin typeface="Tahoma"/>
              <a:cs typeface="Tahom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3149203" y="646965"/>
            <a:ext cx="6245860" cy="2674620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12700" marR="5080">
              <a:lnSpc>
                <a:spcPts val="6270"/>
              </a:lnSpc>
              <a:spcBef>
                <a:spcPts val="855"/>
              </a:spcBef>
            </a:pPr>
            <a:r>
              <a:rPr dirty="0" sz="5750" spc="185">
                <a:latin typeface="Calibri"/>
                <a:cs typeface="Calibri"/>
              </a:rPr>
              <a:t>This</a:t>
            </a:r>
            <a:r>
              <a:rPr dirty="0" sz="5750" spc="-145">
                <a:latin typeface="Calibri"/>
                <a:cs typeface="Calibri"/>
              </a:rPr>
              <a:t> </a:t>
            </a:r>
            <a:r>
              <a:rPr dirty="0" sz="5750" spc="185">
                <a:latin typeface="Calibri"/>
                <a:cs typeface="Calibri"/>
              </a:rPr>
              <a:t>headline</a:t>
            </a:r>
            <a:r>
              <a:rPr dirty="0" sz="5750" spc="-145">
                <a:latin typeface="Calibri"/>
                <a:cs typeface="Calibri"/>
              </a:rPr>
              <a:t> </a:t>
            </a:r>
            <a:r>
              <a:rPr dirty="0" sz="5750" spc="70">
                <a:latin typeface="Calibri"/>
                <a:cs typeface="Calibri"/>
              </a:rPr>
              <a:t>is</a:t>
            </a:r>
            <a:r>
              <a:rPr dirty="0" sz="5750" spc="-145">
                <a:latin typeface="Calibri"/>
                <a:cs typeface="Calibri"/>
              </a:rPr>
              <a:t> </a:t>
            </a:r>
            <a:r>
              <a:rPr dirty="0" sz="5750" spc="180">
                <a:latin typeface="Calibri"/>
                <a:cs typeface="Calibri"/>
              </a:rPr>
              <a:t>two </a:t>
            </a:r>
            <a:r>
              <a:rPr dirty="0" sz="5750" spc="105">
                <a:latin typeface="Calibri"/>
                <a:cs typeface="Calibri"/>
              </a:rPr>
              <a:t>lines</a:t>
            </a:r>
            <a:r>
              <a:rPr dirty="0" sz="5750" spc="-175">
                <a:latin typeface="Calibri"/>
                <a:cs typeface="Calibri"/>
              </a:rPr>
              <a:t> </a:t>
            </a:r>
            <a:r>
              <a:rPr dirty="0" sz="5750" spc="235">
                <a:latin typeface="Calibri"/>
                <a:cs typeface="Calibri"/>
              </a:rPr>
              <a:t>set</a:t>
            </a:r>
            <a:r>
              <a:rPr dirty="0" sz="5750" spc="-170">
                <a:latin typeface="Calibri"/>
                <a:cs typeface="Calibri"/>
              </a:rPr>
              <a:t> </a:t>
            </a:r>
            <a:r>
              <a:rPr dirty="0" sz="5750">
                <a:latin typeface="Calibri"/>
                <a:cs typeface="Calibri"/>
              </a:rPr>
              <a:t>in</a:t>
            </a:r>
            <a:r>
              <a:rPr dirty="0" sz="5750" spc="-170">
                <a:latin typeface="Calibri"/>
                <a:cs typeface="Calibri"/>
              </a:rPr>
              <a:t> </a:t>
            </a:r>
            <a:r>
              <a:rPr dirty="0" sz="5750" spc="280">
                <a:latin typeface="Calibri"/>
                <a:cs typeface="Calibri"/>
              </a:rPr>
              <a:t>medium</a:t>
            </a:r>
            <a:endParaRPr sz="5750">
              <a:latin typeface="Calibri"/>
              <a:cs typeface="Calibri"/>
            </a:endParaRPr>
          </a:p>
          <a:p>
            <a:pPr marL="12700" marR="1378585">
              <a:lnSpc>
                <a:spcPts val="3379"/>
              </a:lnSpc>
              <a:spcBef>
                <a:spcPts val="900"/>
              </a:spcBef>
            </a:pPr>
            <a:r>
              <a:rPr dirty="0" sz="2850" spc="-150">
                <a:latin typeface="Trebuchet MS"/>
                <a:cs typeface="Trebuchet MS"/>
              </a:rPr>
              <a:t>This</a:t>
            </a:r>
            <a:r>
              <a:rPr dirty="0" sz="2850" spc="-260">
                <a:latin typeface="Trebuchet MS"/>
                <a:cs typeface="Trebuchet MS"/>
              </a:rPr>
              <a:t> </a:t>
            </a:r>
            <a:r>
              <a:rPr dirty="0" sz="2850" spc="-20">
                <a:latin typeface="Trebuchet MS"/>
                <a:cs typeface="Trebuchet MS"/>
              </a:rPr>
              <a:t>subhead</a:t>
            </a:r>
            <a:r>
              <a:rPr dirty="0" sz="2850" spc="-260">
                <a:latin typeface="Trebuchet MS"/>
                <a:cs typeface="Trebuchet MS"/>
              </a:rPr>
              <a:t> </a:t>
            </a:r>
            <a:r>
              <a:rPr dirty="0" sz="2850" spc="-185">
                <a:latin typeface="Trebuchet MS"/>
                <a:cs typeface="Trebuchet MS"/>
              </a:rPr>
              <a:t>is</a:t>
            </a:r>
            <a:r>
              <a:rPr dirty="0" sz="2850" spc="-254">
                <a:latin typeface="Trebuchet MS"/>
                <a:cs typeface="Trebuchet MS"/>
              </a:rPr>
              <a:t> </a:t>
            </a:r>
            <a:r>
              <a:rPr dirty="0" sz="2850" spc="-295">
                <a:latin typeface="Trebuchet MS"/>
                <a:cs typeface="Trebuchet MS"/>
              </a:rPr>
              <a:t>1/2</a:t>
            </a:r>
            <a:r>
              <a:rPr dirty="0" sz="2850" spc="-260">
                <a:latin typeface="Trebuchet MS"/>
                <a:cs typeface="Trebuchet MS"/>
              </a:rPr>
              <a:t> </a:t>
            </a:r>
            <a:r>
              <a:rPr dirty="0" sz="2850" spc="-135">
                <a:latin typeface="Trebuchet MS"/>
                <a:cs typeface="Trebuchet MS"/>
              </a:rPr>
              <a:t>the</a:t>
            </a:r>
            <a:r>
              <a:rPr dirty="0" sz="2850" spc="-254">
                <a:latin typeface="Trebuchet MS"/>
                <a:cs typeface="Trebuchet MS"/>
              </a:rPr>
              <a:t> </a:t>
            </a:r>
            <a:r>
              <a:rPr dirty="0" sz="2850" spc="-114">
                <a:latin typeface="Trebuchet MS"/>
                <a:cs typeface="Trebuchet MS"/>
              </a:rPr>
              <a:t>point</a:t>
            </a:r>
            <a:r>
              <a:rPr dirty="0" sz="2850" spc="-260">
                <a:latin typeface="Trebuchet MS"/>
                <a:cs typeface="Trebuchet MS"/>
              </a:rPr>
              <a:t> </a:t>
            </a:r>
            <a:r>
              <a:rPr dirty="0" sz="2850" spc="-100">
                <a:latin typeface="Trebuchet MS"/>
                <a:cs typeface="Trebuchet MS"/>
              </a:rPr>
              <a:t>size of</a:t>
            </a:r>
            <a:r>
              <a:rPr dirty="0" sz="2850" spc="-260">
                <a:latin typeface="Trebuchet MS"/>
                <a:cs typeface="Trebuchet MS"/>
              </a:rPr>
              <a:t> </a:t>
            </a:r>
            <a:r>
              <a:rPr dirty="0" sz="2850" spc="-135">
                <a:latin typeface="Trebuchet MS"/>
                <a:cs typeface="Trebuchet MS"/>
              </a:rPr>
              <a:t>the</a:t>
            </a:r>
            <a:r>
              <a:rPr dirty="0" sz="2850" spc="-260">
                <a:latin typeface="Trebuchet MS"/>
                <a:cs typeface="Trebuchet MS"/>
              </a:rPr>
              <a:t> </a:t>
            </a:r>
            <a:r>
              <a:rPr dirty="0" sz="2850" spc="-125">
                <a:latin typeface="Trebuchet MS"/>
                <a:cs typeface="Trebuchet MS"/>
              </a:rPr>
              <a:t>headline</a:t>
            </a:r>
            <a:r>
              <a:rPr dirty="0" sz="2850" spc="-260">
                <a:latin typeface="Trebuchet MS"/>
                <a:cs typeface="Trebuchet MS"/>
              </a:rPr>
              <a:t> </a:t>
            </a:r>
            <a:r>
              <a:rPr dirty="0" sz="2850" spc="-55">
                <a:latin typeface="Trebuchet MS"/>
                <a:cs typeface="Trebuchet MS"/>
              </a:rPr>
              <a:t>and</a:t>
            </a:r>
            <a:r>
              <a:rPr dirty="0" sz="2850" spc="-260">
                <a:latin typeface="Trebuchet MS"/>
                <a:cs typeface="Trebuchet MS"/>
              </a:rPr>
              <a:t> </a:t>
            </a:r>
            <a:r>
              <a:rPr dirty="0" sz="2850" spc="-105">
                <a:latin typeface="Trebuchet MS"/>
                <a:cs typeface="Trebuchet MS"/>
              </a:rPr>
              <a:t>set</a:t>
            </a:r>
            <a:r>
              <a:rPr dirty="0" sz="2850" spc="-260">
                <a:latin typeface="Trebuchet MS"/>
                <a:cs typeface="Trebuchet MS"/>
              </a:rPr>
              <a:t> </a:t>
            </a:r>
            <a:r>
              <a:rPr dirty="0" sz="2850" spc="-120">
                <a:latin typeface="Trebuchet MS"/>
                <a:cs typeface="Trebuchet MS"/>
              </a:rPr>
              <a:t>to</a:t>
            </a:r>
            <a:r>
              <a:rPr dirty="0" sz="2850" spc="-260">
                <a:latin typeface="Trebuchet MS"/>
                <a:cs typeface="Trebuchet MS"/>
              </a:rPr>
              <a:t> </a:t>
            </a:r>
            <a:r>
              <a:rPr dirty="0" sz="2850" spc="-10">
                <a:latin typeface="Trebuchet MS"/>
                <a:cs typeface="Trebuchet MS"/>
              </a:rPr>
              <a:t>light</a:t>
            </a:r>
            <a:endParaRPr sz="2850">
              <a:latin typeface="Trebuchet MS"/>
              <a:cs typeface="Trebuchet MS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3149203" y="6625841"/>
            <a:ext cx="569595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65">
                <a:latin typeface="Calibri"/>
                <a:cs typeface="Calibri"/>
              </a:rPr>
              <a:t>Action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5986813" y="6625841"/>
            <a:ext cx="584835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45">
                <a:latin typeface="Calibri"/>
                <a:cs typeface="Calibri"/>
              </a:rPr>
              <a:t>Button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0782782" y="7547279"/>
            <a:ext cx="66548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35">
                <a:latin typeface="Calibri"/>
                <a:cs typeface="Calibri"/>
              </a:rPr>
              <a:t>Inactive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0782782" y="9023674"/>
            <a:ext cx="109601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40">
                <a:latin typeface="Calibri"/>
                <a:cs typeface="Calibri"/>
              </a:rPr>
              <a:t>Hover/Active</a:t>
            </a:r>
            <a:endParaRPr sz="1450">
              <a:latin typeface="Calibri"/>
              <a:cs typeface="Calibri"/>
            </a:endParaRPr>
          </a:p>
        </p:txBody>
      </p:sp>
      <p:pic>
        <p:nvPicPr>
          <p:cNvPr id="21" name="object 2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858246" y="1842875"/>
            <a:ext cx="1685812" cy="1036617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858246" y="198946"/>
            <a:ext cx="1685812" cy="102614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300"/>
              <a:t>Assets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939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dirty="0" spc="225"/>
              <a:t>Logo</a:t>
            </a:r>
            <a:r>
              <a:rPr dirty="0" spc="-50"/>
              <a:t> </a:t>
            </a:r>
            <a:r>
              <a:rPr dirty="0" spc="135"/>
              <a:t>Assets</a:t>
            </a: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u="sng" sz="1950" spc="-3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https://drive.google.com/drive/u/1/folders/14J25RrgKwMqToxhd9AhlU-</a:t>
            </a:r>
            <a:r>
              <a:rPr dirty="0" u="sng" sz="1950" spc="-1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bd3V7f64jg</a:t>
            </a:r>
            <a:endParaRPr sz="1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35"/>
              </a:spcBef>
            </a:pPr>
            <a:endParaRPr sz="1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pc="225"/>
              <a:t>Logo</a:t>
            </a:r>
            <a:r>
              <a:rPr dirty="0" spc="-55"/>
              <a:t> </a:t>
            </a:r>
            <a:r>
              <a:rPr dirty="0" spc="114"/>
              <a:t>Product</a:t>
            </a:r>
            <a:r>
              <a:rPr dirty="0" spc="-55"/>
              <a:t> </a:t>
            </a:r>
            <a:r>
              <a:rPr dirty="0" spc="145"/>
              <a:t>Lockups</a:t>
            </a: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950" spc="-25">
                <a:latin typeface="Tahoma"/>
                <a:cs typeface="Tahoma"/>
              </a:rPr>
              <a:t>https://drive.google.com/open?id=1j6kZFsOMZ2WJBBxLT9ia2f0fJJpHIwLR</a:t>
            </a:r>
            <a:endParaRPr sz="1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70"/>
              </a:spcBef>
            </a:pPr>
            <a:endParaRPr sz="1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pc="225"/>
              <a:t>Logo</a:t>
            </a:r>
            <a:r>
              <a:rPr dirty="0" spc="-55"/>
              <a:t> </a:t>
            </a:r>
            <a:r>
              <a:rPr dirty="0" spc="60"/>
              <a:t>Partnership</a:t>
            </a:r>
            <a:r>
              <a:rPr dirty="0" spc="-50"/>
              <a:t> </a:t>
            </a:r>
            <a:r>
              <a:rPr dirty="0" spc="145"/>
              <a:t>Lockups</a:t>
            </a: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u="sng" sz="1950" spc="-5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https://drive.google.com/open?id=1eiIw-</a:t>
            </a:r>
            <a:r>
              <a:rPr dirty="0" u="sng" sz="1950" spc="-1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EBtCsRZIoBR22BWGWlC8hp5wlQL</a:t>
            </a:r>
            <a:endParaRPr sz="1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1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pc="150"/>
              <a:t>Color</a:t>
            </a:r>
            <a:r>
              <a:rPr dirty="0" spc="-55"/>
              <a:t> </a:t>
            </a:r>
            <a:r>
              <a:rPr dirty="0" spc="135"/>
              <a:t>Assets</a:t>
            </a: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u="sng" sz="1950" spc="-2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https://drive.google.com/open?id=1MAytoi_UW_YX24RgeyZKcLTIeYurCBY4</a:t>
            </a:r>
            <a:endParaRPr sz="1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70"/>
              </a:spcBef>
            </a:pPr>
            <a:endParaRPr sz="1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pc="145"/>
              <a:t>Typography</a:t>
            </a:r>
            <a:r>
              <a:rPr dirty="0" spc="-20"/>
              <a:t> </a:t>
            </a:r>
            <a:r>
              <a:rPr dirty="0" spc="135"/>
              <a:t>Assets</a:t>
            </a: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950" spc="-10">
                <a:latin typeface="Tahoma"/>
                <a:cs typeface="Tahoma"/>
              </a:rPr>
              <a:t>https://drive.google.com/open?id=1oKKGpzCmQUyuEVao_Hx4GsZS6TLs94hT</a:t>
            </a:r>
            <a:endParaRPr sz="19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86185" y="270013"/>
            <a:ext cx="7409180" cy="1910714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2350" spc="484">
                <a:solidFill>
                  <a:srgbClr val="FFFFFF"/>
                </a:solidFill>
              </a:rPr>
              <a:t>Thank</a:t>
            </a:r>
            <a:r>
              <a:rPr dirty="0" sz="12350" spc="-305">
                <a:solidFill>
                  <a:srgbClr val="FFFFFF"/>
                </a:solidFill>
              </a:rPr>
              <a:t> </a:t>
            </a:r>
            <a:r>
              <a:rPr dirty="0" sz="12350" spc="185">
                <a:solidFill>
                  <a:srgbClr val="FFFFFF"/>
                </a:solidFill>
              </a:rPr>
              <a:t>you.</a:t>
            </a:r>
            <a:endParaRPr sz="12350"/>
          </a:p>
        </p:txBody>
      </p:sp>
      <p:sp>
        <p:nvSpPr>
          <p:cNvPr id="3" name="object 3" descr=""/>
          <p:cNvSpPr/>
          <p:nvPr/>
        </p:nvSpPr>
        <p:spPr>
          <a:xfrm>
            <a:off x="2219827" y="8345296"/>
            <a:ext cx="579755" cy="743585"/>
          </a:xfrm>
          <a:custGeom>
            <a:avLst/>
            <a:gdLst/>
            <a:ahLst/>
            <a:cxnLst/>
            <a:rect l="l" t="t" r="r" b="b"/>
            <a:pathLst>
              <a:path w="579755" h="743584">
                <a:moveTo>
                  <a:pt x="579532" y="0"/>
                </a:moveTo>
                <a:lnTo>
                  <a:pt x="469682" y="0"/>
                </a:lnTo>
                <a:lnTo>
                  <a:pt x="469682" y="451075"/>
                </a:lnTo>
                <a:lnTo>
                  <a:pt x="463400" y="505705"/>
                </a:lnTo>
                <a:lnTo>
                  <a:pt x="445583" y="552939"/>
                </a:lnTo>
                <a:lnTo>
                  <a:pt x="417770" y="591645"/>
                </a:lnTo>
                <a:lnTo>
                  <a:pt x="381501" y="620693"/>
                </a:lnTo>
                <a:lnTo>
                  <a:pt x="338318" y="638951"/>
                </a:lnTo>
                <a:lnTo>
                  <a:pt x="289760" y="645289"/>
                </a:lnTo>
                <a:lnTo>
                  <a:pt x="240839" y="639096"/>
                </a:lnTo>
                <a:lnTo>
                  <a:pt x="197554" y="621156"/>
                </a:lnTo>
                <a:lnTo>
                  <a:pt x="161358" y="592426"/>
                </a:lnTo>
                <a:lnTo>
                  <a:pt x="133705" y="553865"/>
                </a:lnTo>
                <a:lnTo>
                  <a:pt x="116048" y="506428"/>
                </a:lnTo>
                <a:lnTo>
                  <a:pt x="109839" y="451075"/>
                </a:lnTo>
                <a:lnTo>
                  <a:pt x="109839" y="0"/>
                </a:lnTo>
                <a:lnTo>
                  <a:pt x="0" y="0"/>
                </a:lnTo>
                <a:lnTo>
                  <a:pt x="0" y="457336"/>
                </a:lnTo>
                <a:lnTo>
                  <a:pt x="3525" y="507213"/>
                </a:lnTo>
                <a:lnTo>
                  <a:pt x="13765" y="553249"/>
                </a:lnTo>
                <a:lnTo>
                  <a:pt x="30219" y="595112"/>
                </a:lnTo>
                <a:lnTo>
                  <a:pt x="52385" y="632471"/>
                </a:lnTo>
                <a:lnTo>
                  <a:pt x="79760" y="664992"/>
                </a:lnTo>
                <a:lnTo>
                  <a:pt x="111843" y="692345"/>
                </a:lnTo>
                <a:lnTo>
                  <a:pt x="148133" y="714198"/>
                </a:lnTo>
                <a:lnTo>
                  <a:pt x="188126" y="730218"/>
                </a:lnTo>
                <a:lnTo>
                  <a:pt x="231321" y="740073"/>
                </a:lnTo>
                <a:lnTo>
                  <a:pt x="277216" y="743432"/>
                </a:lnTo>
                <a:lnTo>
                  <a:pt x="332755" y="738065"/>
                </a:lnTo>
                <a:lnTo>
                  <a:pt x="384174" y="722420"/>
                </a:lnTo>
                <a:lnTo>
                  <a:pt x="430491" y="697182"/>
                </a:lnTo>
                <a:lnTo>
                  <a:pt x="470729" y="663037"/>
                </a:lnTo>
                <a:lnTo>
                  <a:pt x="470729" y="730899"/>
                </a:lnTo>
                <a:lnTo>
                  <a:pt x="579532" y="730899"/>
                </a:lnTo>
                <a:lnTo>
                  <a:pt x="57953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2880931" y="8345303"/>
            <a:ext cx="1158240" cy="743585"/>
          </a:xfrm>
          <a:custGeom>
            <a:avLst/>
            <a:gdLst/>
            <a:ahLst/>
            <a:cxnLst/>
            <a:rect l="l" t="t" r="r" b="b"/>
            <a:pathLst>
              <a:path w="1158239" h="743584">
                <a:moveTo>
                  <a:pt x="575348" y="465696"/>
                </a:moveTo>
                <a:lnTo>
                  <a:pt x="571728" y="420331"/>
                </a:lnTo>
                <a:lnTo>
                  <a:pt x="561251" y="377355"/>
                </a:lnTo>
                <a:lnTo>
                  <a:pt x="544449" y="337324"/>
                </a:lnTo>
                <a:lnTo>
                  <a:pt x="521855" y="300799"/>
                </a:lnTo>
                <a:lnTo>
                  <a:pt x="494004" y="268338"/>
                </a:lnTo>
                <a:lnTo>
                  <a:pt x="491566" y="266255"/>
                </a:lnTo>
                <a:lnTo>
                  <a:pt x="470725" y="248450"/>
                </a:lnTo>
                <a:lnTo>
                  <a:pt x="470725" y="465696"/>
                </a:lnTo>
                <a:lnTo>
                  <a:pt x="464146" y="514908"/>
                </a:lnTo>
                <a:lnTo>
                  <a:pt x="445592" y="559079"/>
                </a:lnTo>
                <a:lnTo>
                  <a:pt x="416864" y="596468"/>
                </a:lnTo>
                <a:lnTo>
                  <a:pt x="379768" y="625322"/>
                </a:lnTo>
                <a:lnTo>
                  <a:pt x="336105" y="643915"/>
                </a:lnTo>
                <a:lnTo>
                  <a:pt x="287680" y="650506"/>
                </a:lnTo>
                <a:lnTo>
                  <a:pt x="238442" y="643915"/>
                </a:lnTo>
                <a:lnTo>
                  <a:pt x="194373" y="625322"/>
                </a:lnTo>
                <a:lnTo>
                  <a:pt x="157175" y="596468"/>
                </a:lnTo>
                <a:lnTo>
                  <a:pt x="128511" y="559079"/>
                </a:lnTo>
                <a:lnTo>
                  <a:pt x="110083" y="514908"/>
                </a:lnTo>
                <a:lnTo>
                  <a:pt x="103568" y="465696"/>
                </a:lnTo>
                <a:lnTo>
                  <a:pt x="110159" y="416102"/>
                </a:lnTo>
                <a:lnTo>
                  <a:pt x="128752" y="371830"/>
                </a:lnTo>
                <a:lnTo>
                  <a:pt x="157568" y="334518"/>
                </a:lnTo>
                <a:lnTo>
                  <a:pt x="194843" y="305816"/>
                </a:lnTo>
                <a:lnTo>
                  <a:pt x="238798" y="287388"/>
                </a:lnTo>
                <a:lnTo>
                  <a:pt x="287680" y="280885"/>
                </a:lnTo>
                <a:lnTo>
                  <a:pt x="336105" y="287388"/>
                </a:lnTo>
                <a:lnTo>
                  <a:pt x="379768" y="305816"/>
                </a:lnTo>
                <a:lnTo>
                  <a:pt x="416864" y="334518"/>
                </a:lnTo>
                <a:lnTo>
                  <a:pt x="445592" y="371830"/>
                </a:lnTo>
                <a:lnTo>
                  <a:pt x="464146" y="416102"/>
                </a:lnTo>
                <a:lnTo>
                  <a:pt x="470725" y="465696"/>
                </a:lnTo>
                <a:lnTo>
                  <a:pt x="470725" y="248450"/>
                </a:lnTo>
                <a:lnTo>
                  <a:pt x="424751" y="217906"/>
                </a:lnTo>
                <a:lnTo>
                  <a:pt x="384403" y="201053"/>
                </a:lnTo>
                <a:lnTo>
                  <a:pt x="340969" y="190525"/>
                </a:lnTo>
                <a:lnTo>
                  <a:pt x="294995" y="186893"/>
                </a:lnTo>
                <a:lnTo>
                  <a:pt x="240842" y="192392"/>
                </a:lnTo>
                <a:lnTo>
                  <a:pt x="190525" y="208178"/>
                </a:lnTo>
                <a:lnTo>
                  <a:pt x="145097" y="233146"/>
                </a:lnTo>
                <a:lnTo>
                  <a:pt x="105664" y="266255"/>
                </a:lnTo>
                <a:lnTo>
                  <a:pt x="105664" y="0"/>
                </a:lnTo>
                <a:lnTo>
                  <a:pt x="0" y="0"/>
                </a:lnTo>
                <a:lnTo>
                  <a:pt x="0" y="730897"/>
                </a:lnTo>
                <a:lnTo>
                  <a:pt x="104609" y="730897"/>
                </a:lnTo>
                <a:lnTo>
                  <a:pt x="104609" y="664070"/>
                </a:lnTo>
                <a:lnTo>
                  <a:pt x="144221" y="697179"/>
                </a:lnTo>
                <a:lnTo>
                  <a:pt x="189992" y="722160"/>
                </a:lnTo>
                <a:lnTo>
                  <a:pt x="240677" y="737933"/>
                </a:lnTo>
                <a:lnTo>
                  <a:pt x="294995" y="743432"/>
                </a:lnTo>
                <a:lnTo>
                  <a:pt x="340969" y="739800"/>
                </a:lnTo>
                <a:lnTo>
                  <a:pt x="384403" y="729284"/>
                </a:lnTo>
                <a:lnTo>
                  <a:pt x="424751" y="712444"/>
                </a:lnTo>
                <a:lnTo>
                  <a:pt x="461467" y="689864"/>
                </a:lnTo>
                <a:lnTo>
                  <a:pt x="491718" y="664070"/>
                </a:lnTo>
                <a:lnTo>
                  <a:pt x="521855" y="629754"/>
                </a:lnTo>
                <a:lnTo>
                  <a:pt x="544449" y="593369"/>
                </a:lnTo>
                <a:lnTo>
                  <a:pt x="561251" y="553516"/>
                </a:lnTo>
                <a:lnTo>
                  <a:pt x="571728" y="510768"/>
                </a:lnTo>
                <a:lnTo>
                  <a:pt x="575348" y="465696"/>
                </a:lnTo>
                <a:close/>
              </a:path>
              <a:path w="1158239" h="743584">
                <a:moveTo>
                  <a:pt x="1157998" y="464642"/>
                </a:moveTo>
                <a:lnTo>
                  <a:pt x="1154087" y="415582"/>
                </a:lnTo>
                <a:lnTo>
                  <a:pt x="1153909" y="413346"/>
                </a:lnTo>
                <a:lnTo>
                  <a:pt x="1142047" y="365721"/>
                </a:lnTo>
                <a:lnTo>
                  <a:pt x="1123010" y="322364"/>
                </a:lnTo>
                <a:lnTo>
                  <a:pt x="1097381" y="283946"/>
                </a:lnTo>
                <a:lnTo>
                  <a:pt x="1065771" y="251079"/>
                </a:lnTo>
                <a:lnTo>
                  <a:pt x="1051306" y="240665"/>
                </a:lnTo>
                <a:lnTo>
                  <a:pt x="1051306" y="415582"/>
                </a:lnTo>
                <a:lnTo>
                  <a:pt x="725982" y="415582"/>
                </a:lnTo>
                <a:lnTo>
                  <a:pt x="742645" y="370179"/>
                </a:lnTo>
                <a:lnTo>
                  <a:pt x="768959" y="332600"/>
                </a:lnTo>
                <a:lnTo>
                  <a:pt x="803249" y="304152"/>
                </a:lnTo>
                <a:lnTo>
                  <a:pt x="843864" y="286118"/>
                </a:lnTo>
                <a:lnTo>
                  <a:pt x="889152" y="279819"/>
                </a:lnTo>
                <a:lnTo>
                  <a:pt x="934440" y="286118"/>
                </a:lnTo>
                <a:lnTo>
                  <a:pt x="975004" y="304152"/>
                </a:lnTo>
                <a:lnTo>
                  <a:pt x="1009142" y="332600"/>
                </a:lnTo>
                <a:lnTo>
                  <a:pt x="1035138" y="370179"/>
                </a:lnTo>
                <a:lnTo>
                  <a:pt x="1051306" y="415582"/>
                </a:lnTo>
                <a:lnTo>
                  <a:pt x="1051306" y="240665"/>
                </a:lnTo>
                <a:lnTo>
                  <a:pt x="1028750" y="224421"/>
                </a:lnTo>
                <a:lnTo>
                  <a:pt x="986929" y="204584"/>
                </a:lnTo>
                <a:lnTo>
                  <a:pt x="940904" y="192214"/>
                </a:lnTo>
                <a:lnTo>
                  <a:pt x="891247" y="187947"/>
                </a:lnTo>
                <a:lnTo>
                  <a:pt x="840803" y="192493"/>
                </a:lnTo>
                <a:lnTo>
                  <a:pt x="793800" y="205549"/>
                </a:lnTo>
                <a:lnTo>
                  <a:pt x="750925" y="226275"/>
                </a:lnTo>
                <a:lnTo>
                  <a:pt x="712825" y="253834"/>
                </a:lnTo>
                <a:lnTo>
                  <a:pt x="680161" y="287388"/>
                </a:lnTo>
                <a:lnTo>
                  <a:pt x="653592" y="326085"/>
                </a:lnTo>
                <a:lnTo>
                  <a:pt x="633806" y="369087"/>
                </a:lnTo>
                <a:lnTo>
                  <a:pt x="621436" y="415582"/>
                </a:lnTo>
                <a:lnTo>
                  <a:pt x="617181" y="464642"/>
                </a:lnTo>
                <a:lnTo>
                  <a:pt x="620788" y="510984"/>
                </a:lnTo>
                <a:lnTo>
                  <a:pt x="631291" y="554482"/>
                </a:lnTo>
                <a:lnTo>
                  <a:pt x="648157" y="594626"/>
                </a:lnTo>
                <a:lnTo>
                  <a:pt x="670864" y="630974"/>
                </a:lnTo>
                <a:lnTo>
                  <a:pt x="698906" y="663028"/>
                </a:lnTo>
                <a:lnTo>
                  <a:pt x="731735" y="690333"/>
                </a:lnTo>
                <a:lnTo>
                  <a:pt x="768858" y="712393"/>
                </a:lnTo>
                <a:lnTo>
                  <a:pt x="809726" y="728738"/>
                </a:lnTo>
                <a:lnTo>
                  <a:pt x="853846" y="738898"/>
                </a:lnTo>
                <a:lnTo>
                  <a:pt x="900671" y="742378"/>
                </a:lnTo>
                <a:lnTo>
                  <a:pt x="956843" y="737362"/>
                </a:lnTo>
                <a:lnTo>
                  <a:pt x="1008341" y="722769"/>
                </a:lnTo>
                <a:lnTo>
                  <a:pt x="1054773" y="699312"/>
                </a:lnTo>
                <a:lnTo>
                  <a:pt x="1095730" y="667677"/>
                </a:lnTo>
                <a:lnTo>
                  <a:pt x="1111135" y="650506"/>
                </a:lnTo>
                <a:lnTo>
                  <a:pt x="1130820" y="628573"/>
                </a:lnTo>
                <a:lnTo>
                  <a:pt x="1054442" y="572185"/>
                </a:lnTo>
                <a:lnTo>
                  <a:pt x="1022324" y="606894"/>
                </a:lnTo>
                <a:lnTo>
                  <a:pt x="985799" y="631317"/>
                </a:lnTo>
                <a:lnTo>
                  <a:pt x="945146" y="645756"/>
                </a:lnTo>
                <a:lnTo>
                  <a:pt x="900671" y="650506"/>
                </a:lnTo>
                <a:lnTo>
                  <a:pt x="849147" y="643077"/>
                </a:lnTo>
                <a:lnTo>
                  <a:pt x="803795" y="622173"/>
                </a:lnTo>
                <a:lnTo>
                  <a:pt x="766521" y="589826"/>
                </a:lnTo>
                <a:lnTo>
                  <a:pt x="739254" y="548119"/>
                </a:lnTo>
                <a:lnTo>
                  <a:pt x="723887" y="499110"/>
                </a:lnTo>
                <a:lnTo>
                  <a:pt x="1157998" y="499110"/>
                </a:lnTo>
                <a:lnTo>
                  <a:pt x="1157998" y="46464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4097519" y="8539509"/>
            <a:ext cx="269240" cy="537210"/>
          </a:xfrm>
          <a:custGeom>
            <a:avLst/>
            <a:gdLst/>
            <a:ahLst/>
            <a:cxnLst/>
            <a:rect l="l" t="t" r="r" b="b"/>
            <a:pathLst>
              <a:path w="269239" h="537209">
                <a:moveTo>
                  <a:pt x="268839" y="0"/>
                </a:moveTo>
                <a:lnTo>
                  <a:pt x="232223" y="0"/>
                </a:lnTo>
                <a:lnTo>
                  <a:pt x="191250" y="4909"/>
                </a:lnTo>
                <a:lnTo>
                  <a:pt x="156257" y="18922"/>
                </a:lnTo>
                <a:lnTo>
                  <a:pt x="127342" y="40962"/>
                </a:lnTo>
                <a:lnTo>
                  <a:pt x="104604" y="69955"/>
                </a:lnTo>
                <a:lnTo>
                  <a:pt x="104604" y="4177"/>
                </a:lnTo>
                <a:lnTo>
                  <a:pt x="0" y="4177"/>
                </a:lnTo>
                <a:lnTo>
                  <a:pt x="0" y="536685"/>
                </a:lnTo>
                <a:lnTo>
                  <a:pt x="105651" y="536685"/>
                </a:lnTo>
                <a:lnTo>
                  <a:pt x="105651" y="233888"/>
                </a:lnTo>
                <a:lnTo>
                  <a:pt x="114575" y="177879"/>
                </a:lnTo>
                <a:lnTo>
                  <a:pt x="139385" y="135087"/>
                </a:lnTo>
                <a:lnTo>
                  <a:pt x="177142" y="107762"/>
                </a:lnTo>
                <a:lnTo>
                  <a:pt x="224904" y="98154"/>
                </a:lnTo>
                <a:lnTo>
                  <a:pt x="268839" y="98154"/>
                </a:lnTo>
                <a:lnTo>
                  <a:pt x="2688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2025-09-14T14:59:04Z</dcterms:created>
  <dcterms:modified xsi:type="dcterms:W3CDTF">2025-09-14T14:59:04Z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2025-09-14T00:00:00Z</vt:filetime>
  </property>
  <property fmtid="{D5CDD505-2E9C-101B-9397-08002B2CF9AE}" pid="3" name="Producer">
    <vt:lpwstr>3-Heights(TM) PDF Security Shell 4.8.25.2 (http://www.pdf-tools.com)</vt:lpwstr>
  </property>
</Properties>
</file>